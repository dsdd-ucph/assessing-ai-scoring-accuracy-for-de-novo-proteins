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39" r:id="rId1"/>
  </p:sldMasterIdLst>
  <p:notesMasterIdLst>
    <p:notesMasterId r:id="rId13"/>
  </p:notesMasterIdLst>
  <p:sldIdLst>
    <p:sldId id="256" r:id="rId2"/>
    <p:sldId id="264" r:id="rId3"/>
    <p:sldId id="265" r:id="rId4"/>
    <p:sldId id="267" r:id="rId5"/>
    <p:sldId id="259" r:id="rId6"/>
    <p:sldId id="260" r:id="rId7"/>
    <p:sldId id="261" r:id="rId8"/>
    <p:sldId id="263" r:id="rId9"/>
    <p:sldId id="268" r:id="rId10"/>
    <p:sldId id="262" r:id="rId11"/>
    <p:sldId id="266" r:id="rId12"/>
  </p:sldIdLst>
  <p:sldSz cx="12192000" cy="6858000"/>
  <p:notesSz cx="6858000" cy="9144000"/>
  <p:defaultTextStyle>
    <a:defPPr>
      <a:defRPr lang="en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752"/>
  </p:normalViewPr>
  <p:slideViewPr>
    <p:cSldViewPr snapToGrid="0">
      <p:cViewPr varScale="1">
        <p:scale>
          <a:sx n="116" d="100"/>
          <a:sy n="116" d="100"/>
        </p:scale>
        <p:origin x="41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F5945D9-AEB2-7244-9F3D-E5A3A7EC0188}" type="datetimeFigureOut">
              <a:rPr lang="en-DK" smtClean="0"/>
              <a:t>22/09/2025</a:t>
            </a:fld>
            <a:endParaRPr lang="en-D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B8EA12-113D-884B-8453-90F35FF4DCAB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3316811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DK" dirty="0"/>
              <a:t>Baclwards prop, neural networks and attention is not what I need to focus on.</a:t>
            </a:r>
          </a:p>
          <a:p>
            <a:r>
              <a:rPr lang="en-DK" dirty="0"/>
              <a:t>Understand LDDT before pLDDT.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B8EA12-113D-884B-8453-90F35FF4DCAB}" type="slidenum">
              <a:rPr lang="en-DK" smtClean="0"/>
              <a:t>6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8744821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DK" dirty="0"/>
              <a:t>Get real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B8EA12-113D-884B-8453-90F35FF4DCAB}" type="slidenum">
              <a:rPr lang="en-DK" smtClean="0"/>
              <a:t>11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0486515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t">
            <a:normAutofit/>
          </a:bodyPr>
          <a:lstStyle>
            <a:lvl1pPr algn="l">
              <a:defRPr sz="7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9/22/25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33175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9/22/25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0701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8" r:id="rId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E20BB609-EF92-42DB-836C-0699A590B5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 descr="Abstract red geometric pattern">
            <a:extLst>
              <a:ext uri="{FF2B5EF4-FFF2-40B4-BE49-F238E27FC236}">
                <a16:creationId xmlns:a16="http://schemas.microsoft.com/office/drawing/2014/main" id="{D1F90C8E-A039-CE21-C355-D521F8C4046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150" r="-1" b="8559"/>
          <a:stretch>
            <a:fillRect/>
          </a:stretch>
        </p:blipFill>
        <p:spPr>
          <a:xfrm>
            <a:off x="20" y="10"/>
            <a:ext cx="12188932" cy="6857990"/>
          </a:xfrm>
          <a:prstGeom prst="rect">
            <a:avLst/>
          </a:prstGeom>
        </p:spPr>
      </p:pic>
      <p:sp>
        <p:nvSpPr>
          <p:cNvPr id="31" name="Rectangle 30">
            <a:extLst>
              <a:ext uri="{FF2B5EF4-FFF2-40B4-BE49-F238E27FC236}">
                <a16:creationId xmlns:a16="http://schemas.microsoft.com/office/drawing/2014/main" id="{637992A9-1E8C-4E57-B4F4-EE2D38E504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89239" y="-389238"/>
            <a:ext cx="6858000" cy="7636476"/>
          </a:xfrm>
          <a:prstGeom prst="rect">
            <a:avLst/>
          </a:prstGeom>
          <a:gradFill>
            <a:gsLst>
              <a:gs pos="100000">
                <a:srgbClr val="000000">
                  <a:alpha val="0"/>
                </a:srgbClr>
              </a:gs>
              <a:gs pos="0">
                <a:schemeClr val="tx1"/>
              </a:gs>
              <a:gs pos="0">
                <a:srgbClr val="000000">
                  <a:alpha val="70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6DDD13-B107-CBED-5CF9-2AC6BAA1D2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7870" y="978407"/>
            <a:ext cx="5021182" cy="3309511"/>
          </a:xfrm>
        </p:spPr>
        <p:txBody>
          <a:bodyPr anchor="t">
            <a:normAutofit/>
          </a:bodyPr>
          <a:lstStyle/>
          <a:p>
            <a:r>
              <a:rPr lang="en-DK" sz="6000">
                <a:solidFill>
                  <a:srgbClr val="FFFFFF"/>
                </a:solidFill>
              </a:rPr>
              <a:t>Introduction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C6526A9-ED4E-9002-C612-6917F5B6A5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7870" y="4482450"/>
            <a:ext cx="5040785" cy="1724029"/>
          </a:xfrm>
        </p:spPr>
        <p:txBody>
          <a:bodyPr anchor="t">
            <a:normAutofit/>
          </a:bodyPr>
          <a:lstStyle/>
          <a:p>
            <a:r>
              <a:rPr lang="en-DK">
                <a:solidFill>
                  <a:srgbClr val="FFFFFF"/>
                </a:solidFill>
              </a:rPr>
              <a:t>Elliott Taguchi Dickinson</a:t>
            </a:r>
            <a:br>
              <a:rPr lang="en-DK">
                <a:solidFill>
                  <a:srgbClr val="FFFFFF"/>
                </a:solidFill>
              </a:rPr>
            </a:br>
            <a:r>
              <a:rPr lang="en-DK">
                <a:solidFill>
                  <a:srgbClr val="FFFFFF"/>
                </a:solidFill>
              </a:rPr>
              <a:t>Master’s student 2025/2026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B2C335F7-F61C-4EB4-80F2-4B1438FE6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832213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51E450B-E320-BD03-7974-3C0166BBD3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977CF34A-0214-B7B6-0D10-29C3D27F8B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pic>
        <p:nvPicPr>
          <p:cNvPr id="4" name="Picture 3" descr="Abstract red geometric pattern">
            <a:extLst>
              <a:ext uri="{FF2B5EF4-FFF2-40B4-BE49-F238E27FC236}">
                <a16:creationId xmlns:a16="http://schemas.microsoft.com/office/drawing/2014/main" id="{A6AB9BF1-6193-F63A-03C3-0D3809393F2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091" t="11701" b="11690"/>
          <a:stretch>
            <a:fillRect/>
          </a:stretch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30" name="Rectangle 29">
            <a:extLst>
              <a:ext uri="{FF2B5EF4-FFF2-40B4-BE49-F238E27FC236}">
                <a16:creationId xmlns:a16="http://schemas.microsoft.com/office/drawing/2014/main" id="{A778A532-3EC2-2E92-2D30-FDC5E74C2E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507179" y="173181"/>
            <a:ext cx="6858002" cy="651164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46000">
                <a:schemeClr val="bg1">
                  <a:alpha val="30000"/>
                </a:schemeClr>
              </a:gs>
              <a:gs pos="26000">
                <a:schemeClr val="bg1">
                  <a:alpha val="17000"/>
                </a:schemeClr>
              </a:gs>
              <a:gs pos="100000">
                <a:schemeClr val="bg1">
                  <a:alpha val="4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F6DF37-DC16-2C0A-0905-E16168E167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06780" y="978409"/>
            <a:ext cx="4496529" cy="3678268"/>
          </a:xfrm>
        </p:spPr>
        <p:txBody>
          <a:bodyPr anchor="t">
            <a:normAutofit/>
          </a:bodyPr>
          <a:lstStyle/>
          <a:p>
            <a:r>
              <a:rPr lang="en-DK" sz="4800" dirty="0"/>
              <a:t>What I’ve learned so far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7405ED8-8BBA-0E69-9A8C-BB159F7CD4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06781" y="508090"/>
            <a:ext cx="449275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6FCA195D-335D-E562-6E21-8964D74FB7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10119" y="6209925"/>
            <a:ext cx="4492754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3865177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9592178-6743-3C90-1DE1-CC7243CB3F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F232B627-DBC4-4FB7-F951-7064999CB8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EE7BE06-F16B-1A1F-1381-6B5DD591B6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7870" y="978408"/>
            <a:ext cx="6117661" cy="1011030"/>
          </a:xfrm>
        </p:spPr>
        <p:txBody>
          <a:bodyPr anchor="t">
            <a:normAutofit/>
          </a:bodyPr>
          <a:lstStyle/>
          <a:p>
            <a:r>
              <a:rPr lang="en-DK" sz="4000" dirty="0"/>
              <a:t>Python (to some extend)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07499CE-A7A6-816E-3BD2-FCE987E170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7870" y="1973630"/>
            <a:ext cx="6141545" cy="1917886"/>
          </a:xfrm>
        </p:spPr>
        <p:txBody>
          <a:bodyPr anchor="t">
            <a:normAutofit fontScale="85000" lnSpcReduction="20000"/>
          </a:bodyPr>
          <a:lstStyle/>
          <a:p>
            <a:pPr marL="342900" indent="-342900">
              <a:buFontTx/>
              <a:buChar char="-"/>
            </a:pPr>
            <a:r>
              <a:rPr lang="en-DK" dirty="0"/>
              <a:t>Basic operations (loops, dictionaries etc)</a:t>
            </a:r>
          </a:p>
          <a:p>
            <a:pPr marL="342900" indent="-342900">
              <a:buFontTx/>
              <a:buChar char="-"/>
            </a:pPr>
            <a:r>
              <a:rPr lang="en-DK" dirty="0"/>
              <a:t>Reading and understanding code</a:t>
            </a:r>
          </a:p>
          <a:p>
            <a:pPr marL="342900" indent="-342900">
              <a:buFontTx/>
              <a:buChar char="-"/>
            </a:pPr>
            <a:r>
              <a:rPr lang="en-DK" dirty="0"/>
              <a:t>debugging</a:t>
            </a:r>
          </a:p>
          <a:p>
            <a:pPr marL="342900" indent="-342900">
              <a:buFontTx/>
              <a:buChar char="-"/>
            </a:pPr>
            <a:r>
              <a:rPr lang="en-DK" dirty="0"/>
              <a:t>Most importantly the packages I will use such as pandas, numpy and matplotlib</a:t>
            </a:r>
          </a:p>
          <a:p>
            <a:endParaRPr lang="en-DK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62C578A-AAA0-C52C-BF80-4438B5F180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6126480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28D46D7-2860-A6FA-D853-572C3E34CC44}"/>
              </a:ext>
            </a:extLst>
          </p:cNvPr>
          <p:cNvSpPr txBox="1"/>
          <p:nvPr/>
        </p:nvSpPr>
        <p:spPr>
          <a:xfrm>
            <a:off x="7367558" y="6533749"/>
            <a:ext cx="46468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50" dirty="0"/>
              <a:t>https://</a:t>
            </a:r>
            <a:r>
              <a:rPr lang="en-GB" sz="1050" dirty="0" err="1"/>
              <a:t>pubmed.ncbi.nlm.nih.gov</a:t>
            </a:r>
            <a:r>
              <a:rPr lang="en-GB" sz="1050" dirty="0"/>
              <a:t>/22725836/</a:t>
            </a:r>
            <a:endParaRPr lang="en-DK" sz="105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7761CA8-B44C-E353-AF3F-FFD53B3709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9136" y="2083981"/>
            <a:ext cx="5365271" cy="4387126"/>
          </a:xfrm>
          <a:prstGeom prst="rect">
            <a:avLst/>
          </a:prstGeom>
        </p:spPr>
      </p:pic>
      <p:pic>
        <p:nvPicPr>
          <p:cNvPr id="1026" name="Picture 2" descr="Category:It ain't much, but it's honest work - Wikimedia Commons">
            <a:extLst>
              <a:ext uri="{FF2B5EF4-FFF2-40B4-BE49-F238E27FC236}">
                <a16:creationId xmlns:a16="http://schemas.microsoft.com/office/drawing/2014/main" id="{6C5D1857-A602-746E-351F-827889255D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308" y="3907184"/>
            <a:ext cx="4646851" cy="29508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592664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067A28-6CD7-9BBD-463F-1CD0F6D857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E20BB609-EF92-42DB-836C-0699A590B5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5D99764-0D78-4A23-5820-D81DAF28C20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5357"/>
          <a:stretch>
            <a:fillRect/>
          </a:stretch>
        </p:blipFill>
        <p:spPr>
          <a:xfrm>
            <a:off x="20" y="10"/>
            <a:ext cx="12188932" cy="6857990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67B3E2DB-180D-4752-BBB6-987822D6BC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944761" y="-389238"/>
            <a:ext cx="6858000" cy="7636476"/>
          </a:xfrm>
          <a:prstGeom prst="rect">
            <a:avLst/>
          </a:prstGeom>
          <a:gradFill>
            <a:gsLst>
              <a:gs pos="100000">
                <a:srgbClr val="000000">
                  <a:alpha val="0"/>
                </a:srgbClr>
              </a:gs>
              <a:gs pos="0">
                <a:schemeClr val="tx1"/>
              </a:gs>
              <a:gs pos="0">
                <a:srgbClr val="000000">
                  <a:alpha val="70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9A3D703-4755-8EB3-3EB4-8CF003A120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55052" y="971396"/>
            <a:ext cx="5870184" cy="2859533"/>
          </a:xfrm>
        </p:spPr>
        <p:txBody>
          <a:bodyPr anchor="t">
            <a:normAutofit/>
          </a:bodyPr>
          <a:lstStyle/>
          <a:p>
            <a:r>
              <a:rPr lang="en-DK" sz="4400" dirty="0">
                <a:solidFill>
                  <a:srgbClr val="FFFFFF"/>
                </a:solidFill>
              </a:rPr>
              <a:t>Machine Learning theory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452BEE-57DA-77BA-93B9-71C5B5AD2E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55052" y="3429000"/>
            <a:ext cx="5824468" cy="2777479"/>
          </a:xfrm>
        </p:spPr>
        <p:txBody>
          <a:bodyPr anchor="t">
            <a:normAutofit fontScale="70000" lnSpcReduction="20000"/>
          </a:bodyPr>
          <a:lstStyle/>
          <a:p>
            <a:pPr marL="342900" indent="-342900">
              <a:buFontTx/>
              <a:buChar char="-"/>
            </a:pPr>
            <a:r>
              <a:rPr lang="en-DK" dirty="0">
                <a:solidFill>
                  <a:srgbClr val="FFFFFF"/>
                </a:solidFill>
              </a:rPr>
              <a:t>Some general definitions when working with DLDM’s - what they are, why they are useful, and how we validate and examine the results they give us. </a:t>
            </a:r>
          </a:p>
          <a:p>
            <a:pPr marL="342900" indent="-342900">
              <a:buFontTx/>
              <a:buChar char="-"/>
            </a:pPr>
            <a:r>
              <a:rPr lang="en-DK" dirty="0">
                <a:solidFill>
                  <a:srgbClr val="FFFFFF"/>
                </a:solidFill>
              </a:rPr>
              <a:t>Measurements like RMSD and pLDDT.</a:t>
            </a:r>
          </a:p>
          <a:p>
            <a:pPr marL="342900" indent="-342900">
              <a:buFontTx/>
              <a:buChar char="-"/>
            </a:pPr>
            <a:r>
              <a:rPr lang="en-DK" dirty="0">
                <a:solidFill>
                  <a:srgbClr val="FFFFFF"/>
                </a:solidFill>
              </a:rPr>
              <a:t>Trying to understand what actually happens when you give AlphaFold3 a protein sequence and a ligand</a:t>
            </a:r>
          </a:p>
          <a:p>
            <a:pPr marL="342900" indent="-342900">
              <a:buFontTx/>
              <a:buChar char="-"/>
            </a:pPr>
            <a:r>
              <a:rPr lang="en-DK" dirty="0">
                <a:solidFill>
                  <a:srgbClr val="FFFFFF"/>
                </a:solidFill>
              </a:rPr>
              <a:t>Not the math (anymore)! But the concept, structure and architecture of these models, and what goes on in each part (Template module, MSA Module, the Pairformer etc).</a:t>
            </a:r>
          </a:p>
          <a:p>
            <a:pPr marL="342900" indent="-342900">
              <a:buFontTx/>
              <a:buChar char="-"/>
            </a:pPr>
            <a:r>
              <a:rPr lang="en-DK" dirty="0">
                <a:solidFill>
                  <a:srgbClr val="FFFFFF"/>
                </a:solidFill>
              </a:rPr>
              <a:t>Neural networks and weights.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B2C335F7-F61C-4EB4-80F2-4B1438FE6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59321" y="508090"/>
            <a:ext cx="6114810" cy="14927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468787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2002DF5-E394-20AF-0BB4-E16287D664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pic>
        <p:nvPicPr>
          <p:cNvPr id="4" name="Picture 3" descr="Abstract red geometric pattern">
            <a:extLst>
              <a:ext uri="{FF2B5EF4-FFF2-40B4-BE49-F238E27FC236}">
                <a16:creationId xmlns:a16="http://schemas.microsoft.com/office/drawing/2014/main" id="{4ED82B3A-662D-FE2F-4755-14208086058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091" t="11701" b="11690"/>
          <a:stretch>
            <a:fillRect/>
          </a:stretch>
        </p:blipFill>
        <p:spPr>
          <a:xfrm>
            <a:off x="21" y="-3"/>
            <a:ext cx="12191979" cy="6857990"/>
          </a:xfrm>
          <a:prstGeom prst="rect">
            <a:avLst/>
          </a:prstGeom>
        </p:spPr>
      </p:pic>
      <p:sp>
        <p:nvSpPr>
          <p:cNvPr id="30" name="Rectangle 29">
            <a:extLst>
              <a:ext uri="{FF2B5EF4-FFF2-40B4-BE49-F238E27FC236}">
                <a16:creationId xmlns:a16="http://schemas.microsoft.com/office/drawing/2014/main" id="{AAB476BF-4EE2-5243-CABB-6CC72C39BF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507179" y="173181"/>
            <a:ext cx="6858002" cy="651164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46000">
                <a:schemeClr val="bg1">
                  <a:alpha val="30000"/>
                </a:schemeClr>
              </a:gs>
              <a:gs pos="26000">
                <a:schemeClr val="bg1">
                  <a:alpha val="17000"/>
                </a:schemeClr>
              </a:gs>
              <a:gs pos="100000">
                <a:schemeClr val="bg1">
                  <a:alpha val="4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335DB34-631E-357A-82A8-5837C1A008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06780" y="978409"/>
            <a:ext cx="4496529" cy="3678268"/>
          </a:xfrm>
        </p:spPr>
        <p:txBody>
          <a:bodyPr anchor="t">
            <a:normAutofit/>
          </a:bodyPr>
          <a:lstStyle/>
          <a:p>
            <a:r>
              <a:rPr lang="en-DK" sz="4400" dirty="0"/>
              <a:t>What I’m currently working on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20D28EA4-6F96-F7C6-1D07-5BA5C27387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06781" y="508090"/>
            <a:ext cx="449275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FDFF93C5-0576-D227-80A7-4CFBA8791A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10119" y="6209925"/>
            <a:ext cx="4492754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6986716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E20BB609-EF92-42DB-836C-0699A590B5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597F2C-8D0A-B022-8BD5-023CB3BC41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7870" y="978408"/>
            <a:ext cx="6117661" cy="1011030"/>
          </a:xfrm>
        </p:spPr>
        <p:txBody>
          <a:bodyPr anchor="t">
            <a:normAutofit/>
          </a:bodyPr>
          <a:lstStyle/>
          <a:p>
            <a:r>
              <a:rPr lang="en-DK" sz="4400" dirty="0"/>
              <a:t>More python!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A2AC384-077E-41AE-6996-43ADEDEC83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5927" y="1989437"/>
            <a:ext cx="6141545" cy="2879125"/>
          </a:xfrm>
        </p:spPr>
        <p:txBody>
          <a:bodyPr anchor="t">
            <a:normAutofit/>
          </a:bodyPr>
          <a:lstStyle/>
          <a:p>
            <a:pPr marL="342900" indent="-342900">
              <a:buFontTx/>
              <a:buChar char="-"/>
            </a:pPr>
            <a:r>
              <a:rPr lang="en-DK" dirty="0"/>
              <a:t>Getting better at using the packages</a:t>
            </a:r>
          </a:p>
          <a:p>
            <a:pPr marL="342900" indent="-342900">
              <a:buFontTx/>
              <a:buChar char="-"/>
            </a:pPr>
            <a:r>
              <a:rPr lang="en-DK" dirty="0"/>
              <a:t>Objects and classes</a:t>
            </a:r>
          </a:p>
          <a:p>
            <a:pPr marL="342900" indent="-342900">
              <a:buFontTx/>
              <a:buChar char="-"/>
            </a:pPr>
            <a:r>
              <a:rPr lang="en-DK" dirty="0"/>
              <a:t>Weekly assignments for the programming course I’m taking</a:t>
            </a:r>
          </a:p>
          <a:p>
            <a:pPr marL="342900" indent="-342900">
              <a:buFontTx/>
              <a:buChar char="-"/>
            </a:pPr>
            <a:r>
              <a:rPr lang="en-DK" dirty="0"/>
              <a:t>(And also setting up GitHub)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2C335F7-F61C-4EB4-80F2-4B1438FE6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6126480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EA056F4-EEEB-C9EA-08FE-60A33053DCBB}"/>
              </a:ext>
            </a:extLst>
          </p:cNvPr>
          <p:cNvSpPr txBox="1">
            <a:spLocks/>
          </p:cNvSpPr>
          <p:nvPr/>
        </p:nvSpPr>
        <p:spPr>
          <a:xfrm>
            <a:off x="6644350" y="978408"/>
            <a:ext cx="6117661" cy="101103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72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DK" sz="4400" dirty="0"/>
              <a:t>More theory!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0CCE4C18-2E02-4F9A-034F-44391AEDCC8B}"/>
              </a:ext>
            </a:extLst>
          </p:cNvPr>
          <p:cNvSpPr txBox="1">
            <a:spLocks/>
          </p:cNvSpPr>
          <p:nvPr/>
        </p:nvSpPr>
        <p:spPr>
          <a:xfrm>
            <a:off x="6656291" y="1989437"/>
            <a:ext cx="5535709" cy="3241781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20000"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2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Tx/>
              <a:buChar char="-"/>
            </a:pPr>
            <a:r>
              <a:rPr lang="en-DK" dirty="0"/>
              <a:t>PoseBusters v2, DDD and benchmark datasets</a:t>
            </a:r>
          </a:p>
          <a:p>
            <a:pPr marL="342900" indent="-342900">
              <a:buFontTx/>
              <a:buChar char="-"/>
            </a:pPr>
            <a:r>
              <a:rPr lang="en-DK" dirty="0"/>
              <a:t>Backwards propagation</a:t>
            </a:r>
          </a:p>
          <a:p>
            <a:pPr marL="342900" indent="-342900">
              <a:buFontTx/>
              <a:buChar char="-"/>
            </a:pPr>
            <a:r>
              <a:rPr lang="en-DK" dirty="0"/>
              <a:t>Neural networks</a:t>
            </a:r>
          </a:p>
          <a:p>
            <a:pPr marL="342900" indent="-342900">
              <a:buFontTx/>
              <a:buChar char="-"/>
            </a:pPr>
            <a:r>
              <a:rPr lang="en-DK" dirty="0"/>
              <a:t>Attention</a:t>
            </a:r>
          </a:p>
          <a:p>
            <a:pPr marL="342900" indent="-342900">
              <a:buFontTx/>
              <a:buChar char="-"/>
            </a:pPr>
            <a:r>
              <a:rPr lang="en-DK" dirty="0"/>
              <a:t>Softmax</a:t>
            </a:r>
          </a:p>
          <a:p>
            <a:pPr marL="342900" indent="-342900">
              <a:buFontTx/>
              <a:buChar char="-"/>
            </a:pPr>
            <a:r>
              <a:rPr lang="en-DK" dirty="0"/>
              <a:t>Cost function</a:t>
            </a:r>
          </a:p>
          <a:p>
            <a:pPr marL="342900" indent="-342900">
              <a:buFontTx/>
              <a:buChar char="-"/>
            </a:pPr>
            <a:r>
              <a:rPr lang="en-GB" dirty="0"/>
              <a:t>U</a:t>
            </a:r>
            <a:r>
              <a:rPr lang="en-DK" dirty="0"/>
              <a:t>nderstanding pLDDT better</a:t>
            </a:r>
          </a:p>
          <a:p>
            <a:pPr marL="342900" indent="-342900">
              <a:buFontTx/>
              <a:buChar char="-"/>
            </a:pPr>
            <a:endParaRPr lang="en-DK" dirty="0"/>
          </a:p>
          <a:p>
            <a:pPr marL="342900" indent="-342900">
              <a:buFontTx/>
              <a:buChar char="-"/>
            </a:pPr>
            <a:endParaRPr lang="en-DK" dirty="0"/>
          </a:p>
        </p:txBody>
      </p:sp>
    </p:spTree>
    <p:extLst>
      <p:ext uri="{BB962C8B-B14F-4D97-AF65-F5344CB8AC3E}">
        <p14:creationId xmlns:p14="http://schemas.microsoft.com/office/powerpoint/2010/main" val="18159205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34BDE8E-8171-7BB7-25B7-AC3E0B5D87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pic>
        <p:nvPicPr>
          <p:cNvPr id="4" name="Picture 3" descr="Abstract red geometric pattern">
            <a:extLst>
              <a:ext uri="{FF2B5EF4-FFF2-40B4-BE49-F238E27FC236}">
                <a16:creationId xmlns:a16="http://schemas.microsoft.com/office/drawing/2014/main" id="{E51BED2D-F6AD-D2E6-7F86-B38A2D6D05C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091" t="11701" b="11690"/>
          <a:stretch>
            <a:fillRect/>
          </a:stretch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AAB476BF-4EE2-5243-CABB-6CC72C39BF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507179" y="173181"/>
            <a:ext cx="6858002" cy="651164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46000">
                <a:schemeClr val="bg1">
                  <a:alpha val="30000"/>
                </a:schemeClr>
              </a:gs>
              <a:gs pos="26000">
                <a:schemeClr val="bg1">
                  <a:alpha val="17000"/>
                </a:schemeClr>
              </a:gs>
              <a:gs pos="100000">
                <a:schemeClr val="bg1">
                  <a:alpha val="4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9C5FB7A-D2A2-2B0E-A1E0-FC9DB316DF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06780" y="978409"/>
            <a:ext cx="4496529" cy="3678268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DK" sz="4400" dirty="0"/>
              <a:t>What my project will be about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0D28EA4-6F96-F7C6-1D07-5BA5C27387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06781" y="508090"/>
            <a:ext cx="449275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DFF93C5-0576-D227-80A7-4CFBA8791A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10119" y="6209925"/>
            <a:ext cx="4492754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0368123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6FECFD7-A165-FB4B-A466-CEABDF1819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DC7BB9CD-5947-DCA8-3B0C-FD14080B70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EB4ABD3-F974-B7AF-A208-2B2AFA2A73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7870" y="978408"/>
            <a:ext cx="6117661" cy="1011030"/>
          </a:xfrm>
        </p:spPr>
        <p:txBody>
          <a:bodyPr anchor="t">
            <a:normAutofit/>
          </a:bodyPr>
          <a:lstStyle/>
          <a:p>
            <a:r>
              <a:rPr lang="en-DK" sz="3600" dirty="0"/>
              <a:t>It’s two fold: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B669A4-53EA-F212-032E-FBBEC416AB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35531" y="1894495"/>
            <a:ext cx="5556469" cy="1455370"/>
          </a:xfrm>
        </p:spPr>
        <p:txBody>
          <a:bodyPr anchor="t">
            <a:normAutofit/>
          </a:bodyPr>
          <a:lstStyle/>
          <a:p>
            <a:r>
              <a:rPr lang="en-DK" sz="2400" dirty="0"/>
              <a:t>2) Automating the workflow for continued updates of the DDD database. 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59A7BB7-9EFF-5192-1800-6BBACAC815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6126480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58800BC5-C347-E95A-71B2-5DEC8639FE82}"/>
              </a:ext>
            </a:extLst>
          </p:cNvPr>
          <p:cNvSpPr txBox="1">
            <a:spLocks/>
          </p:cNvSpPr>
          <p:nvPr/>
        </p:nvSpPr>
        <p:spPr>
          <a:xfrm>
            <a:off x="670271" y="1894495"/>
            <a:ext cx="5556470" cy="145537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2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DK" sz="2400" dirty="0"/>
              <a:t>1) The continued validation of DL-methods by applying them to DDD.</a:t>
            </a:r>
            <a:endParaRPr lang="en-DK" dirty="0"/>
          </a:p>
        </p:txBody>
      </p:sp>
    </p:spTree>
    <p:extLst>
      <p:ext uri="{BB962C8B-B14F-4D97-AF65-F5344CB8AC3E}">
        <p14:creationId xmlns:p14="http://schemas.microsoft.com/office/powerpoint/2010/main" val="1377112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A4D8D76-076A-9F35-0989-F0B2D8DD7E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096F3A83-CD42-B06A-4A59-AFB7DB07AC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28FA8D6-08B5-9C93-EB7F-FAE9BCA352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7870" y="978408"/>
            <a:ext cx="10550623" cy="1011030"/>
          </a:xfrm>
        </p:spPr>
        <p:txBody>
          <a:bodyPr anchor="t">
            <a:normAutofit fontScale="90000"/>
          </a:bodyPr>
          <a:lstStyle/>
          <a:p>
            <a:r>
              <a:rPr lang="en-DK" sz="3600" dirty="0"/>
              <a:t>A rough outline for the project for the rest of this year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CF386FC-B319-B9B5-95C4-B120F23B6C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6126480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259005B3-EFD2-78D1-4B73-074889F77879}"/>
              </a:ext>
            </a:extLst>
          </p:cNvPr>
          <p:cNvSpPr txBox="1">
            <a:spLocks/>
          </p:cNvSpPr>
          <p:nvPr/>
        </p:nvSpPr>
        <p:spPr>
          <a:xfrm>
            <a:off x="670270" y="1894494"/>
            <a:ext cx="6955825" cy="3623803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2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AutoNum type="arabicParenR"/>
            </a:pPr>
            <a:r>
              <a:rPr lang="en-DK" sz="2000" dirty="0"/>
              <a:t>September-October: Learn Python, understand the theory, pass my course, prepare for the exam – this part is all about learning method and theory so I’m well suited. Hopefully also start benchmarking some DLDM’s against DDD. </a:t>
            </a:r>
          </a:p>
          <a:p>
            <a:pPr marL="457200" indent="-457200">
              <a:buAutoNum type="arabicParenR"/>
            </a:pPr>
            <a:r>
              <a:rPr lang="en-DK" sz="2000" dirty="0"/>
              <a:t>November: Exam (November 7th). </a:t>
            </a:r>
            <a:r>
              <a:rPr lang="en-GB" sz="2000" dirty="0"/>
              <a:t>A</a:t>
            </a:r>
            <a:r>
              <a:rPr lang="en-DK" sz="2000" dirty="0"/>
              <a:t>nd then start actually working on some relevant data and benchmark against DDD. Also look into how the workflow can be automated.</a:t>
            </a:r>
          </a:p>
          <a:p>
            <a:pPr marL="457200" indent="-457200">
              <a:buAutoNum type="arabicParenR"/>
            </a:pPr>
            <a:r>
              <a:rPr lang="en-DK" sz="2000" dirty="0"/>
              <a:t>December: Hopefully start looking into the statistical analysis I’ll be using.</a:t>
            </a:r>
          </a:p>
        </p:txBody>
      </p:sp>
    </p:spTree>
    <p:extLst>
      <p:ext uri="{BB962C8B-B14F-4D97-AF65-F5344CB8AC3E}">
        <p14:creationId xmlns:p14="http://schemas.microsoft.com/office/powerpoint/2010/main" val="21831975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F34DCFD-802C-0BA7-3BDB-D731B53455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7BD6353-B8BD-B63A-E596-187B14D4BF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pic>
        <p:nvPicPr>
          <p:cNvPr id="4" name="Picture 3" descr="Abstract red geometric pattern">
            <a:extLst>
              <a:ext uri="{FF2B5EF4-FFF2-40B4-BE49-F238E27FC236}">
                <a16:creationId xmlns:a16="http://schemas.microsoft.com/office/drawing/2014/main" id="{33619784-CD72-A887-60FD-91CB92C39FE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091" t="11701" b="11690"/>
          <a:stretch>
            <a:fillRect/>
          </a:stretch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82C09F3E-F9FF-A618-43BE-A8EA530E5F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507179" y="173181"/>
            <a:ext cx="6858002" cy="651164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46000">
                <a:schemeClr val="bg1">
                  <a:alpha val="30000"/>
                </a:schemeClr>
              </a:gs>
              <a:gs pos="26000">
                <a:schemeClr val="bg1">
                  <a:alpha val="17000"/>
                </a:schemeClr>
              </a:gs>
              <a:gs pos="100000">
                <a:schemeClr val="bg1">
                  <a:alpha val="4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D683BA-B6E5-F9A8-061A-3E21DC60FF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06780" y="978409"/>
            <a:ext cx="4496529" cy="3678268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DK" sz="4400" dirty="0"/>
              <a:t>P</a:t>
            </a:r>
            <a:r>
              <a:rPr lang="en-GB" sz="4400" dirty="0"/>
              <a:t>l</a:t>
            </a:r>
            <a:r>
              <a:rPr lang="en-DK" sz="4400" dirty="0"/>
              <a:t>an for the coming weeks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AF3BB36-07AF-BBC8-3CFB-D7314FE409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06781" y="508090"/>
            <a:ext cx="449275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74F1A04-1107-63C3-7EC1-ABE262872C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10119" y="6209925"/>
            <a:ext cx="4492754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6244677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82A58F6-2561-A83C-5D4F-7298711871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3C25FBA1-1B84-F69F-DEC2-17EA199575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28A66E7-6673-FB58-914D-48595CDC98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7870" y="978408"/>
            <a:ext cx="6308231" cy="1128483"/>
          </a:xfrm>
        </p:spPr>
        <p:txBody>
          <a:bodyPr anchor="t">
            <a:noAutofit/>
          </a:bodyPr>
          <a:lstStyle/>
          <a:p>
            <a:r>
              <a:rPr lang="en-DK" sz="4000" dirty="0"/>
              <a:t>Get smarter!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AE8497-F79C-95F4-3EC2-632BA7898C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7870" y="1890951"/>
            <a:ext cx="6141545" cy="3606082"/>
          </a:xfrm>
        </p:spPr>
        <p:txBody>
          <a:bodyPr anchor="t">
            <a:normAutofit/>
          </a:bodyPr>
          <a:lstStyle/>
          <a:p>
            <a:pPr marL="342900" indent="-342900">
              <a:buFontTx/>
              <a:buChar char="-"/>
            </a:pPr>
            <a:r>
              <a:rPr lang="en-DK" dirty="0"/>
              <a:t>Look into Boltz-2 and learn to benchmark it against DDD.</a:t>
            </a:r>
          </a:p>
          <a:p>
            <a:pPr marL="342900" indent="-342900">
              <a:buFontTx/>
              <a:buChar char="-"/>
            </a:pPr>
            <a:r>
              <a:rPr lang="en-DK" dirty="0"/>
              <a:t>Analyse more data, get comfortable with the modules.</a:t>
            </a:r>
          </a:p>
          <a:p>
            <a:pPr marL="342900" indent="-342900">
              <a:buFontTx/>
              <a:buChar char="-"/>
            </a:pPr>
            <a:r>
              <a:rPr lang="en-DK" dirty="0"/>
              <a:t>Get better at coding by following the course, and continue to practice on my own as well.</a:t>
            </a:r>
          </a:p>
          <a:p>
            <a:pPr marL="342900" indent="-342900">
              <a:buFontTx/>
              <a:buChar char="-"/>
            </a:pPr>
            <a:r>
              <a:rPr lang="en-DK" dirty="0"/>
              <a:t>Read. More. Articles.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ECF0ECF-BCB4-B969-BFF3-DF1E4CFA25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6126480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Generated image">
            <a:extLst>
              <a:ext uri="{FF2B5EF4-FFF2-40B4-BE49-F238E27FC236}">
                <a16:creationId xmlns:a16="http://schemas.microsoft.com/office/drawing/2014/main" id="{0AE82D9F-2369-B266-D618-C2821040D2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0" y="0"/>
            <a:ext cx="457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84939085"/>
      </p:ext>
    </p:extLst>
  </p:cSld>
  <p:clrMapOvr>
    <a:masterClrMapping/>
  </p:clrMapOvr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1677</TotalTime>
  <Words>425</Words>
  <Application>Microsoft Macintosh PowerPoint</Application>
  <PresentationFormat>Widescreen</PresentationFormat>
  <Paragraphs>48</Paragraphs>
  <Slides>11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Aptos</vt:lpstr>
      <vt:lpstr>Arial</vt:lpstr>
      <vt:lpstr>Bierstadt</vt:lpstr>
      <vt:lpstr>Neue Haas Grotesk Text Pro</vt:lpstr>
      <vt:lpstr>GestaltVTI</vt:lpstr>
      <vt:lpstr>Introduction</vt:lpstr>
      <vt:lpstr>What I’ve learned so far</vt:lpstr>
      <vt:lpstr>Python (to some extend)</vt:lpstr>
      <vt:lpstr>Machine Learning theory</vt:lpstr>
      <vt:lpstr>What I’m currently working on</vt:lpstr>
      <vt:lpstr>More python!</vt:lpstr>
      <vt:lpstr>What my project will be about</vt:lpstr>
      <vt:lpstr>It’s two fold:</vt:lpstr>
      <vt:lpstr>A rough outline for the project for the rest of this year</vt:lpstr>
      <vt:lpstr>Plan for the coming weeks</vt:lpstr>
      <vt:lpstr>Get smarter!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Elliott Taguchi Dickinson</dc:creator>
  <cp:lastModifiedBy>Elliott Taguchi Dickinson</cp:lastModifiedBy>
  <cp:revision>37</cp:revision>
  <dcterms:created xsi:type="dcterms:W3CDTF">2025-09-18T09:36:55Z</dcterms:created>
  <dcterms:modified xsi:type="dcterms:W3CDTF">2025-09-23T08:47:18Z</dcterms:modified>
</cp:coreProperties>
</file>