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116" d="100"/>
          <a:sy n="116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998E-4F6B-4F40-B288-DF14F52741E5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AF5ED-A4C1-9C45-A385-8E8232868E3C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0031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AF5ED-A4C1-9C45-A385-8E8232868E3C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3280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533B-D518-CE3D-F923-B37CB28C9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D213-FAF2-D7FC-1588-2A806B6C5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573D6-64A4-E9E7-623A-D3A01533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B4FFE-6E73-F25E-CAA7-3824BD9DA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33B8-7F80-CE26-2DD2-832A53CC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1889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F62A-EA1D-2B73-D5FA-D157C1A5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C3B8B-B704-4584-7814-F8258BF07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05CD-8FA3-A68D-1477-538293D5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29671-0A86-9CDE-2854-F38472AA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48586-57A6-90A1-800A-7AE8C4C88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477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8B66-9BA6-5AD1-4B3C-7965F80A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FDF71-4A3F-ACC5-5B94-F0D157761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5F434-D32B-8B2E-C251-C82ABBD4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A35F7-D4EB-2AE9-ACF7-FCEA817B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E6F2E-680E-108C-94E6-2CF0534B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1967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D0C3-80E1-E0A9-F496-5D8E0E7C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FA540-26D5-4231-CD60-705938C45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9C160-3793-ED8D-D1E3-C4C757004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DE794-85E9-FC6D-30A5-21041BC40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0EFA6-B01C-B4B3-1E46-46B82FB5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F51F3-5986-27C7-3E51-DAEF8A76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3934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97F5-7A23-ED66-3201-DE651F6F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8C8BC-19E6-821C-2427-F30C3EFC4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6B937-B5AC-08F0-F020-345CC4E56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333B8-3A9A-E313-C88B-CE835B166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EA55F-7209-F813-E585-2D36673D6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5D2B6-9443-DECA-FDB2-467898E99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A9D7E6-9D61-2B15-E11B-87476DE0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B296DF-0998-7668-7D01-2EE522C6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6366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2112-EBCF-EBCB-AE1F-476BBB20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E8C80-D193-8515-19E7-31C40380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ADFD6-6097-DFBD-364E-B7E549EB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4E5E2-4201-DCCD-1813-54D103B3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19508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5C578-8A10-8A9A-6957-D49C5A0C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9930A-DCFF-200C-A5A5-BAB6CD1B0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6185-2C82-0B79-82C5-1730DB3A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99739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2C4DB-B328-3DE6-D46D-AA90F62A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A4AAE-D30B-0DD8-014F-F79773FD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F015B-9460-EFA3-4BAF-2C7CEE819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46771-160B-13F0-CCCD-F6ED7C19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02D1E-D3D7-5DA3-4B55-9CB51874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C2EC3-7356-5C6E-7068-CCE5BA02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833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1B36-76C4-58AE-C609-A2F27FB1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1298D-77EF-2F34-744E-CC6C8649B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F50DA-BAA4-F1D1-17C6-65DA5AA6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41749-0E25-6F29-E453-910269E4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093FE-6E7B-D471-C0FD-0BA4BD0F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BF32D-CF79-1A42-2990-1DFB88EE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4846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DDC7-23D3-89F5-4D48-5602BB06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1F758-E83D-DC43-F870-C4890F6BF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406EA-720E-3DD0-6321-BCF085C6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58CF9-CAA2-587F-B30A-9852575F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231A8-6D9D-99F0-DCB0-D12EA7F3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6248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ADB2B-A735-A2C9-1E83-196EFE7F8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E9E90-A8B4-D46C-3473-E4CDFB2D9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5CE6C-B3DE-1649-D517-09F336E76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1855-BA1D-B304-E55D-4F894671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00435-3256-5990-F289-1FD4C412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9790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EE7AB-698A-EF77-86AC-3F6E0B03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DD7C8-2DA2-AB17-F5DD-664A2B8BD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B26F-7FDF-984C-08BA-5BBB6447FD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E743A-0599-C941-B0DB-AB010BD6DC30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79A9C-BBFF-F1DF-1FF6-360680763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513A3-68CE-2659-B02F-90B8E8890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60821-B85B-B34E-B2FD-70AD440DA8F0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59272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ED4FC-4031-5684-D2AB-430D811F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anchor="t">
            <a:normAutofit/>
          </a:bodyPr>
          <a:lstStyle/>
          <a:p>
            <a:r>
              <a:rPr lang="en-DK" sz="1800" dirty="0">
                <a:solidFill>
                  <a:srgbClr val="FFFFFF"/>
                </a:solidFill>
              </a:rPr>
              <a:t>Assessing AI Scoring Accuracy for De Novo Proteins</a:t>
            </a:r>
            <a:br>
              <a:rPr lang="en-DK" sz="1800" dirty="0">
                <a:solidFill>
                  <a:srgbClr val="FFFFFF"/>
                </a:solidFill>
              </a:rPr>
            </a:br>
            <a:br>
              <a:rPr lang="en-DK" sz="1800" dirty="0">
                <a:solidFill>
                  <a:srgbClr val="FFFFFF"/>
                </a:solidFill>
              </a:rPr>
            </a:br>
            <a:r>
              <a:rPr lang="en-DK" sz="1400" dirty="0">
                <a:solidFill>
                  <a:srgbClr val="FFFFFF"/>
                </a:solidFill>
              </a:rPr>
              <a:t>Elliott Taguchi Dickinson</a:t>
            </a:r>
            <a:br>
              <a:rPr lang="en-DK" sz="1600" dirty="0">
                <a:solidFill>
                  <a:srgbClr val="FFFFFF"/>
                </a:solidFill>
              </a:rPr>
            </a:br>
            <a:r>
              <a:rPr lang="en-DK" sz="1200" dirty="0">
                <a:solidFill>
                  <a:srgbClr val="FFFFFF"/>
                </a:solidFill>
              </a:rPr>
              <a:t>Master’s student</a:t>
            </a:r>
            <a:endParaRPr lang="en-DK" sz="2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6266-A866-9674-E604-CE5730C6B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8993" y="1412489"/>
            <a:ext cx="3252610" cy="4363844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15000"/>
              </a:lnSpc>
              <a:buFont typeface="Symbol" pitchFamily="2" charset="2"/>
              <a:buChar char=""/>
            </a:pP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 project analyses a curated dataset of 400 experimentally validated de novo proteins targeting EGFR (provided by a contest held by AdaptyvBio) across eight different AI models</a:t>
            </a:r>
            <a:endParaRPr lang="en-DK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</a:pPr>
            <a:r>
              <a:rPr lang="en-DK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Tries to benchmark these state-of-the-art AI structure prediction models for scoring de novo protein designs</a:t>
            </a: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</a:pPr>
            <a:r>
              <a:rPr lang="en-DK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Calculating and analyzing RMSD, binding interfaces and other relevant metrics between models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itchFamily="2" charset="2"/>
              <a:buChar char=""/>
            </a:pPr>
            <a:r>
              <a:rPr lang="en-DK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Evaluating AI-based pre-screening as a method to reduce experimental validation burden in protein design pipelines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9D5F2-C739-F83E-2AA5-F83BF12FE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2926080" cy="4363844"/>
          </a:xfrm>
        </p:spPr>
        <p:txBody>
          <a:bodyPr>
            <a:normAutofit lnSpcReduction="10000"/>
          </a:bodyPr>
          <a:lstStyle/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include installing, preparing and running the AI models, including but not exclusively: AlphaFold3, OpenFold3, Boltz-2 and more.</a:t>
            </a:r>
          </a:p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data normalisation</a:t>
            </a:r>
          </a:p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relevant metrics</a:t>
            </a:r>
          </a:p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what each metric represents, and pick which one’s tell us relevant things</a:t>
            </a:r>
            <a:endParaRPr lang="en-D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48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D208C-33A2-D31B-8FA6-1C0942172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BB2159-D92C-2A3B-865A-FAF921597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F906EA-ED2B-7317-F7EB-C231E1C0A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717A91-1CAC-7E9E-4AA2-2134FAB26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B650C-3C05-7A9B-09D6-F82124BD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anchor="t">
            <a:normAutofit/>
          </a:bodyPr>
          <a:lstStyle/>
          <a:p>
            <a:r>
              <a:rPr lang="en-DK" sz="1800" dirty="0">
                <a:solidFill>
                  <a:srgbClr val="FFFFFF"/>
                </a:solidFill>
              </a:rPr>
              <a:t>Assessing AI Scoring Accuracy for De Novo Proteins</a:t>
            </a:r>
            <a:br>
              <a:rPr lang="en-DK" sz="1800" dirty="0">
                <a:solidFill>
                  <a:srgbClr val="FFFFFF"/>
                </a:solidFill>
              </a:rPr>
            </a:br>
            <a:br>
              <a:rPr lang="en-DK" sz="1800" dirty="0">
                <a:solidFill>
                  <a:srgbClr val="FFFFFF"/>
                </a:solidFill>
              </a:rPr>
            </a:br>
            <a:r>
              <a:rPr lang="en-DK" sz="1400" dirty="0">
                <a:solidFill>
                  <a:srgbClr val="FFFFFF"/>
                </a:solidFill>
              </a:rPr>
              <a:t>Elliott Taguchi Dickinson</a:t>
            </a:r>
            <a:br>
              <a:rPr lang="en-DK" sz="1600" dirty="0">
                <a:solidFill>
                  <a:srgbClr val="FFFFFF"/>
                </a:solidFill>
              </a:rPr>
            </a:br>
            <a:r>
              <a:rPr lang="en-DK" sz="1200" dirty="0">
                <a:solidFill>
                  <a:srgbClr val="FFFFFF"/>
                </a:solidFill>
              </a:rPr>
              <a:t>Master’s student</a:t>
            </a:r>
            <a:endParaRPr lang="en-DK" sz="2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8A08-373D-F1C7-7F46-FDC4A8AD1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18060" y="1412489"/>
            <a:ext cx="3252610" cy="436384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15000"/>
              </a:lnSpc>
              <a:buFont typeface="Symbol" pitchFamily="2" charset="2"/>
              <a:buChar char=""/>
            </a:pP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what extent do commonly used in silico metrics (e.g., pLDDT, IPAE, RMSD, TM-score) correlate with experimentally validated binding affinity in de novo protein designs?</a:t>
            </a:r>
          </a:p>
          <a:p>
            <a:pPr marL="342900" indent="-342900">
              <a:lnSpc>
                <a:spcPct val="115000"/>
              </a:lnSpc>
              <a:buFont typeface="Symbol" pitchFamily="2" charset="2"/>
              <a:buChar char=""/>
            </a:pP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Which sequence and structural features in de novo protein designs are most predictive of successful binding, based on the EGFR dataset?</a:t>
            </a:r>
          </a:p>
          <a:p>
            <a:pPr marL="342900" indent="-342900">
              <a:lnSpc>
                <a:spcPct val="115000"/>
              </a:lnSpc>
              <a:buFont typeface="Symbol" pitchFamily="2" charset="2"/>
              <a:buChar char=""/>
            </a:pP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How do different generative models (e.g., RFdiffusion, BindCraft) differ in design quality and scoring reliability, and what implications does this have for QC?</a:t>
            </a:r>
          </a:p>
          <a:p>
            <a:pPr marL="342900" indent="-342900">
              <a:lnSpc>
                <a:spcPct val="115000"/>
              </a:lnSpc>
              <a:buFont typeface="Symbol" pitchFamily="2" charset="2"/>
              <a:buChar char=""/>
            </a:pP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 model-specific scoring outputs show consistent correlation with experimental binding success, and can these correlations inform QC strategies?</a:t>
            </a:r>
          </a:p>
          <a:p>
            <a:pPr marL="342900" indent="-342900">
              <a:lnSpc>
                <a:spcPct val="115000"/>
              </a:lnSpc>
              <a:buFont typeface="Symbol" pitchFamily="2" charset="2"/>
              <a:buChar char=""/>
            </a:pPr>
            <a:endParaRPr lang="en-DK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A green and blue molecule&#10;&#10;AI-generated content may be incorrect.">
            <a:extLst>
              <a:ext uri="{FF2B5EF4-FFF2-40B4-BE49-F238E27FC236}">
                <a16:creationId xmlns:a16="http://schemas.microsoft.com/office/drawing/2014/main" id="{BDE91578-5118-473F-15BC-5F803A5754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862704" y="1412489"/>
            <a:ext cx="4102646" cy="307364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E9E334-CC78-0D92-30F1-36171999F91F}"/>
              </a:ext>
            </a:extLst>
          </p:cNvPr>
          <p:cNvSpPr txBox="1"/>
          <p:nvPr/>
        </p:nvSpPr>
        <p:spPr>
          <a:xfrm>
            <a:off x="4426026" y="1043157"/>
            <a:ext cx="3450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What the project wants to adress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892E0D-CB25-15E5-CB26-61D89E437DB1}"/>
              </a:ext>
            </a:extLst>
          </p:cNvPr>
          <p:cNvSpPr txBox="1"/>
          <p:nvPr/>
        </p:nvSpPr>
        <p:spPr>
          <a:xfrm>
            <a:off x="8009263" y="4605051"/>
            <a:ext cx="3767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000" i="1" dirty="0"/>
              <a:t>AF3 prediction of a complex, the blue part being the EGFR receptor, and green part the de novo binder. Created with PyMOL</a:t>
            </a:r>
          </a:p>
        </p:txBody>
      </p:sp>
    </p:spTree>
    <p:extLst>
      <p:ext uri="{BB962C8B-B14F-4D97-AF65-F5344CB8AC3E}">
        <p14:creationId xmlns:p14="http://schemas.microsoft.com/office/powerpoint/2010/main" val="538290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291</Words>
  <Application>Microsoft Macintosh PowerPoint</Application>
  <PresentationFormat>Widescreen</PresentationFormat>
  <Paragraphs>17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Symbol</vt:lpstr>
      <vt:lpstr>Times New Roman</vt:lpstr>
      <vt:lpstr>Office Theme</vt:lpstr>
      <vt:lpstr>Assessing AI Scoring Accuracy for De Novo Proteins  Elliott Taguchi Dickinson Master’s student</vt:lpstr>
      <vt:lpstr>Assessing AI Scoring Accuracy for De Novo Proteins  Elliott Taguchi Dickinson Master’s student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Elliott Taguchi Dickinson</dc:creator>
  <cp:lastModifiedBy>Elliott Taguchi Dickinson</cp:lastModifiedBy>
  <cp:revision>10</cp:revision>
  <dcterms:created xsi:type="dcterms:W3CDTF">2026-02-24T11:04:48Z</dcterms:created>
  <dcterms:modified xsi:type="dcterms:W3CDTF">2026-02-24T15:13:09Z</dcterms:modified>
</cp:coreProperties>
</file>