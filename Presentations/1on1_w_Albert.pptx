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58" r:id="rId1"/>
  </p:sldMasterIdLst>
  <p:notesMasterIdLst>
    <p:notesMasterId r:id="rId16"/>
  </p:notesMasterIdLst>
  <p:handoutMasterIdLst>
    <p:handoutMasterId r:id="rId17"/>
  </p:handoutMasterIdLst>
  <p:sldIdLst>
    <p:sldId id="462" r:id="rId2"/>
    <p:sldId id="450" r:id="rId3"/>
    <p:sldId id="451" r:id="rId4"/>
    <p:sldId id="506" r:id="rId5"/>
    <p:sldId id="501" r:id="rId6"/>
    <p:sldId id="510" r:id="rId7"/>
    <p:sldId id="503" r:id="rId8"/>
    <p:sldId id="505" r:id="rId9"/>
    <p:sldId id="502" r:id="rId10"/>
    <p:sldId id="504" r:id="rId11"/>
    <p:sldId id="507" r:id="rId12"/>
    <p:sldId id="508" r:id="rId13"/>
    <p:sldId id="50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36">
          <p15:clr>
            <a:srgbClr val="A4A3A4"/>
          </p15:clr>
        </p15:guide>
        <p15:guide id="2" orient="horz" pos="39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73" autoAdjust="0"/>
    <p:restoredTop sz="85035" autoAdjust="0"/>
  </p:normalViewPr>
  <p:slideViewPr>
    <p:cSldViewPr snapToGrid="0" showGuides="1">
      <p:cViewPr varScale="1">
        <p:scale>
          <a:sx n="103" d="100"/>
          <a:sy n="103" d="100"/>
        </p:scale>
        <p:origin x="1304" y="176"/>
      </p:cViewPr>
      <p:guideLst>
        <p:guide orient="horz" pos="936"/>
        <p:guide orient="horz" pos="391"/>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78" d="100"/>
          <a:sy n="78" d="100"/>
        </p:scale>
        <p:origin x="395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8F9E11-F642-4BF2-B4DC-AF7D35EA7551}" type="datetimeFigureOut">
              <a:rPr lang="en-GB" smtClean="0"/>
              <a:t>08/01/2026</a:t>
            </a:fld>
            <a:endParaRPr lang="en-GB"/>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71A3-64EC-4735-8565-D99D78279674}" type="slidenum">
              <a:rPr lang="en-GB" smtClean="0"/>
              <a:t>‹#›</a:t>
            </a:fld>
            <a:endParaRPr lang="en-GB"/>
          </a:p>
        </p:txBody>
      </p:sp>
    </p:spTree>
    <p:extLst>
      <p:ext uri="{BB962C8B-B14F-4D97-AF65-F5344CB8AC3E}">
        <p14:creationId xmlns:p14="http://schemas.microsoft.com/office/powerpoint/2010/main" val="34692714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72A38B-F9FA-4036-A084-652409E98F08}" type="datetimeFigureOut">
              <a:rPr lang="en-GB" smtClean="0"/>
              <a:t>08/01/2026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436F85-577F-4A92-A47F-D540A2BCC821}" type="slidenum">
              <a:rPr lang="en-GB" smtClean="0"/>
              <a:t>‹#›</a:t>
            </a:fld>
            <a:endParaRPr lang="en-GB"/>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1</a:t>
            </a:fld>
            <a:endParaRPr lang="en-GB" dirty="0"/>
          </a:p>
        </p:txBody>
      </p:sp>
    </p:spTree>
    <p:extLst>
      <p:ext uri="{BB962C8B-B14F-4D97-AF65-F5344CB8AC3E}">
        <p14:creationId xmlns:p14="http://schemas.microsoft.com/office/powerpoint/2010/main" val="1331029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2</a:t>
            </a:fld>
            <a:endParaRPr lang="en-GB" dirty="0"/>
          </a:p>
        </p:txBody>
      </p:sp>
    </p:spTree>
    <p:extLst>
      <p:ext uri="{BB962C8B-B14F-4D97-AF65-F5344CB8AC3E}">
        <p14:creationId xmlns:p14="http://schemas.microsoft.com/office/powerpoint/2010/main" val="3140594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want to use the same MSA for OF as well so I don’t want to run a monomer run.</a:t>
            </a:r>
          </a:p>
        </p:txBody>
      </p:sp>
      <p:sp>
        <p:nvSpPr>
          <p:cNvPr id="4" name="Slide Number Placeholder 3"/>
          <p:cNvSpPr>
            <a:spLocks noGrp="1"/>
          </p:cNvSpPr>
          <p:nvPr>
            <p:ph type="sldNum" sz="quarter" idx="5"/>
          </p:nvPr>
        </p:nvSpPr>
        <p:spPr/>
        <p:txBody>
          <a:bodyPr/>
          <a:lstStyle/>
          <a:p>
            <a:fld id="{49436F85-577F-4A92-A47F-D540A2BCC821}" type="slidenum">
              <a:rPr lang="en-GB" smtClean="0"/>
              <a:t>3</a:t>
            </a:fld>
            <a:endParaRPr lang="en-GB" dirty="0"/>
          </a:p>
        </p:txBody>
      </p:sp>
    </p:spTree>
    <p:extLst>
      <p:ext uri="{BB962C8B-B14F-4D97-AF65-F5344CB8AC3E}">
        <p14:creationId xmlns:p14="http://schemas.microsoft.com/office/powerpoint/2010/main" val="2787925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87BA4-5E31-9ACA-30E8-7C4C56475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6D493-8EA7-A3E6-1257-5F581054D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942FB-6F75-7A27-FB6C-1AABDED1C01A}"/>
              </a:ext>
            </a:extLst>
          </p:cNvPr>
          <p:cNvSpPr>
            <a:spLocks noGrp="1"/>
          </p:cNvSpPr>
          <p:nvPr>
            <p:ph type="body" idx="1"/>
          </p:nvPr>
        </p:nvSpPr>
        <p:spPr/>
        <p:txBody>
          <a:bodyPr/>
          <a:lstStyle/>
          <a:p>
            <a:r>
              <a:rPr lang="en-GB" dirty="0"/>
              <a:t>Adjust </a:t>
            </a:r>
            <a:r>
              <a:rPr lang="en-GB" dirty="0" err="1"/>
              <a:t>timeplan</a:t>
            </a:r>
            <a:r>
              <a:rPr lang="en-GB" dirty="0"/>
              <a:t>: Feb-April focus on data analysis and at the same time try to start already in </a:t>
            </a:r>
            <a:r>
              <a:rPr lang="en-GB" dirty="0" err="1"/>
              <a:t>feb</a:t>
            </a:r>
            <a:r>
              <a:rPr lang="en-GB" dirty="0"/>
              <a:t> with writing my introduction. Describe background, what is known, what I look at and what is the challenges. What do I want to figure out with all this work. </a:t>
            </a:r>
          </a:p>
        </p:txBody>
      </p:sp>
      <p:sp>
        <p:nvSpPr>
          <p:cNvPr id="4" name="Slide Number Placeholder 3">
            <a:extLst>
              <a:ext uri="{FF2B5EF4-FFF2-40B4-BE49-F238E27FC236}">
                <a16:creationId xmlns:a16="http://schemas.microsoft.com/office/drawing/2014/main" id="{D8F82D63-C022-9AF1-9B43-15621A469F3D}"/>
              </a:ext>
            </a:extLst>
          </p:cNvPr>
          <p:cNvSpPr>
            <a:spLocks noGrp="1"/>
          </p:cNvSpPr>
          <p:nvPr>
            <p:ph type="sldNum" sz="quarter" idx="5"/>
          </p:nvPr>
        </p:nvSpPr>
        <p:spPr/>
        <p:txBody>
          <a:bodyPr/>
          <a:lstStyle/>
          <a:p>
            <a:fld id="{49436F85-577F-4A92-A47F-D540A2BCC821}" type="slidenum">
              <a:rPr lang="en-GB" smtClean="0"/>
              <a:t>4</a:t>
            </a:fld>
            <a:endParaRPr lang="en-GB" dirty="0"/>
          </a:p>
        </p:txBody>
      </p:sp>
    </p:spTree>
    <p:extLst>
      <p:ext uri="{BB962C8B-B14F-4D97-AF65-F5344CB8AC3E}">
        <p14:creationId xmlns:p14="http://schemas.microsoft.com/office/powerpoint/2010/main" val="19959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7A101-6940-E595-585D-7F5C52AEE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C6860-5278-91E9-3E55-7DA6135B5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4E995-32BF-B4B3-E66B-5B49D365E98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970B186-43CA-A010-BAF2-A23E499A0E00}"/>
              </a:ext>
            </a:extLst>
          </p:cNvPr>
          <p:cNvSpPr>
            <a:spLocks noGrp="1"/>
          </p:cNvSpPr>
          <p:nvPr>
            <p:ph type="sldNum" sz="quarter" idx="5"/>
          </p:nvPr>
        </p:nvSpPr>
        <p:spPr/>
        <p:txBody>
          <a:bodyPr/>
          <a:lstStyle/>
          <a:p>
            <a:fld id="{49436F85-577F-4A92-A47F-D540A2BCC821}" type="slidenum">
              <a:rPr lang="en-GB" smtClean="0"/>
              <a:t>5</a:t>
            </a:fld>
            <a:endParaRPr lang="en-GB" dirty="0"/>
          </a:p>
        </p:txBody>
      </p:sp>
    </p:spTree>
    <p:extLst>
      <p:ext uri="{BB962C8B-B14F-4D97-AF65-F5344CB8AC3E}">
        <p14:creationId xmlns:p14="http://schemas.microsoft.com/office/powerpoint/2010/main" val="2806732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AC13-F8B0-2283-BF00-E5DF993FE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43B61-D2CA-9D89-FB49-B9EA49C09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50455-9D6B-7C48-951D-53E43362060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49A8EA5-E4D4-3916-34F8-EDA9CA5F68E4}"/>
              </a:ext>
            </a:extLst>
          </p:cNvPr>
          <p:cNvSpPr>
            <a:spLocks noGrp="1"/>
          </p:cNvSpPr>
          <p:nvPr>
            <p:ph type="sldNum" sz="quarter" idx="5"/>
          </p:nvPr>
        </p:nvSpPr>
        <p:spPr/>
        <p:txBody>
          <a:bodyPr/>
          <a:lstStyle/>
          <a:p>
            <a:fld id="{49436F85-577F-4A92-A47F-D540A2BCC821}" type="slidenum">
              <a:rPr lang="en-GB" smtClean="0"/>
              <a:t>6</a:t>
            </a:fld>
            <a:endParaRPr lang="en-GB" dirty="0"/>
          </a:p>
        </p:txBody>
      </p:sp>
    </p:spTree>
    <p:extLst>
      <p:ext uri="{BB962C8B-B14F-4D97-AF65-F5344CB8AC3E}">
        <p14:creationId xmlns:p14="http://schemas.microsoft.com/office/powerpoint/2010/main" val="1691297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1CE4C-8013-E59E-B121-18B92D82B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A74CB-87F5-F56C-E41D-2B053BF55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CD8DE-F0E8-9E97-BD72-B866DA4622C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2AE3674-951A-9B47-9B82-3592B0DD447F}"/>
              </a:ext>
            </a:extLst>
          </p:cNvPr>
          <p:cNvSpPr>
            <a:spLocks noGrp="1"/>
          </p:cNvSpPr>
          <p:nvPr>
            <p:ph type="sldNum" sz="quarter" idx="5"/>
          </p:nvPr>
        </p:nvSpPr>
        <p:spPr/>
        <p:txBody>
          <a:bodyPr/>
          <a:lstStyle/>
          <a:p>
            <a:fld id="{49436F85-577F-4A92-A47F-D540A2BCC821}" type="slidenum">
              <a:rPr lang="en-GB" smtClean="0"/>
              <a:t>7</a:t>
            </a:fld>
            <a:endParaRPr lang="en-GB" dirty="0"/>
          </a:p>
        </p:txBody>
      </p:sp>
    </p:spTree>
    <p:extLst>
      <p:ext uri="{BB962C8B-B14F-4D97-AF65-F5344CB8AC3E}">
        <p14:creationId xmlns:p14="http://schemas.microsoft.com/office/powerpoint/2010/main" val="1043811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B3D74-EDC6-D74A-16E1-98CE686F5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620A0-101B-FD0D-4ACD-AB2A664AF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9BE51-D34E-54CC-59C4-2852E13EC93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88C7F62-5D48-143A-EB4B-A6544A1C712E}"/>
              </a:ext>
            </a:extLst>
          </p:cNvPr>
          <p:cNvSpPr>
            <a:spLocks noGrp="1"/>
          </p:cNvSpPr>
          <p:nvPr>
            <p:ph type="sldNum" sz="quarter" idx="5"/>
          </p:nvPr>
        </p:nvSpPr>
        <p:spPr/>
        <p:txBody>
          <a:bodyPr/>
          <a:lstStyle/>
          <a:p>
            <a:fld id="{49436F85-577F-4A92-A47F-D540A2BCC821}" type="slidenum">
              <a:rPr lang="en-GB" smtClean="0"/>
              <a:t>8</a:t>
            </a:fld>
            <a:endParaRPr lang="en-GB" dirty="0"/>
          </a:p>
        </p:txBody>
      </p:sp>
    </p:spTree>
    <p:extLst>
      <p:ext uri="{BB962C8B-B14F-4D97-AF65-F5344CB8AC3E}">
        <p14:creationId xmlns:p14="http://schemas.microsoft.com/office/powerpoint/2010/main" val="3875661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702C2-4511-47D7-7F59-48D621EAF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172304-756E-E65F-C74C-CD5715573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F7DC4-9DCF-4EA9-2B09-D13DDA93C1C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EB2D9D9-8DE9-AAED-D9AF-CE90045F201A}"/>
              </a:ext>
            </a:extLst>
          </p:cNvPr>
          <p:cNvSpPr>
            <a:spLocks noGrp="1"/>
          </p:cNvSpPr>
          <p:nvPr>
            <p:ph type="sldNum" sz="quarter" idx="5"/>
          </p:nvPr>
        </p:nvSpPr>
        <p:spPr/>
        <p:txBody>
          <a:bodyPr/>
          <a:lstStyle/>
          <a:p>
            <a:fld id="{49436F85-577F-4A92-A47F-D540A2BCC821}" type="slidenum">
              <a:rPr lang="en-GB" smtClean="0"/>
              <a:t>9</a:t>
            </a:fld>
            <a:endParaRPr lang="en-GB" dirty="0"/>
          </a:p>
        </p:txBody>
      </p:sp>
    </p:spTree>
    <p:extLst>
      <p:ext uri="{BB962C8B-B14F-4D97-AF65-F5344CB8AC3E}">
        <p14:creationId xmlns:p14="http://schemas.microsoft.com/office/powerpoint/2010/main" val="1059664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C6E39-F7ED-6EF2-2A39-04D169FD5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1D188-D709-A980-AA54-090D4E56D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CAF1D-8E36-7291-33D5-2C942A76D59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84F01E9-6BCD-8434-FA5C-F0E1CD70CD9F}"/>
              </a:ext>
            </a:extLst>
          </p:cNvPr>
          <p:cNvSpPr>
            <a:spLocks noGrp="1"/>
          </p:cNvSpPr>
          <p:nvPr>
            <p:ph type="sldNum" sz="quarter" idx="5"/>
          </p:nvPr>
        </p:nvSpPr>
        <p:spPr/>
        <p:txBody>
          <a:bodyPr/>
          <a:lstStyle/>
          <a:p>
            <a:fld id="{49436F85-577F-4A92-A47F-D540A2BCC821}" type="slidenum">
              <a:rPr lang="en-GB" smtClean="0"/>
              <a:t>10</a:t>
            </a:fld>
            <a:endParaRPr lang="en-GB" dirty="0"/>
          </a:p>
        </p:txBody>
      </p:sp>
    </p:spTree>
    <p:extLst>
      <p:ext uri="{BB962C8B-B14F-4D97-AF65-F5344CB8AC3E}">
        <p14:creationId xmlns:p14="http://schemas.microsoft.com/office/powerpoint/2010/main" val="3597289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E0AD1-E89B-E397-6E02-DFE57E7E9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4DBF8-D622-1B1B-0494-17EF62055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43367-E1CB-DD59-AB34-009241D0DE5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7FAA5EE-0528-4592-32BF-7532A66E0535}"/>
              </a:ext>
            </a:extLst>
          </p:cNvPr>
          <p:cNvSpPr>
            <a:spLocks noGrp="1"/>
          </p:cNvSpPr>
          <p:nvPr>
            <p:ph type="sldNum" sz="quarter" idx="5"/>
          </p:nvPr>
        </p:nvSpPr>
        <p:spPr/>
        <p:txBody>
          <a:bodyPr/>
          <a:lstStyle/>
          <a:p>
            <a:fld id="{49436F85-577F-4A92-A47F-D540A2BCC821}" type="slidenum">
              <a:rPr lang="en-GB" smtClean="0"/>
              <a:t>11</a:t>
            </a:fld>
            <a:endParaRPr lang="en-GB" dirty="0"/>
          </a:p>
        </p:txBody>
      </p:sp>
    </p:spTree>
    <p:extLst>
      <p:ext uri="{BB962C8B-B14F-4D97-AF65-F5344CB8AC3E}">
        <p14:creationId xmlns:p14="http://schemas.microsoft.com/office/powerpoint/2010/main" val="2961978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DD5AE-5EAE-2F06-EC79-6C04702C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F1DA5-ADC4-1C25-470D-588106827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E9500-36EA-B314-81A8-F3F1F20C5038}"/>
              </a:ext>
            </a:extLst>
          </p:cNvPr>
          <p:cNvSpPr>
            <a:spLocks noGrp="1"/>
          </p:cNvSpPr>
          <p:nvPr>
            <p:ph type="body" idx="1"/>
          </p:nvPr>
        </p:nvSpPr>
        <p:spPr/>
        <p:txBody>
          <a:bodyPr/>
          <a:lstStyle/>
          <a:p>
            <a:r>
              <a:rPr lang="en-GB" dirty="0"/>
              <a:t>Focus on the alignment between the methods, focus solely on the data analysis part of the outputs of the models. Don’t focus on AI filter but solely on the models and the outputs and what I can gather from them. Compare them. Maybe also run OF3 and AF2. </a:t>
            </a:r>
          </a:p>
          <a:p>
            <a:endParaRPr lang="en-GB" dirty="0"/>
          </a:p>
          <a:p>
            <a:r>
              <a:rPr lang="en-GB" dirty="0"/>
              <a:t>First focus on getting all the data, then do comparisons, meanwhile do the follow up.</a:t>
            </a:r>
          </a:p>
          <a:p>
            <a:endParaRPr lang="en-GB" dirty="0"/>
          </a:p>
          <a:p>
            <a:r>
              <a:rPr lang="en-GB" dirty="0"/>
              <a:t>Also install AF2 and OF3. </a:t>
            </a:r>
          </a:p>
          <a:p>
            <a:endParaRPr lang="en-GB" dirty="0"/>
          </a:p>
          <a:p>
            <a:r>
              <a:rPr lang="en-GB" dirty="0"/>
              <a:t>I need to do customisation for AF2, HF3, OF2 in terms of MSA, since I want to use the same MSA calculation for each model (the AF3 generated MSA). The AF MSA’s are a bit more extensive than the other models (they use </a:t>
            </a:r>
            <a:r>
              <a:rPr lang="en-GB" dirty="0" err="1"/>
              <a:t>ColabFold</a:t>
            </a:r>
            <a:r>
              <a:rPr lang="en-GB" dirty="0"/>
              <a:t>), also top of the line model (AF3 is). OF3, </a:t>
            </a:r>
            <a:r>
              <a:rPr lang="en-GB" dirty="0" err="1"/>
              <a:t>boltz</a:t>
            </a:r>
            <a:r>
              <a:rPr lang="en-GB" dirty="0"/>
              <a:t>, chai and </a:t>
            </a:r>
            <a:r>
              <a:rPr lang="en-GB" dirty="0" err="1"/>
              <a:t>protenix</a:t>
            </a:r>
            <a:r>
              <a:rPr lang="en-GB" dirty="0"/>
              <a:t> uses </a:t>
            </a:r>
            <a:r>
              <a:rPr lang="en-GB" dirty="0" err="1"/>
              <a:t>Mmseqs</a:t>
            </a:r>
            <a:r>
              <a:rPr lang="en-GB" dirty="0"/>
              <a:t> servers (</a:t>
            </a:r>
            <a:r>
              <a:rPr lang="en-GB" dirty="0" err="1"/>
              <a:t>colab</a:t>
            </a:r>
            <a:r>
              <a:rPr lang="en-GB" dirty="0"/>
              <a:t> fold). AF3 is a slightly simplified compared to AF2. </a:t>
            </a:r>
          </a:p>
          <a:p>
            <a:endParaRPr lang="en-GB" dirty="0"/>
          </a:p>
          <a:p>
            <a:endParaRPr lang="en-GB" dirty="0"/>
          </a:p>
          <a:p>
            <a:r>
              <a:rPr lang="en-GB" dirty="0"/>
              <a:t>First step is to extract all scores. (native scores from the models). How well does the metrics correlate. And how does the models correlate between each other in terms of end results (binders/non binders). RMSD </a:t>
            </a:r>
            <a:r>
              <a:rPr lang="en-GB" dirty="0" err="1"/>
              <a:t>fx</a:t>
            </a:r>
            <a:r>
              <a:rPr lang="en-GB" dirty="0"/>
              <a:t>. </a:t>
            </a:r>
          </a:p>
          <a:p>
            <a:endParaRPr lang="en-GB" dirty="0"/>
          </a:p>
          <a:p>
            <a:r>
              <a:rPr lang="en-GB" dirty="0"/>
              <a:t>Also super position AF3 conformation on top of Boltz-2 conformation – do they align in the space? Are the folds close to each other? Which residues are interacting?</a:t>
            </a:r>
            <a:br>
              <a:rPr lang="en-GB" dirty="0"/>
            </a:br>
            <a:r>
              <a:rPr lang="en-GB" dirty="0"/>
              <a:t>What do the scores represent? How are they calculated? What do they mean?</a:t>
            </a:r>
          </a:p>
          <a:p>
            <a:endParaRPr lang="en-GB" dirty="0"/>
          </a:p>
          <a:p>
            <a:pPr marL="171450" indent="-171450">
              <a:buFontTx/>
              <a:buChar char="-"/>
            </a:pPr>
            <a:r>
              <a:rPr lang="en-GB" dirty="0"/>
              <a:t>Post scoring, scores that you calculate afterwards based on the models you got (LIIS, energy-based scores RF).</a:t>
            </a:r>
          </a:p>
          <a:p>
            <a:pPr marL="171450" indent="-171450">
              <a:buFontTx/>
              <a:buChar char="-"/>
            </a:pPr>
            <a:endParaRPr lang="en-GB" dirty="0"/>
          </a:p>
          <a:p>
            <a:pPr marL="171450" indent="-171450">
              <a:buFontTx/>
              <a:buChar char="-"/>
            </a:pPr>
            <a:r>
              <a:rPr lang="en-GB" dirty="0"/>
              <a:t>Consensus scoring. DockM8 paper to read about it. </a:t>
            </a:r>
          </a:p>
          <a:p>
            <a:pPr marL="171450" indent="-171450">
              <a:buFontTx/>
              <a:buChar char="-"/>
            </a:pPr>
            <a:r>
              <a:rPr lang="en-GB" dirty="0"/>
              <a:t>Are the models complimentary.</a:t>
            </a:r>
          </a:p>
        </p:txBody>
      </p:sp>
      <p:sp>
        <p:nvSpPr>
          <p:cNvPr id="4" name="Slide Number Placeholder 3">
            <a:extLst>
              <a:ext uri="{FF2B5EF4-FFF2-40B4-BE49-F238E27FC236}">
                <a16:creationId xmlns:a16="http://schemas.microsoft.com/office/drawing/2014/main" id="{DD5FE20B-21B3-B54A-A9BD-E654EB62D3DB}"/>
              </a:ext>
            </a:extLst>
          </p:cNvPr>
          <p:cNvSpPr>
            <a:spLocks noGrp="1"/>
          </p:cNvSpPr>
          <p:nvPr>
            <p:ph type="sldNum" sz="quarter" idx="5"/>
          </p:nvPr>
        </p:nvSpPr>
        <p:spPr/>
        <p:txBody>
          <a:bodyPr/>
          <a:lstStyle/>
          <a:p>
            <a:fld id="{49436F85-577F-4A92-A47F-D540A2BCC821}" type="slidenum">
              <a:rPr lang="en-GB" smtClean="0"/>
              <a:t>12</a:t>
            </a:fld>
            <a:endParaRPr lang="en-GB" dirty="0"/>
          </a:p>
        </p:txBody>
      </p:sp>
    </p:spTree>
    <p:extLst>
      <p:ext uri="{BB962C8B-B14F-4D97-AF65-F5344CB8AC3E}">
        <p14:creationId xmlns:p14="http://schemas.microsoft.com/office/powerpoint/2010/main" val="1616600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DA15-3A86-1674-FF28-66D2A27E1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9668B-E99F-BD24-ADC0-544BDD8ED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4B59B-446E-A87B-2112-F23424E952C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3FB2207-ED05-04C2-62CB-E929C4B75E8A}"/>
              </a:ext>
            </a:extLst>
          </p:cNvPr>
          <p:cNvSpPr>
            <a:spLocks noGrp="1"/>
          </p:cNvSpPr>
          <p:nvPr>
            <p:ph type="sldNum" sz="quarter" idx="5"/>
          </p:nvPr>
        </p:nvSpPr>
        <p:spPr/>
        <p:txBody>
          <a:bodyPr/>
          <a:lstStyle/>
          <a:p>
            <a:fld id="{49436F85-577F-4A92-A47F-D540A2BCC821}" type="slidenum">
              <a:rPr lang="en-GB" smtClean="0"/>
              <a:t>13</a:t>
            </a:fld>
            <a:endParaRPr lang="en-GB" dirty="0"/>
          </a:p>
        </p:txBody>
      </p:sp>
    </p:spTree>
    <p:extLst>
      <p:ext uri="{BB962C8B-B14F-4D97-AF65-F5344CB8AC3E}">
        <p14:creationId xmlns:p14="http://schemas.microsoft.com/office/powerpoint/2010/main" val="4003714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14</a:t>
            </a:fld>
            <a:endParaRPr lang="en-GB" dirty="0"/>
          </a:p>
        </p:txBody>
      </p:sp>
    </p:spTree>
    <p:extLst>
      <p:ext uri="{BB962C8B-B14F-4D97-AF65-F5344CB8AC3E}">
        <p14:creationId xmlns:p14="http://schemas.microsoft.com/office/powerpoint/2010/main" val="2705961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hyperlink" Target="http://www.designguide.ku.dk/skabeloner/powerpoint/praesentationer/" TargetMode="External"/><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hyperlink" Target="https://designguide.ku.dk/skabeloner/powerpoint/praesentationer/" TargetMode="External"/><Relationship Id="rId4" Type="http://schemas.openxmlformats.org/officeDocument/2006/relationships/hyperlink" Target="https://image.ku.dk/shared/aZwD18034DnM3TYEw9XagEF6kxI6MLkV" TargetMode="External"/><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eal small">
    <p:spTree>
      <p:nvGrpSpPr>
        <p:cNvPr id="1" name=""/>
        <p:cNvGrpSpPr/>
        <p:nvPr/>
      </p:nvGrpSpPr>
      <p:grpSpPr>
        <a:xfrm>
          <a:off x="0" y="0"/>
          <a:ext cx="0" cy="0"/>
          <a:chOff x="0" y="0"/>
          <a:chExt cx="0" cy="0"/>
        </a:xfrm>
      </p:grpSpPr>
      <p:sp>
        <p:nvSpPr>
          <p:cNvPr id="11"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20" name="Titel 2">
            <a:extLst>
              <a:ext uri="{FF2B5EF4-FFF2-40B4-BE49-F238E27FC236}">
                <a16:creationId xmlns:a16="http://schemas.microsoft.com/office/drawing/2014/main" id="{916BA171-A8D6-BD97-B474-75F02EF18BA1}"/>
              </a:ext>
            </a:extLst>
          </p:cNvPr>
          <p:cNvSpPr>
            <a:spLocks noGrp="1"/>
          </p:cNvSpPr>
          <p:nvPr>
            <p:ph type="ctrTitle"/>
          </p:nvPr>
        </p:nvSpPr>
        <p:spPr>
          <a:xfrm>
            <a:off x="0" y="2271092"/>
            <a:ext cx="5959476" cy="3895200"/>
          </a:xfrm>
          <a:blipFill>
            <a:blip r:embed="rId3"/>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10" name="Titel 1"/>
          <p:cNvSpPr>
            <a:spLocks noGrp="1"/>
          </p:cNvSpPr>
          <p:nvPr>
            <p:ph type="body" sz="quarter" idx="14"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15"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br>
              <a:rPr lang="en-GB" dirty="0"/>
            </a:br>
            <a:endParaRPr lang="en-GB" dirty="0"/>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664F7F37-C978-4070-A8C9-9984E7C2ABE6}" type="datetime1">
              <a:rPr lang="en-GB" smtClean="0"/>
              <a:t>08/01/2026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69068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eal large">
    <p:spTree>
      <p:nvGrpSpPr>
        <p:cNvPr id="1" name=""/>
        <p:cNvGrpSpPr/>
        <p:nvPr/>
      </p:nvGrpSpPr>
      <p:grpSpPr>
        <a:xfrm>
          <a:off x="0" y="0"/>
          <a:ext cx="0" cy="0"/>
          <a:chOff x="0" y="0"/>
          <a:chExt cx="0" cy="0"/>
        </a:xfrm>
      </p:grpSpPr>
      <p:sp>
        <p:nvSpPr>
          <p:cNvPr id="8"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7"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11" name="Titel 2">
            <a:extLst>
              <a:ext uri="{FF2B5EF4-FFF2-40B4-BE49-F238E27FC236}">
                <a16:creationId xmlns:a16="http://schemas.microsoft.com/office/drawing/2014/main" id="{F3CC8A4E-DD42-3359-871D-736513372237}"/>
              </a:ext>
            </a:extLst>
          </p:cNvPr>
          <p:cNvSpPr>
            <a:spLocks noGrp="1"/>
          </p:cNvSpPr>
          <p:nvPr>
            <p:ph type="ctrTitle" hasCustomPrompt="1"/>
          </p:nvPr>
        </p:nvSpPr>
        <p:spPr>
          <a:xfrm>
            <a:off x="0" y="691815"/>
            <a:ext cx="5959476" cy="5474035"/>
          </a:xfrm>
          <a:blipFill>
            <a:blip r:embed="rId3"/>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4"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37" name="Undertitel 2"/>
          <p:cNvSpPr>
            <a:spLocks noGrp="1"/>
          </p:cNvSpPr>
          <p:nvPr>
            <p:ph type="subTitle" idx="1" hasCustomPrompt="1"/>
          </p:nvPr>
        </p:nvSpPr>
        <p:spPr>
          <a:xfrm>
            <a:off x="588964" y="3007285"/>
            <a:ext cx="4946648"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38"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41282B6A-0E05-4999-B083-B58431580830}" type="datetime1">
              <a:rPr lang="en-GB" smtClean="0"/>
              <a:t>08/01/2026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8179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image small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1" name="Titel 2">
            <a:extLst>
              <a:ext uri="{FF2B5EF4-FFF2-40B4-BE49-F238E27FC236}">
                <a16:creationId xmlns:a16="http://schemas.microsoft.com/office/drawing/2014/main" id="{A35AA5B6-111C-4735-AFC4-EBC2CB1BF4A3}"/>
              </a:ext>
            </a:extLst>
          </p:cNvPr>
          <p:cNvSpPr>
            <a:spLocks noGrp="1"/>
          </p:cNvSpPr>
          <p:nvPr>
            <p:ph type="ctrTitle"/>
          </p:nvPr>
        </p:nvSpPr>
        <p:spPr>
          <a:xfrm>
            <a:off x="6243638" y="2271092"/>
            <a:ext cx="5948362" cy="3895200"/>
          </a:xfrm>
          <a:blipFill>
            <a:blip r:embed="rId3"/>
            <a:stretch>
              <a:fillRect/>
            </a:stretch>
          </a:blipFill>
        </p:spPr>
        <p:txBody>
          <a:bodyPr lIns="360000" tIns="468000" rIns="540000" bIns="2448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10" name="Titel 1"/>
          <p:cNvSpPr>
            <a:spLocks noGrp="1"/>
          </p:cNvSpPr>
          <p:nvPr>
            <p:ph type="body" sz="quarter" idx="15" hasCustomPrompt="1"/>
          </p:nvPr>
        </p:nvSpPr>
        <p:spPr>
          <a:xfrm>
            <a:off x="6622258" y="2610941"/>
            <a:ext cx="4962920" cy="1109335"/>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9" name="Pladsholder til tekst 14"/>
          <p:cNvSpPr>
            <a:spLocks noGrp="1"/>
          </p:cNvSpPr>
          <p:nvPr>
            <p:ph type="body" sz="quarter" idx="13" hasCustomPrompt="1"/>
          </p:nvPr>
        </p:nvSpPr>
        <p:spPr>
          <a:xfrm>
            <a:off x="6622257" y="4053600"/>
            <a:ext cx="4979193" cy="899766"/>
          </a:xfrm>
        </p:spPr>
        <p:txBody>
          <a:bodyPr r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baseline="0"/>
            </a:lvl1pPr>
          </a:lstStyle>
          <a:p>
            <a:pPr lvl="0"/>
            <a:r>
              <a:rPr lang="en-GB" dirty="0"/>
              <a:t>Name of speaker, UCPH unit, place and date</a:t>
            </a:r>
          </a:p>
        </p:txBody>
      </p:sp>
      <p:sp>
        <p:nvSpPr>
          <p:cNvPr id="4" name="Pladsholder til dato 3"/>
          <p:cNvSpPr>
            <a:spLocks noGrp="1"/>
          </p:cNvSpPr>
          <p:nvPr>
            <p:ph type="dt" sz="half" idx="10"/>
          </p:nvPr>
        </p:nvSpPr>
        <p:spPr>
          <a:xfrm>
            <a:off x="0" y="6858000"/>
            <a:ext cx="0" cy="0"/>
          </a:xfrm>
        </p:spPr>
        <p:txBody>
          <a:bodyPr/>
          <a:lstStyle>
            <a:lvl1pPr>
              <a:defRPr sz="100">
                <a:noFill/>
              </a:defRPr>
            </a:lvl1pPr>
          </a:lstStyle>
          <a:p>
            <a:fld id="{3ECB2203-00D5-4F87-8F9D-D0B17AC42B67}" type="datetime1">
              <a:rPr lang="en-GB" smtClean="0"/>
              <a:t>08/01/2026</a:t>
            </a:fld>
            <a:endParaRPr lang="en-GB" dirty="0"/>
          </a:p>
        </p:txBody>
      </p:sp>
      <p:sp>
        <p:nvSpPr>
          <p:cNvPr id="5" name="Pladsholder til sidefod 4"/>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62967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image large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7" name="Titel 2">
            <a:extLst>
              <a:ext uri="{FF2B5EF4-FFF2-40B4-BE49-F238E27FC236}">
                <a16:creationId xmlns:a16="http://schemas.microsoft.com/office/drawing/2014/main" id="{5841F5BD-07B0-188F-6A65-1A9CB9107526}"/>
              </a:ext>
            </a:extLst>
          </p:cNvPr>
          <p:cNvSpPr>
            <a:spLocks noGrp="1"/>
          </p:cNvSpPr>
          <p:nvPr>
            <p:ph type="ctrTitle" hasCustomPrompt="1"/>
          </p:nvPr>
        </p:nvSpPr>
        <p:spPr>
          <a:xfrm>
            <a:off x="6243638" y="691815"/>
            <a:ext cx="5948362" cy="5474035"/>
          </a:xfrm>
          <a:blipFill>
            <a:blip r:embed="rId3"/>
            <a:stretch>
              <a:fillRect/>
            </a:stretch>
          </a:blipFill>
        </p:spPr>
        <p:txBody>
          <a:bodyPr lIns="360000" tIns="468000" rIns="540000" bIns="3384000" anchor="b" anchorCtr="0">
            <a:noAutofit/>
          </a:bodyPr>
          <a:lstStyle>
            <a:lvl1pPr algn="l">
              <a:lnSpc>
                <a:spcPts val="4000"/>
              </a:lnSpc>
              <a:defRPr sz="3600">
                <a:solidFill>
                  <a:schemeClr val="bg1"/>
                </a:solidFill>
              </a:defRPr>
            </a:lvl1pPr>
          </a:lstStyle>
          <a:p>
            <a:r>
              <a:rPr lang="en-GB" dirty="0"/>
              <a:t>master</a:t>
            </a:r>
          </a:p>
        </p:txBody>
      </p:sp>
      <p:sp>
        <p:nvSpPr>
          <p:cNvPr id="12" name="Pladsholder til tekst 14">
            <a:extLst>
              <a:ext uri="{FF2B5EF4-FFF2-40B4-BE49-F238E27FC236}">
                <a16:creationId xmlns:a16="http://schemas.microsoft.com/office/drawing/2014/main" id="{7AF680B5-5F7B-7C42-BF08-E9B604FEDFF4}"/>
              </a:ext>
            </a:extLst>
          </p:cNvPr>
          <p:cNvSpPr>
            <a:spLocks noGrp="1"/>
          </p:cNvSpPr>
          <p:nvPr>
            <p:ph type="body" sz="quarter" idx="13" hasCustomPrompt="1"/>
          </p:nvPr>
        </p:nvSpPr>
        <p:spPr>
          <a:xfrm>
            <a:off x="6622257" y="4053600"/>
            <a:ext cx="4979193" cy="899766"/>
          </a:xfrm>
        </p:spPr>
        <p:txBody>
          <a:bodyPr rIns="0">
            <a:noAutofit/>
          </a:bodyPr>
          <a:lstStyle>
            <a:lvl1pPr marL="0" indent="0">
              <a:spcBef>
                <a:spcPts val="0"/>
              </a:spcBef>
              <a:buNone/>
              <a:defRPr sz="1800" b="0" i="0" baseline="0"/>
            </a:lvl1pPr>
          </a:lstStyle>
          <a:p>
            <a:pPr lvl="0"/>
            <a:r>
              <a:rPr lang="en-GB" dirty="0"/>
              <a:t>Name of speaker, UCPH unit, place and date</a:t>
            </a:r>
          </a:p>
        </p:txBody>
      </p:sp>
      <p:sp>
        <p:nvSpPr>
          <p:cNvPr id="13" name="Undertitel 2">
            <a:extLst>
              <a:ext uri="{FF2B5EF4-FFF2-40B4-BE49-F238E27FC236}">
                <a16:creationId xmlns:a16="http://schemas.microsoft.com/office/drawing/2014/main" id="{E8639E81-1331-644F-9855-3A9C253754AE}"/>
              </a:ext>
            </a:extLst>
          </p:cNvPr>
          <p:cNvSpPr>
            <a:spLocks noGrp="1"/>
          </p:cNvSpPr>
          <p:nvPr>
            <p:ph type="subTitle" idx="1" hasCustomPrompt="1"/>
          </p:nvPr>
        </p:nvSpPr>
        <p:spPr>
          <a:xfrm>
            <a:off x="6622257" y="3007285"/>
            <a:ext cx="4979193" cy="726435"/>
          </a:xfrm>
        </p:spPr>
        <p:txBody>
          <a:bodyPr>
            <a:noAutofit/>
          </a:bodyPr>
          <a:lstStyle>
            <a:lvl1pPr marL="0" indent="0" algn="l">
              <a:lnSpc>
                <a:spcPct val="100000"/>
              </a:lnSpc>
              <a:buNone/>
              <a:defRPr sz="24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4" name="Titel 1">
            <a:extLst>
              <a:ext uri="{FF2B5EF4-FFF2-40B4-BE49-F238E27FC236}">
                <a16:creationId xmlns:a16="http://schemas.microsoft.com/office/drawing/2014/main" id="{B7A6A120-00EE-3144-9AB3-0695A4240B49}"/>
              </a:ext>
            </a:extLst>
          </p:cNvPr>
          <p:cNvSpPr>
            <a:spLocks noGrp="1"/>
          </p:cNvSpPr>
          <p:nvPr>
            <p:ph type="body" sz="quarter" idx="15" hasCustomPrompt="1"/>
          </p:nvPr>
        </p:nvSpPr>
        <p:spPr>
          <a:xfrm>
            <a:off x="6622257" y="1020200"/>
            <a:ext cx="4977606" cy="1345417"/>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10" name="Pladsholder til dato 3" hidden="1">
            <a:extLst>
              <a:ext uri="{FF2B5EF4-FFF2-40B4-BE49-F238E27FC236}">
                <a16:creationId xmlns:a16="http://schemas.microsoft.com/office/drawing/2014/main" id="{5D6F800E-E8DB-D1E9-A292-CDCB828E80AD}"/>
              </a:ext>
            </a:extLst>
          </p:cNvPr>
          <p:cNvSpPr>
            <a:spLocks noGrp="1"/>
          </p:cNvSpPr>
          <p:nvPr>
            <p:ph type="dt" sz="half" idx="10"/>
          </p:nvPr>
        </p:nvSpPr>
        <p:spPr>
          <a:xfrm>
            <a:off x="0" y="6858000"/>
            <a:ext cx="0" cy="0"/>
          </a:xfrm>
        </p:spPr>
        <p:txBody>
          <a:bodyPr/>
          <a:lstStyle>
            <a:lvl1pPr>
              <a:defRPr sz="100">
                <a:noFill/>
              </a:defRPr>
            </a:lvl1pPr>
          </a:lstStyle>
          <a:p>
            <a:fld id="{D700EDC7-A33F-4ACB-87EF-882B537199F0}" type="datetime1">
              <a:rPr lang="en-GB" smtClean="0"/>
              <a:t>08/01/2026</a:t>
            </a:fld>
            <a:endParaRPr lang="en-GB" dirty="0"/>
          </a:p>
        </p:txBody>
      </p:sp>
      <p:sp>
        <p:nvSpPr>
          <p:cNvPr id="15" name="Pladsholder til sidefod 4" hidden="1">
            <a:extLst>
              <a:ext uri="{FF2B5EF4-FFF2-40B4-BE49-F238E27FC236}">
                <a16:creationId xmlns:a16="http://schemas.microsoft.com/office/drawing/2014/main" id="{75F96715-1FD5-51ED-7CC1-42E30D0821E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6" name="Pladsholder til slidenummer 5" hidden="1">
            <a:extLst>
              <a:ext uri="{FF2B5EF4-FFF2-40B4-BE49-F238E27FC236}">
                <a16:creationId xmlns:a16="http://schemas.microsoft.com/office/drawing/2014/main" id="{FF7B57F8-B201-8F25-4597-86F1EE0AFA0C}"/>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709872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image small lef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defTabSz="914400" rtl="0" eaLnBrk="1" latinLnBrk="0" hangingPunct="1">
              <a:lnSpc>
                <a:spcPct val="100000"/>
              </a:lnSpc>
              <a:spcBef>
                <a:spcPts val="1000"/>
              </a:spcBef>
              <a:buFont typeface="Arial" panose="020B0604020202020204" pitchFamily="34" charset="0"/>
              <a:buNone/>
              <a:defRPr lang="da-DK" sz="2400" kern="1200" baseline="0" dirty="0">
                <a:solidFill>
                  <a:schemeClr val="bg1"/>
                </a:solidFill>
                <a:latin typeface="+mn-lt"/>
                <a:ea typeface="+mn-ea"/>
                <a:cs typeface="+mn-cs"/>
                <a:sym typeface="Wingdings" panose="05000000000000000000" pitchFamily="2" charset="2"/>
              </a:defRPr>
            </a:lvl1pPr>
          </a:lstStyle>
          <a:p>
            <a:r>
              <a:rPr lang="en-GB" dirty="0"/>
              <a:t> Click icon to insert image</a:t>
            </a:r>
          </a:p>
        </p:txBody>
      </p:sp>
      <p:sp>
        <p:nvSpPr>
          <p:cNvPr id="13" name="Titel 2">
            <a:extLst>
              <a:ext uri="{FF2B5EF4-FFF2-40B4-BE49-F238E27FC236}">
                <a16:creationId xmlns:a16="http://schemas.microsoft.com/office/drawing/2014/main" id="{A98E7E85-8DE3-687D-4837-DB9872BFCE68}"/>
              </a:ext>
            </a:extLst>
          </p:cNvPr>
          <p:cNvSpPr>
            <a:spLocks noGrp="1"/>
          </p:cNvSpPr>
          <p:nvPr>
            <p:ph type="ctrTitle"/>
          </p:nvPr>
        </p:nvSpPr>
        <p:spPr>
          <a:xfrm>
            <a:off x="0" y="2271092"/>
            <a:ext cx="5959476" cy="3895200"/>
          </a:xfrm>
          <a:blipFill>
            <a:blip r:embed="rId2"/>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9" name="Titel 1"/>
          <p:cNvSpPr>
            <a:spLocks noGrp="1"/>
          </p:cNvSpPr>
          <p:nvPr>
            <p:ph type="body" sz="quarter" idx="15"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26" name="Pladsholder til tekst 14"/>
          <p:cNvSpPr>
            <a:spLocks noGrp="1"/>
          </p:cNvSpPr>
          <p:nvPr>
            <p:ph type="body" sz="quarter" idx="13" hasCustomPrompt="1"/>
          </p:nvPr>
        </p:nvSpPr>
        <p:spPr>
          <a:xfrm>
            <a:off x="588963" y="4042705"/>
            <a:ext cx="4983162" cy="899766"/>
          </a:xfrm>
        </p:spPr>
        <p:txBody>
          <a:bodyPr rIns="0">
            <a:noAutofit/>
          </a:bodyPr>
          <a:lstStyle>
            <a:lvl1pPr marL="0" indent="0">
              <a:spcBef>
                <a:spcPts val="0"/>
              </a:spcBef>
              <a:buNone/>
              <a:defRPr sz="1800" baseline="0"/>
            </a:lvl1pPr>
          </a:lstStyle>
          <a:p>
            <a:pPr lvl="0"/>
            <a:r>
              <a:rPr lang="en-GB" dirty="0"/>
              <a:t>Name of speaker, UCPH unit, place and date</a:t>
            </a:r>
          </a:p>
        </p:txBody>
      </p:sp>
      <p:sp>
        <p:nvSpPr>
          <p:cNvPr id="10" name="Pladsholder til dato 3" hidden="1">
            <a:extLst>
              <a:ext uri="{FF2B5EF4-FFF2-40B4-BE49-F238E27FC236}">
                <a16:creationId xmlns:a16="http://schemas.microsoft.com/office/drawing/2014/main" id="{1570F19F-11E9-F8A1-DCD4-0B2BD4223DC2}"/>
              </a:ext>
            </a:extLst>
          </p:cNvPr>
          <p:cNvSpPr>
            <a:spLocks noGrp="1"/>
          </p:cNvSpPr>
          <p:nvPr>
            <p:ph type="dt" sz="half" idx="10"/>
          </p:nvPr>
        </p:nvSpPr>
        <p:spPr>
          <a:xfrm>
            <a:off x="0" y="6858000"/>
            <a:ext cx="0" cy="0"/>
          </a:xfrm>
        </p:spPr>
        <p:txBody>
          <a:bodyPr/>
          <a:lstStyle>
            <a:lvl1pPr>
              <a:defRPr sz="100">
                <a:noFill/>
              </a:defRPr>
            </a:lvl1pPr>
          </a:lstStyle>
          <a:p>
            <a:fld id="{6732F916-FBB8-40A8-BEA6-3A387B65F474}" type="datetime1">
              <a:rPr lang="en-GB" smtClean="0"/>
              <a:t>08/01/2026</a:t>
            </a:fld>
            <a:endParaRPr lang="en-GB" dirty="0"/>
          </a:p>
        </p:txBody>
      </p:sp>
      <p:sp>
        <p:nvSpPr>
          <p:cNvPr id="11" name="Pladsholder til sidefod 4" hidden="1">
            <a:extLst>
              <a:ext uri="{FF2B5EF4-FFF2-40B4-BE49-F238E27FC236}">
                <a16:creationId xmlns:a16="http://schemas.microsoft.com/office/drawing/2014/main" id="{B7D930ED-6F01-0E90-6740-D9E50AA5B83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2" name="Pladsholder til slidenummer 5" hidden="1">
            <a:extLst>
              <a:ext uri="{FF2B5EF4-FFF2-40B4-BE49-F238E27FC236}">
                <a16:creationId xmlns:a16="http://schemas.microsoft.com/office/drawing/2014/main" id="{ADD5A7A0-1930-6FDD-F270-B46368D36A8B}"/>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2967803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image large left">
    <p:spTree>
      <p:nvGrpSpPr>
        <p:cNvPr id="1" name=""/>
        <p:cNvGrpSpPr/>
        <p:nvPr/>
      </p:nvGrpSpPr>
      <p:grpSpPr>
        <a:xfrm>
          <a:off x="0" y="0"/>
          <a:ext cx="0" cy="0"/>
          <a:chOff x="0" y="0"/>
          <a:chExt cx="0" cy="0"/>
        </a:xfrm>
      </p:grpSpPr>
      <p:sp>
        <p:nvSpPr>
          <p:cNvPr id="1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a:buNone/>
              <a:defRPr sz="2400" baseline="0">
                <a:solidFill>
                  <a:schemeClr val="bg1"/>
                </a:solidFill>
                <a:sym typeface="Wingdings" panose="05000000000000000000" pitchFamily="2" charset="2"/>
              </a:defRPr>
            </a:lvl1pPr>
          </a:lstStyle>
          <a:p>
            <a:r>
              <a:rPr lang="en-GB" dirty="0"/>
              <a:t> Click icon to insert image</a:t>
            </a:r>
          </a:p>
        </p:txBody>
      </p:sp>
      <p:sp>
        <p:nvSpPr>
          <p:cNvPr id="16" name="Titel 2">
            <a:extLst>
              <a:ext uri="{FF2B5EF4-FFF2-40B4-BE49-F238E27FC236}">
                <a16:creationId xmlns:a16="http://schemas.microsoft.com/office/drawing/2014/main" id="{92A049D1-BE16-6369-9C11-6D9136DAE0D9}"/>
              </a:ext>
            </a:extLst>
          </p:cNvPr>
          <p:cNvSpPr>
            <a:spLocks noGrp="1"/>
          </p:cNvSpPr>
          <p:nvPr>
            <p:ph type="ctrTitle" hasCustomPrompt="1"/>
          </p:nvPr>
        </p:nvSpPr>
        <p:spPr>
          <a:xfrm>
            <a:off x="0" y="691815"/>
            <a:ext cx="5959476" cy="5474035"/>
          </a:xfrm>
          <a:blipFill>
            <a:blip r:embed="rId2"/>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5"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9" name="Undertitel 2"/>
          <p:cNvSpPr>
            <a:spLocks noGrp="1"/>
          </p:cNvSpPr>
          <p:nvPr>
            <p:ph type="subTitle" idx="1" hasCustomPrompt="1"/>
          </p:nvPr>
        </p:nvSpPr>
        <p:spPr>
          <a:xfrm>
            <a:off x="588962" y="3007285"/>
            <a:ext cx="4946649"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1" name="Pladsholder til tekst 14"/>
          <p:cNvSpPr>
            <a:spLocks noGrp="1"/>
          </p:cNvSpPr>
          <p:nvPr>
            <p:ph type="body" sz="quarter" idx="13" hasCustomPrompt="1"/>
          </p:nvPr>
        </p:nvSpPr>
        <p:spPr>
          <a:xfrm>
            <a:off x="588962" y="4053600"/>
            <a:ext cx="4946650"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13" name="Pladsholder til dato 3" hidden="1">
            <a:extLst>
              <a:ext uri="{FF2B5EF4-FFF2-40B4-BE49-F238E27FC236}">
                <a16:creationId xmlns:a16="http://schemas.microsoft.com/office/drawing/2014/main" id="{B280A661-856C-E622-1331-CDB60AB08622}"/>
              </a:ext>
            </a:extLst>
          </p:cNvPr>
          <p:cNvSpPr>
            <a:spLocks noGrp="1"/>
          </p:cNvSpPr>
          <p:nvPr>
            <p:ph type="dt" sz="half" idx="10"/>
          </p:nvPr>
        </p:nvSpPr>
        <p:spPr>
          <a:xfrm>
            <a:off x="0" y="6858000"/>
            <a:ext cx="0" cy="0"/>
          </a:xfrm>
        </p:spPr>
        <p:txBody>
          <a:bodyPr/>
          <a:lstStyle>
            <a:lvl1pPr>
              <a:defRPr sz="100">
                <a:noFill/>
              </a:defRPr>
            </a:lvl1pPr>
          </a:lstStyle>
          <a:p>
            <a:fld id="{6C2548D2-4180-4C59-97F2-D3D2E14098F1}" type="datetime1">
              <a:rPr lang="en-GB" smtClean="0"/>
              <a:t>08/01/2026</a:t>
            </a:fld>
            <a:endParaRPr lang="en-GB" dirty="0"/>
          </a:p>
        </p:txBody>
      </p:sp>
      <p:sp>
        <p:nvSpPr>
          <p:cNvPr id="14" name="Pladsholder til sidefod 4" hidden="1">
            <a:extLst>
              <a:ext uri="{FF2B5EF4-FFF2-40B4-BE49-F238E27FC236}">
                <a16:creationId xmlns:a16="http://schemas.microsoft.com/office/drawing/2014/main" id="{82F7776B-57AF-971B-A75B-223AFE263EAC}"/>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5" name="Pladsholder til slidenummer 5" hidden="1">
            <a:extLst>
              <a:ext uri="{FF2B5EF4-FFF2-40B4-BE49-F238E27FC236}">
                <a16:creationId xmlns:a16="http://schemas.microsoft.com/office/drawing/2014/main" id="{EFF41101-1901-1836-D8DB-6C08E169D0B8}"/>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382908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b="0" i="0" baseline="0"/>
            </a:lvl1pPr>
          </a:lstStyle>
          <a:p>
            <a:pPr lvl="0"/>
            <a:r>
              <a:rPr lang="en-GB" dirty="0"/>
              <a:t>Click to add title</a:t>
            </a:r>
          </a:p>
        </p:txBody>
      </p:sp>
      <p:sp>
        <p:nvSpPr>
          <p:cNvPr id="3" name="Pladsholder til indhold 2"/>
          <p:cNvSpPr>
            <a:spLocks noGrp="1"/>
          </p:cNvSpPr>
          <p:nvPr>
            <p:ph idx="1" hasCustomPrompt="1"/>
          </p:nvPr>
        </p:nvSpPr>
        <p:spPr>
          <a:xfrm>
            <a:off x="588963" y="1628775"/>
            <a:ext cx="11012488" cy="46736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4" name="Pladsholder til dato 3"/>
          <p:cNvSpPr>
            <a:spLocks noGrp="1"/>
          </p:cNvSpPr>
          <p:nvPr>
            <p:ph type="dt" sz="half" idx="10"/>
          </p:nvPr>
        </p:nvSpPr>
        <p:spPr/>
        <p:txBody>
          <a:bodyPr/>
          <a:lstStyle/>
          <a:p>
            <a:fld id="{544BA8A8-9DAA-499A-8FC3-E3166163C612}" type="datetime1">
              <a:rPr lang="en-GB" smtClean="0"/>
              <a:t>08/01/2026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79685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and two content 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865186"/>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b="0" i="0" baseline="0" dirty="0" smtClean="0"/>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endParaRPr lang="en-GB" dirty="0"/>
          </a:p>
        </p:txBody>
      </p:sp>
      <p:sp>
        <p:nvSpPr>
          <p:cNvPr id="4" name="Pladsholder til indhold 3"/>
          <p:cNvSpPr>
            <a:spLocks noGrp="1"/>
          </p:cNvSpPr>
          <p:nvPr>
            <p:ph sz="half" idx="2" hasCustomPrompt="1"/>
          </p:nvPr>
        </p:nvSpPr>
        <p:spPr>
          <a:xfrm>
            <a:off x="6246000" y="1628776"/>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lang="da-DK" dirty="0" smtClean="0"/>
            </a:lvl4pPr>
            <a:lvl5pPr>
              <a:defRPr lang="da-DK" dirty="0"/>
            </a:lvl5pPr>
            <a:lvl8pPr marL="719138" indent="0">
              <a:buNone/>
              <a:defRPr/>
            </a:lvl8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BAE4B30B-D853-4AE6-9B99-718FF91CCB22}"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754967976"/>
      </p:ext>
    </p:extLst>
  </p:cSld>
  <p:clrMapOvr>
    <a:masterClrMapping/>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6244651" y="1628775"/>
            <a:ext cx="5356800" cy="4672800"/>
          </a:xfrm>
          <a:solidFill>
            <a:schemeClr val="bg1">
              <a:lumMod val="75000"/>
            </a:schemeClr>
          </a:solidFill>
        </p:spPr>
        <p:txBody>
          <a:bodyPr lIns="360000" tIns="1080000" rIns="360000" anchor="ctr" anchorCtr="0"/>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782CEA36-139A-4E3F-B6A0-7BD657AD45E8}"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01778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588963" y="1628775"/>
            <a:ext cx="11012487" cy="4673600"/>
          </a:xfrm>
          <a:solidFill>
            <a:schemeClr val="bg1">
              <a:lumMod val="75000"/>
            </a:schemeClr>
          </a:solidFill>
        </p:spPr>
        <p:txBody>
          <a:bodyPr lIns="0" tIns="1080000" rIns="0" anchor="ctr" anchorCtr="0"/>
          <a:lstStyle>
            <a:lvl1pPr marL="0" indent="0" algn="ctr">
              <a:buNone/>
              <a:defRPr sz="2400" b="0" i="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4" y="620712"/>
            <a:ext cx="11012486" cy="865187"/>
          </a:xfrm>
        </p:spPr>
        <p:txBody>
          <a:bodyPr/>
          <a:lstStyle/>
          <a:p>
            <a:r>
              <a:rPr lang="en-GB" dirty="0"/>
              <a:t>Click to add title</a:t>
            </a:r>
          </a:p>
        </p:txBody>
      </p:sp>
      <p:sp>
        <p:nvSpPr>
          <p:cNvPr id="5" name="Pladsholder til dato 4"/>
          <p:cNvSpPr>
            <a:spLocks noGrp="1"/>
          </p:cNvSpPr>
          <p:nvPr>
            <p:ph type="dt" sz="half" idx="10"/>
          </p:nvPr>
        </p:nvSpPr>
        <p:spPr/>
        <p:txBody>
          <a:bodyPr/>
          <a:lstStyle/>
          <a:p>
            <a:fld id="{1337CCA8-EEC6-4184-AB5B-DDB10B05E1AF}"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1916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0" i="0" baseline="0"/>
            </a:lvl1pPr>
          </a:lstStyle>
          <a:p>
            <a:r>
              <a:rPr lang="en-GB" dirty="0"/>
              <a:t>Click to add title</a:t>
            </a:r>
          </a:p>
        </p:txBody>
      </p:sp>
      <p:sp>
        <p:nvSpPr>
          <p:cNvPr id="3" name="Pladsholder til dato 2"/>
          <p:cNvSpPr>
            <a:spLocks noGrp="1"/>
          </p:cNvSpPr>
          <p:nvPr>
            <p:ph type="dt" sz="half" idx="10"/>
          </p:nvPr>
        </p:nvSpPr>
        <p:spPr/>
        <p:txBody>
          <a:bodyPr/>
          <a:lstStyle/>
          <a:p>
            <a:fld id="{CA98901C-AD74-491C-9322-C106FC5C099A}" type="datetime1">
              <a:rPr lang="en-GB" smtClean="0"/>
              <a:t>08/01/2026</a:t>
            </a:fld>
            <a:endParaRPr lang="en-GB" dirty="0"/>
          </a:p>
        </p:txBody>
      </p:sp>
      <p:sp>
        <p:nvSpPr>
          <p:cNvPr id="4" name="Pladsholder til sidefod 3"/>
          <p:cNvSpPr>
            <a:spLocks noGrp="1"/>
          </p:cNvSpPr>
          <p:nvPr>
            <p:ph type="ftr" sz="quarter" idx="11"/>
          </p:nvPr>
        </p:nvSpPr>
        <p:spPr/>
        <p:txBody>
          <a:bodyPr/>
          <a:lstStyle/>
          <a:p>
            <a:endParaRPr lang="en-GB" dirty="0"/>
          </a:p>
        </p:txBody>
      </p:sp>
      <p:sp>
        <p:nvSpPr>
          <p:cNvPr id="5" name="Pladsholder til slidenummer 4"/>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76093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5B3D2672-5B44-4DB0-8EDF-4BB4CF579FAA}" type="datetime1">
              <a:rPr lang="en-GB" smtClean="0"/>
              <a:t>08/01/2026</a:t>
            </a:fld>
            <a:endParaRPr lang="en-GB" dirty="0"/>
          </a:p>
        </p:txBody>
      </p:sp>
      <p:sp>
        <p:nvSpPr>
          <p:cNvPr id="3" name="Pladsholder til sidefod 2"/>
          <p:cNvSpPr>
            <a:spLocks noGrp="1"/>
          </p:cNvSpPr>
          <p:nvPr>
            <p:ph type="ftr" sz="quarter" idx="11"/>
          </p:nvPr>
        </p:nvSpPr>
        <p:spPr/>
        <p:txBody>
          <a:bodyPr/>
          <a:lstStyle/>
          <a:p>
            <a:endParaRPr lang="en-GB" dirty="0"/>
          </a:p>
        </p:txBody>
      </p:sp>
      <p:sp>
        <p:nvSpPr>
          <p:cNvPr id="4" name="Pladsholder til slidenummer 3"/>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31545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Pladsholder til dato 3" hidden="1">
            <a:extLst>
              <a:ext uri="{FF2B5EF4-FFF2-40B4-BE49-F238E27FC236}">
                <a16:creationId xmlns:a16="http://schemas.microsoft.com/office/drawing/2014/main" id="{619D26E9-5B2E-9EAD-7ADF-91C2F6F527BC}"/>
              </a:ext>
            </a:extLst>
          </p:cNvPr>
          <p:cNvSpPr>
            <a:spLocks noGrp="1"/>
          </p:cNvSpPr>
          <p:nvPr>
            <p:ph type="dt" sz="half" idx="10"/>
          </p:nvPr>
        </p:nvSpPr>
        <p:spPr>
          <a:xfrm>
            <a:off x="0" y="6858000"/>
            <a:ext cx="0" cy="0"/>
          </a:xfrm>
        </p:spPr>
        <p:txBody>
          <a:bodyPr/>
          <a:lstStyle>
            <a:lvl1pPr>
              <a:defRPr sz="100">
                <a:noFill/>
              </a:defRPr>
            </a:lvl1pPr>
          </a:lstStyle>
          <a:p>
            <a:fld id="{E3466E77-7984-4F3B-92EF-834A85591B11}" type="datetime1">
              <a:rPr lang="en-GB" smtClean="0"/>
              <a:t>08/01/2026</a:t>
            </a:fld>
            <a:endParaRPr lang="en-GB" dirty="0"/>
          </a:p>
        </p:txBody>
      </p:sp>
      <p:sp>
        <p:nvSpPr>
          <p:cNvPr id="4" name="Pladsholder til sidefod 4" hidden="1">
            <a:extLst>
              <a:ext uri="{FF2B5EF4-FFF2-40B4-BE49-F238E27FC236}">
                <a16:creationId xmlns:a16="http://schemas.microsoft.com/office/drawing/2014/main" id="{8A951072-2ED2-FF27-14A1-979FCDF1E51B}"/>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5" name="Pladsholder til slidenummer 5" hidden="1">
            <a:extLst>
              <a:ext uri="{FF2B5EF4-FFF2-40B4-BE49-F238E27FC236}">
                <a16:creationId xmlns:a16="http://schemas.microsoft.com/office/drawing/2014/main" id="{E8D58753-B44C-E044-E735-982626059E24}"/>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67575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wo bullet list">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1008062"/>
          </a:xfrm>
        </p:spPr>
        <p:txBody>
          <a:bodyPr tIns="154800"/>
          <a:lstStyle>
            <a:lvl1pPr>
              <a:defRPr sz="6600" b="1" i="0" cap="all" baseline="0">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88964" y="2239315"/>
            <a:ext cx="5356800" cy="4063060"/>
          </a:xfrm>
        </p:spPr>
        <p:txBody>
          <a:bodyPr vert="horz" lIns="0" tIns="0" rIns="0" bIns="0" rtlCol="0">
            <a:noAutofit/>
          </a:bodyPr>
          <a:lstStyle>
            <a:lvl1pPr marL="363600" marR="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lang="da-DK"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lnSpc>
                <a:spcPct val="90000"/>
              </a:lnSpc>
              <a:buFont typeface="Arial" panose="020B0604020202020204" pitchFamily="34" charset="0"/>
              <a:buChar char="•"/>
              <a:defRPr lang="da-DK" b="0" i="0" baseline="0" dirty="0" smtClean="0">
                <a:solidFill>
                  <a:schemeClr val="tx1"/>
                </a:solidFill>
              </a:defRPr>
            </a:lvl4pPr>
            <a:lvl5pPr marL="1072800" indent="-352800">
              <a:lnSpc>
                <a:spcPct val="90000"/>
              </a:lnSpc>
              <a:defRPr>
                <a:solidFill>
                  <a:schemeClr val="tx1"/>
                </a:solidFill>
              </a:defRPr>
            </a:lvl5pPr>
            <a:lvl6pPr marL="1072800" indent="-352800">
              <a:lnSpc>
                <a:spcPct val="90000"/>
              </a:lnSpc>
              <a:defRPr>
                <a:solidFill>
                  <a:schemeClr val="tx1"/>
                </a:solidFill>
              </a:defRPr>
            </a:lvl6pPr>
            <a:lvl7pPr marL="1072800" indent="-352800">
              <a:lnSpc>
                <a:spcPct val="90000"/>
              </a:lnSpc>
              <a:defRPr>
                <a:solidFill>
                  <a:schemeClr val="tx1"/>
                </a:solidFill>
              </a:defRPr>
            </a:lvl7pPr>
            <a:lvl8pPr marL="1072800" indent="-352800">
              <a:lnSpc>
                <a:spcPct val="90000"/>
              </a:lnSpc>
              <a:defRPr>
                <a:solidFill>
                  <a:schemeClr val="tx1"/>
                </a:solidFill>
              </a:defRPr>
            </a:lvl8pPr>
            <a:lvl9pPr marL="1072800" indent="-352800">
              <a:lnSpc>
                <a:spcPct val="90000"/>
              </a:lnSpc>
              <a:defRPr>
                <a:solidFill>
                  <a:schemeClr val="tx1"/>
                </a:solidFill>
              </a:defRPr>
            </a:lvl9pPr>
          </a:lstStyle>
          <a:p>
            <a:pPr marL="363600" marR="0" lvl="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4" name="Pladsholder til indhold 3">
            <a:extLst>
              <a:ext uri="{FF2B5EF4-FFF2-40B4-BE49-F238E27FC236}">
                <a16:creationId xmlns:a16="http://schemas.microsoft.com/office/drawing/2014/main" id="{D13A21B6-F7F5-D15B-402D-6C21868F8788}"/>
              </a:ext>
            </a:extLst>
          </p:cNvPr>
          <p:cNvSpPr>
            <a:spLocks noGrp="1"/>
          </p:cNvSpPr>
          <p:nvPr>
            <p:ph sz="half" idx="2" hasCustomPrompt="1"/>
          </p:nvPr>
        </p:nvSpPr>
        <p:spPr>
          <a:xfrm>
            <a:off x="6246000" y="2239315"/>
            <a:ext cx="5356800" cy="4063061"/>
          </a:xfrm>
        </p:spPr>
        <p:txBody>
          <a:bodyPr vert="horz" lIns="0" tIns="0" rIns="0" bIns="0" rtlCol="0">
            <a:noAutofit/>
          </a:bodyPr>
          <a:lstStyle>
            <a:lvl1pPr>
              <a:defRPr lang="da-DK" b="0" i="0" baseline="0" dirty="0" smtClean="0"/>
            </a:lvl1pPr>
            <a:lvl2pPr>
              <a:defRPr lang="da-DK" b="0" i="0" baseline="0" dirty="0" smtClean="0"/>
            </a:lvl2pPr>
            <a:lvl3pPr marL="1072800" indent="-352800">
              <a:lnSpc>
                <a:spcPct val="90000"/>
              </a:lnSpc>
              <a:defRPr lang="da-DK" b="0" i="0" baseline="0" dirty="0" smtClean="0"/>
            </a:lvl3pPr>
            <a:lvl4pPr marL="1072800" indent="-352800">
              <a:lnSpc>
                <a:spcPct val="90000"/>
              </a:lnSpc>
              <a:buFont typeface="Arial" panose="020B0604020202020204" pitchFamily="34" charset="0"/>
              <a:buChar char="•"/>
              <a:defRPr lang="da-DK" dirty="0" smtClean="0"/>
            </a:lvl4pPr>
            <a:lvl5pPr marL="1072800" indent="-352800">
              <a:lnSpc>
                <a:spcPct val="90000"/>
              </a:lnSpc>
              <a:defRPr lang="da-DK" dirty="0"/>
            </a:lvl5pPr>
            <a:lvl6pPr marL="1072800" indent="-352800">
              <a:lnSpc>
                <a:spcPct val="90000"/>
              </a:lnSpc>
              <a:defRPr/>
            </a:lvl6pPr>
            <a:lvl7pPr marL="1072800" indent="-352800">
              <a:lnSpc>
                <a:spcPct val="90000"/>
              </a:lnSpc>
              <a:defRPr/>
            </a:lvl7pPr>
            <a:lvl8pPr marL="1072800" indent="-352800">
              <a:lnSpc>
                <a:spcPct val="90000"/>
              </a:lnSpc>
              <a:buFont typeface="Arial" panose="020B0604020202020204" pitchFamily="34" charset="0"/>
              <a:buChar char="•"/>
              <a:defRPr/>
            </a:lvl8pPr>
            <a:lvl9pPr marL="1072800" indent="-352800">
              <a:lnSpc>
                <a:spcPct val="90000"/>
              </a:lnSpc>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5" name="Pladsholder til dato 4"/>
          <p:cNvSpPr>
            <a:spLocks noGrp="1"/>
          </p:cNvSpPr>
          <p:nvPr>
            <p:ph type="dt" sz="half" idx="10"/>
          </p:nvPr>
        </p:nvSpPr>
        <p:spPr/>
        <p:txBody>
          <a:bodyPr/>
          <a:lstStyle/>
          <a:p>
            <a:fld id="{2FC8E691-BE0D-4934-9C30-12FC42105A2C}"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TextBox 1">
            <a:extLst>
              <a:ext uri="{FF2B5EF4-FFF2-40B4-BE49-F238E27FC236}">
                <a16:creationId xmlns:a16="http://schemas.microsoft.com/office/drawing/2014/main" id="{C25972C5-CAD7-9DDE-E435-195811719418}"/>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4263816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guide id="3" orient="horz" pos="1410" userDrawn="1">
          <p15:clr>
            <a:srgbClr val="F26B43"/>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one bullet list">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sz="3200" b="1" i="0" baseline="0">
                <a:solidFill>
                  <a:schemeClr val="tx1"/>
                </a:solidFill>
              </a:defRPr>
            </a:lvl1pPr>
          </a:lstStyle>
          <a:p>
            <a:pPr lvl="0"/>
            <a:r>
              <a:rPr lang="en-GB" dirty="0"/>
              <a:t>Click to add title</a:t>
            </a:r>
          </a:p>
        </p:txBody>
      </p:sp>
      <p:sp>
        <p:nvSpPr>
          <p:cNvPr id="3" name="Pladsholder til indhold 3"/>
          <p:cNvSpPr>
            <a:spLocks noGrp="1"/>
          </p:cNvSpPr>
          <p:nvPr>
            <p:ph idx="1" hasCustomPrompt="1"/>
          </p:nvPr>
        </p:nvSpPr>
        <p:spPr>
          <a:xfrm>
            <a:off x="588963" y="1628775"/>
            <a:ext cx="11012488" cy="4673600"/>
          </a:xfrm>
        </p:spPr>
        <p:txBody>
          <a:bodyPr vert="horz" lIns="0" tIns="0" rIns="0" bIns="0" rtlCol="0">
            <a:noAutofit/>
          </a:bodyPr>
          <a:lstStyle>
            <a:lvl1pPr marL="342900" indent="-342900">
              <a:buFont typeface="Arial" panose="020B0604020202020204" pitchFamily="34" charset="0"/>
              <a:buChar char="•"/>
              <a:defRPr lang="da-DK" sz="3200"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buFont typeface="Arial" panose="020B0604020202020204" pitchFamily="34" charset="0"/>
              <a:buChar char="•"/>
              <a:defRPr/>
            </a:lvl4pPr>
          </a:lstStyle>
          <a:p>
            <a:pPr lvl="0"/>
            <a:r>
              <a:rPr lang="en-GB" dirty="0"/>
              <a:t>Click to add text</a:t>
            </a:r>
          </a:p>
        </p:txBody>
      </p:sp>
      <p:sp>
        <p:nvSpPr>
          <p:cNvPr id="4" name="Pladsholder til dato 3"/>
          <p:cNvSpPr>
            <a:spLocks noGrp="1"/>
          </p:cNvSpPr>
          <p:nvPr>
            <p:ph type="dt" sz="half" idx="10"/>
          </p:nvPr>
        </p:nvSpPr>
        <p:spPr/>
        <p:txBody>
          <a:bodyPr/>
          <a:lstStyle/>
          <a:p>
            <a:fld id="{833ABE37-F289-4BB8-B1E0-101EB4AC95E3}" type="datetime1">
              <a:rPr lang="en-GB" smtClean="0"/>
              <a:t>08/01/2026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4117488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0" name="Tekstfelt 8">
            <a:extLst>
              <a:ext uri="{FF2B5EF4-FFF2-40B4-BE49-F238E27FC236}">
                <a16:creationId xmlns:a16="http://schemas.microsoft.com/office/drawing/2014/main" id="{3E866D85-79EE-184D-80E1-3ED545621736}"/>
              </a:ext>
            </a:extLst>
          </p:cNvPr>
          <p:cNvSpPr txBox="1"/>
          <p:nvPr userDrawn="1"/>
        </p:nvSpPr>
        <p:spPr>
          <a:xfrm>
            <a:off x="421280" y="612884"/>
            <a:ext cx="1167618" cy="871429"/>
          </a:xfrm>
          <a:prstGeom prst="rect">
            <a:avLst/>
          </a:prstGeom>
          <a:noFill/>
        </p:spPr>
        <p:txBody>
          <a:bodyPr wrap="square" rtlCol="0">
            <a:noAutofit/>
          </a:bodyPr>
          <a:lstStyle/>
          <a:p>
            <a:r>
              <a:rPr lang="en-GB" sz="15000" b="1" dirty="0">
                <a:solidFill>
                  <a:schemeClr val="tx1"/>
                </a:solidFill>
              </a:rPr>
              <a:t>”</a:t>
            </a:r>
          </a:p>
        </p:txBody>
      </p:sp>
      <p:sp>
        <p:nvSpPr>
          <p:cNvPr id="11" name="Pladsholder til tekst 9">
            <a:extLst>
              <a:ext uri="{FF2B5EF4-FFF2-40B4-BE49-F238E27FC236}">
                <a16:creationId xmlns:a16="http://schemas.microsoft.com/office/drawing/2014/main" id="{1B53F7DA-513D-4E4A-A901-E83A56F29ACB}"/>
              </a:ext>
            </a:extLst>
          </p:cNvPr>
          <p:cNvSpPr>
            <a:spLocks noGrp="1"/>
          </p:cNvSpPr>
          <p:nvPr>
            <p:ph type="body" sz="quarter" idx="15" hasCustomPrompt="1"/>
          </p:nvPr>
        </p:nvSpPr>
        <p:spPr>
          <a:xfrm>
            <a:off x="588963" y="1628775"/>
            <a:ext cx="11012487" cy="4114799"/>
          </a:xfrm>
          <a:noFill/>
        </p:spPr>
        <p:txBody>
          <a:bodyPr lIns="0" tIns="0" rIns="0" bIns="0" anchor="t" anchorCtr="0"/>
          <a:lstStyle>
            <a:lvl1pPr marL="0" indent="0" algn="l" defTabSz="914400" rtl="0" eaLnBrk="1" latinLnBrk="0" hangingPunct="1">
              <a:lnSpc>
                <a:spcPct val="90000"/>
              </a:lnSpc>
              <a:buFont typeface="Arial" panose="020B0604020202020204" pitchFamily="34" charset="0"/>
              <a:buNone/>
              <a:defRPr lang="da-DK" sz="4800" b="0" kern="1200" cap="none" baseline="0" dirty="0" smtClean="0">
                <a:solidFill>
                  <a:schemeClr val="tx1"/>
                </a:solidFill>
                <a:latin typeface="+mn-lt"/>
                <a:ea typeface="+mn-ea"/>
                <a:cs typeface="+mn-cs"/>
              </a:defRPr>
            </a:lvl1pPr>
            <a:lvl2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2pPr>
            <a:lvl3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3pPr>
            <a:lvl4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4pPr>
            <a:lvl5pPr marL="0" indent="0" algn="l" defTabSz="914400" rtl="0" eaLnBrk="1" latinLnBrk="0" hangingPunct="1">
              <a:lnSpc>
                <a:spcPct val="90000"/>
              </a:lnSpc>
              <a:buFont typeface="Arial" panose="020B0604020202020204" pitchFamily="34" charset="0"/>
              <a:buNone/>
              <a:defRPr lang="da-DK" sz="4800" b="1" kern="1200" cap="all" baseline="0" dirty="0">
                <a:solidFill>
                  <a:schemeClr val="bg1"/>
                </a:solidFill>
                <a:latin typeface="+mn-lt"/>
                <a:ea typeface="+mn-ea"/>
                <a:cs typeface="+mn-cs"/>
              </a:defRPr>
            </a:lvl5pPr>
          </a:lstStyle>
          <a:p>
            <a:pPr lvl="0"/>
            <a:r>
              <a:rPr lang="en-GB" dirty="0"/>
              <a:t>Click to add text</a:t>
            </a:r>
          </a:p>
        </p:txBody>
      </p:sp>
      <p:sp>
        <p:nvSpPr>
          <p:cNvPr id="12" name="Pladsholder til tekst 14">
            <a:extLst>
              <a:ext uri="{FF2B5EF4-FFF2-40B4-BE49-F238E27FC236}">
                <a16:creationId xmlns:a16="http://schemas.microsoft.com/office/drawing/2014/main" id="{E095D626-8544-1B49-AD85-894AF4011815}"/>
              </a:ext>
            </a:extLst>
          </p:cNvPr>
          <p:cNvSpPr>
            <a:spLocks noGrp="1"/>
          </p:cNvSpPr>
          <p:nvPr>
            <p:ph type="body" sz="quarter" idx="13" hasCustomPrompt="1"/>
          </p:nvPr>
        </p:nvSpPr>
        <p:spPr>
          <a:xfrm>
            <a:off x="590400" y="5934971"/>
            <a:ext cx="11012400" cy="367404"/>
          </a:xfrm>
        </p:spPr>
        <p:txBody>
          <a:bodyPr anchor="b" anchorCtr="0">
            <a:noAutofit/>
          </a:bodyPr>
          <a:lstStyle>
            <a:lvl1pPr marL="0" indent="0">
              <a:spcBef>
                <a:spcPts val="500"/>
              </a:spcBef>
              <a:buNone/>
              <a:defRPr sz="2400" b="0" baseline="0">
                <a:solidFill>
                  <a:schemeClr val="tx1"/>
                </a:solidFill>
              </a:defRPr>
            </a:lvl1pPr>
          </a:lstStyle>
          <a:p>
            <a:pPr lvl="0"/>
            <a:r>
              <a:rPr lang="en-GB" dirty="0"/>
              <a:t>Name, source</a:t>
            </a:r>
          </a:p>
        </p:txBody>
      </p:sp>
      <p:sp>
        <p:nvSpPr>
          <p:cNvPr id="4" name="Pladsholder til dato 3"/>
          <p:cNvSpPr>
            <a:spLocks noGrp="1"/>
          </p:cNvSpPr>
          <p:nvPr>
            <p:ph type="dt" sz="half" idx="10"/>
          </p:nvPr>
        </p:nvSpPr>
        <p:spPr/>
        <p:txBody>
          <a:bodyPr/>
          <a:lstStyle/>
          <a:p>
            <a:fld id="{B5674BC4-6516-49EF-A62A-EB81A07AF391}" type="datetime1">
              <a:rPr lang="en-GB" smtClean="0"/>
              <a:t>08/01/2026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80986843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ing">
    <p:bg>
      <p:bgPr>
        <a:solidFill>
          <a:schemeClr val="accent4"/>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606056-13C4-B341-9D8B-68EA38303651}"/>
              </a:ext>
            </a:extLst>
          </p:cNvPr>
          <p:cNvSpPr>
            <a:spLocks noGrp="1"/>
          </p:cNvSpPr>
          <p:nvPr>
            <p:ph type="body" sz="quarter" idx="13" hasCustomPrompt="1"/>
          </p:nvPr>
        </p:nvSpPr>
        <p:spPr>
          <a:xfrm>
            <a:off x="0" y="2527812"/>
            <a:ext cx="12192000" cy="955506"/>
          </a:xfrm>
          <a:noFill/>
        </p:spPr>
        <p:txBody>
          <a:bodyPr anchor="b" anchorCtr="0"/>
          <a:lstStyle>
            <a:lvl1pPr marL="0" indent="0" algn="ctr">
              <a:buFontTx/>
              <a:buNone/>
              <a:defRPr sz="6600" b="1" baseline="0">
                <a:solidFill>
                  <a:schemeClr val="tx1"/>
                </a:solidFill>
              </a:defRPr>
            </a:lvl1pPr>
          </a:lstStyle>
          <a:p>
            <a:pPr lvl="0"/>
            <a:r>
              <a:rPr lang="en-GB" dirty="0"/>
              <a:t>Click to add text</a:t>
            </a:r>
          </a:p>
        </p:txBody>
      </p:sp>
      <p:sp>
        <p:nvSpPr>
          <p:cNvPr id="10" name="Text Placeholder 4">
            <a:extLst>
              <a:ext uri="{FF2B5EF4-FFF2-40B4-BE49-F238E27FC236}">
                <a16:creationId xmlns:a16="http://schemas.microsoft.com/office/drawing/2014/main" id="{9FA67884-B97F-CB46-AABC-75F5273BB984}"/>
              </a:ext>
            </a:extLst>
          </p:cNvPr>
          <p:cNvSpPr>
            <a:spLocks noGrp="1"/>
          </p:cNvSpPr>
          <p:nvPr>
            <p:ph type="body" sz="quarter" idx="15" hasCustomPrompt="1"/>
          </p:nvPr>
        </p:nvSpPr>
        <p:spPr>
          <a:xfrm>
            <a:off x="0" y="3559852"/>
            <a:ext cx="12192000" cy="955506"/>
          </a:xfrm>
          <a:noFill/>
        </p:spPr>
        <p:txBody>
          <a:bodyPr/>
          <a:lstStyle>
            <a:lvl1pPr marL="0" indent="0" algn="ctr">
              <a:buFontTx/>
              <a:buNone/>
              <a:defRPr sz="6600" b="0" baseline="0">
                <a:solidFill>
                  <a:schemeClr val="tx1"/>
                </a:solidFill>
              </a:defRPr>
            </a:lvl1pPr>
          </a:lstStyle>
          <a:p>
            <a:pPr lvl="0"/>
            <a:r>
              <a:rPr lang="en-GB" dirty="0"/>
              <a:t>Click to add text</a:t>
            </a:r>
          </a:p>
        </p:txBody>
      </p:sp>
      <p:sp>
        <p:nvSpPr>
          <p:cNvPr id="4" name="Pladsholder til dato 3"/>
          <p:cNvSpPr>
            <a:spLocks noGrp="1"/>
          </p:cNvSpPr>
          <p:nvPr>
            <p:ph type="dt" sz="half" idx="10"/>
          </p:nvPr>
        </p:nvSpPr>
        <p:spPr/>
        <p:txBody>
          <a:bodyPr/>
          <a:lstStyle/>
          <a:p>
            <a:fld id="{C7ED15D5-9A7E-477A-A544-9723531FD0FA}" type="datetime1">
              <a:rPr lang="en-GB" smtClean="0"/>
              <a:t>08/01/2026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8854531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BDF7CB8-A29D-FD7D-E01C-9FA290029336}"/>
              </a:ext>
            </a:extLst>
          </p:cNvPr>
          <p:cNvSpPr>
            <a:spLocks noGrp="1" noChangeAspect="1"/>
          </p:cNvSpPr>
          <p:nvPr>
            <p:ph type="body" sz="quarter" idx="38" hasCustomPrompt="1"/>
          </p:nvPr>
        </p:nvSpPr>
        <p:spPr>
          <a:xfrm>
            <a:off x="593043" y="992701"/>
            <a:ext cx="1162800" cy="1162800"/>
          </a:xfrm>
          <a:prstGeom prst="ellipse">
            <a:avLst/>
          </a:prstGeom>
          <a:solidFill>
            <a:schemeClr val="tx1">
              <a:alpha val="20000"/>
            </a:schemeClr>
          </a:solidFill>
        </p:spPr>
        <p:txBody>
          <a:bodyPr tIns="72000" anchor="ctr" anchorCtr="0"/>
          <a:lstStyle>
            <a:lvl1pPr marL="0" indent="0" algn="ctr">
              <a:spcBef>
                <a:spcPts val="0"/>
              </a:spcBef>
              <a:buNone/>
              <a:defRPr sz="6000" b="1"/>
            </a:lvl1pPr>
          </a:lstStyle>
          <a:p>
            <a:pPr lvl="0"/>
            <a:r>
              <a:rPr lang="en-GB" dirty="0"/>
              <a:t>1</a:t>
            </a:r>
          </a:p>
        </p:txBody>
      </p:sp>
      <p:sp>
        <p:nvSpPr>
          <p:cNvPr id="9" name="Text Placeholder 8">
            <a:extLst>
              <a:ext uri="{FF2B5EF4-FFF2-40B4-BE49-F238E27FC236}">
                <a16:creationId xmlns:a16="http://schemas.microsoft.com/office/drawing/2014/main" id="{80999F43-7DCD-0386-4C37-C66F637D75F4}"/>
              </a:ext>
            </a:extLst>
          </p:cNvPr>
          <p:cNvSpPr>
            <a:spLocks noGrp="1"/>
          </p:cNvSpPr>
          <p:nvPr>
            <p:ph type="body" sz="quarter" idx="39" hasCustomPrompt="1"/>
          </p:nvPr>
        </p:nvSpPr>
        <p:spPr>
          <a:xfrm>
            <a:off x="1935309" y="992701"/>
            <a:ext cx="3590534" cy="1162800"/>
          </a:xfrm>
        </p:spPr>
        <p:txBody>
          <a:bodyPr anchor="ctr" anchorCtr="0"/>
          <a:lstStyle>
            <a:lvl1pPr marL="0" indent="0">
              <a:spcBef>
                <a:spcPts val="0"/>
              </a:spcBef>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13" name="Text Placeholder 12">
            <a:extLst>
              <a:ext uri="{FF2B5EF4-FFF2-40B4-BE49-F238E27FC236}">
                <a16:creationId xmlns:a16="http://schemas.microsoft.com/office/drawing/2014/main" id="{5A0FE321-409A-CB41-0D2F-3A239A66393D}"/>
              </a:ext>
            </a:extLst>
          </p:cNvPr>
          <p:cNvSpPr>
            <a:spLocks noGrp="1" noChangeAspect="1"/>
          </p:cNvSpPr>
          <p:nvPr>
            <p:ph type="body" sz="quarter" idx="40" hasCustomPrompt="1"/>
          </p:nvPr>
        </p:nvSpPr>
        <p:spPr>
          <a:xfrm>
            <a:off x="6092802" y="911224"/>
            <a:ext cx="1162800" cy="1162800"/>
          </a:xfrm>
          <a:prstGeom prst="ellipse">
            <a:avLst/>
          </a:prstGeom>
          <a:solidFill>
            <a:schemeClr val="tx1">
              <a:alpha val="20000"/>
            </a:schemeClr>
          </a:solidFill>
        </p:spPr>
        <p:txBody>
          <a:bodyPr tIns="72000" anchor="ctr" anchorCtr="0"/>
          <a:lstStyle>
            <a:lvl1pPr marL="0" indent="0" algn="ctr">
              <a:buNone/>
              <a:defRPr sz="6000" b="1"/>
            </a:lvl1pPr>
          </a:lstStyle>
          <a:p>
            <a:pPr lvl="0"/>
            <a:r>
              <a:rPr lang="en-GB" dirty="0"/>
              <a:t>2</a:t>
            </a:r>
          </a:p>
        </p:txBody>
      </p:sp>
      <p:sp>
        <p:nvSpPr>
          <p:cNvPr id="16" name="Text Placeholder 15">
            <a:extLst>
              <a:ext uri="{FF2B5EF4-FFF2-40B4-BE49-F238E27FC236}">
                <a16:creationId xmlns:a16="http://schemas.microsoft.com/office/drawing/2014/main" id="{E85D9037-4808-3FB4-8291-164C228C83E2}"/>
              </a:ext>
            </a:extLst>
          </p:cNvPr>
          <p:cNvSpPr>
            <a:spLocks noGrp="1"/>
          </p:cNvSpPr>
          <p:nvPr>
            <p:ph type="body" sz="quarter" idx="41" hasCustomPrompt="1"/>
          </p:nvPr>
        </p:nvSpPr>
        <p:spPr>
          <a:xfrm>
            <a:off x="7438265" y="911224"/>
            <a:ext cx="370582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18" name="Text Placeholder 17">
            <a:extLst>
              <a:ext uri="{FF2B5EF4-FFF2-40B4-BE49-F238E27FC236}">
                <a16:creationId xmlns:a16="http://schemas.microsoft.com/office/drawing/2014/main" id="{34F98610-1AA8-ED76-CB97-422A1761A39E}"/>
              </a:ext>
            </a:extLst>
          </p:cNvPr>
          <p:cNvSpPr>
            <a:spLocks noGrp="1"/>
          </p:cNvSpPr>
          <p:nvPr>
            <p:ph type="body" sz="quarter" idx="42" hasCustomPrompt="1"/>
          </p:nvPr>
        </p:nvSpPr>
        <p:spPr>
          <a:xfrm>
            <a:off x="2272868" y="240982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3</a:t>
            </a:r>
          </a:p>
        </p:txBody>
      </p:sp>
      <p:sp>
        <p:nvSpPr>
          <p:cNvPr id="20" name="Text Placeholder 19">
            <a:extLst>
              <a:ext uri="{FF2B5EF4-FFF2-40B4-BE49-F238E27FC236}">
                <a16:creationId xmlns:a16="http://schemas.microsoft.com/office/drawing/2014/main" id="{04C99C31-A019-EB05-99AD-9B5C4892C3E5}"/>
              </a:ext>
            </a:extLst>
          </p:cNvPr>
          <p:cNvSpPr>
            <a:spLocks noGrp="1"/>
          </p:cNvSpPr>
          <p:nvPr>
            <p:ph type="body" sz="quarter" idx="43" hasCustomPrompt="1"/>
          </p:nvPr>
        </p:nvSpPr>
        <p:spPr>
          <a:xfrm>
            <a:off x="3620656" y="2409825"/>
            <a:ext cx="3113087" cy="1162800"/>
          </a:xfrm>
        </p:spPr>
        <p:txBody>
          <a:bodyPr anchor="ctr" anchorCtr="0"/>
          <a:lstStyle>
            <a:lvl1pPr marL="0" indent="0">
              <a:lnSpc>
                <a:spcPct val="100000"/>
              </a:lnSpc>
              <a:spcBef>
                <a:spcPts val="0"/>
              </a:spcBef>
              <a:spcAft>
                <a:spcPts val="0"/>
              </a:spcAft>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22" name="Text Placeholder 21">
            <a:extLst>
              <a:ext uri="{FF2B5EF4-FFF2-40B4-BE49-F238E27FC236}">
                <a16:creationId xmlns:a16="http://schemas.microsoft.com/office/drawing/2014/main" id="{DA112A83-1D6E-E31B-3869-56E056FE8E0E}"/>
              </a:ext>
            </a:extLst>
          </p:cNvPr>
          <p:cNvSpPr>
            <a:spLocks noGrp="1"/>
          </p:cNvSpPr>
          <p:nvPr>
            <p:ph type="body" sz="quarter" idx="44" hasCustomPrompt="1"/>
          </p:nvPr>
        </p:nvSpPr>
        <p:spPr>
          <a:xfrm>
            <a:off x="7188200" y="2970213"/>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4</a:t>
            </a:r>
          </a:p>
        </p:txBody>
      </p:sp>
      <p:sp>
        <p:nvSpPr>
          <p:cNvPr id="24" name="Text Placeholder 23">
            <a:extLst>
              <a:ext uri="{FF2B5EF4-FFF2-40B4-BE49-F238E27FC236}">
                <a16:creationId xmlns:a16="http://schemas.microsoft.com/office/drawing/2014/main" id="{F5507CD6-BB87-26DA-1CB3-C86DBC2ACD10}"/>
              </a:ext>
            </a:extLst>
          </p:cNvPr>
          <p:cNvSpPr>
            <a:spLocks noGrp="1"/>
          </p:cNvSpPr>
          <p:nvPr>
            <p:ph type="body" sz="quarter" idx="45" hasCustomPrompt="1"/>
          </p:nvPr>
        </p:nvSpPr>
        <p:spPr>
          <a:xfrm>
            <a:off x="8535988" y="2970213"/>
            <a:ext cx="306546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1" name="Text Placeholder 30">
            <a:extLst>
              <a:ext uri="{FF2B5EF4-FFF2-40B4-BE49-F238E27FC236}">
                <a16:creationId xmlns:a16="http://schemas.microsoft.com/office/drawing/2014/main" id="{2EED4611-1BCD-13B0-4F45-DAEAB3529025}"/>
              </a:ext>
            </a:extLst>
          </p:cNvPr>
          <p:cNvSpPr>
            <a:spLocks noGrp="1"/>
          </p:cNvSpPr>
          <p:nvPr>
            <p:ph type="body" sz="quarter" idx="46" hasCustomPrompt="1"/>
          </p:nvPr>
        </p:nvSpPr>
        <p:spPr>
          <a:xfrm>
            <a:off x="1458913" y="449897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5</a:t>
            </a:r>
          </a:p>
        </p:txBody>
      </p:sp>
      <p:sp>
        <p:nvSpPr>
          <p:cNvPr id="33" name="Text Placeholder 32">
            <a:extLst>
              <a:ext uri="{FF2B5EF4-FFF2-40B4-BE49-F238E27FC236}">
                <a16:creationId xmlns:a16="http://schemas.microsoft.com/office/drawing/2014/main" id="{B3B6A4E6-E617-BAD1-0112-A96754231B66}"/>
              </a:ext>
            </a:extLst>
          </p:cNvPr>
          <p:cNvSpPr>
            <a:spLocks noGrp="1"/>
          </p:cNvSpPr>
          <p:nvPr>
            <p:ph type="body" sz="quarter" idx="47" hasCustomPrompt="1"/>
          </p:nvPr>
        </p:nvSpPr>
        <p:spPr>
          <a:xfrm>
            <a:off x="2814435" y="4498975"/>
            <a:ext cx="293866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5" name="Text Placeholder 34">
            <a:extLst>
              <a:ext uri="{FF2B5EF4-FFF2-40B4-BE49-F238E27FC236}">
                <a16:creationId xmlns:a16="http://schemas.microsoft.com/office/drawing/2014/main" id="{0135649F-22C1-794A-F31C-7DC6EA04B2E5}"/>
              </a:ext>
            </a:extLst>
          </p:cNvPr>
          <p:cNvSpPr>
            <a:spLocks noGrp="1"/>
          </p:cNvSpPr>
          <p:nvPr>
            <p:ph type="body" sz="quarter" idx="48" hasCustomPrompt="1"/>
          </p:nvPr>
        </p:nvSpPr>
        <p:spPr>
          <a:xfrm>
            <a:off x="6372225" y="5138044"/>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6</a:t>
            </a:r>
          </a:p>
        </p:txBody>
      </p:sp>
      <p:sp>
        <p:nvSpPr>
          <p:cNvPr id="37" name="Text Placeholder 36">
            <a:extLst>
              <a:ext uri="{FF2B5EF4-FFF2-40B4-BE49-F238E27FC236}">
                <a16:creationId xmlns:a16="http://schemas.microsoft.com/office/drawing/2014/main" id="{35999C3D-9DB2-8B28-1D0E-EDC2C950F687}"/>
              </a:ext>
            </a:extLst>
          </p:cNvPr>
          <p:cNvSpPr>
            <a:spLocks noGrp="1"/>
          </p:cNvSpPr>
          <p:nvPr>
            <p:ph type="body" sz="quarter" idx="49" hasCustomPrompt="1"/>
          </p:nvPr>
        </p:nvSpPr>
        <p:spPr>
          <a:xfrm>
            <a:off x="7720013" y="5138044"/>
            <a:ext cx="334327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4" name="Pladsholder til dato 3"/>
          <p:cNvSpPr>
            <a:spLocks noGrp="1"/>
          </p:cNvSpPr>
          <p:nvPr>
            <p:ph type="dt" sz="half" idx="10"/>
          </p:nvPr>
        </p:nvSpPr>
        <p:spPr/>
        <p:txBody>
          <a:bodyPr/>
          <a:lstStyle/>
          <a:p>
            <a:fld id="{73B240AC-C468-4DBB-AF86-AC5724FDA50F}" type="datetime1">
              <a:rPr lang="en-GB" smtClean="0"/>
              <a:t>08/01/2026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7268BAA3-AF98-A946-16EB-29ED74D4E93C}"/>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text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784342020"/>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rrow">
    <p:bg>
      <p:bgPr>
        <a:solidFill>
          <a:schemeClr val="accent6"/>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E66547F2-18C7-4623-927B-09989FC5CA4D}" type="datetime1">
              <a:rPr lang="en-GB" smtClean="0"/>
              <a:t>08/01/2026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2556C2CA-F7BC-1643-99E7-A7AF34D16F06}"/>
              </a:ext>
            </a:extLst>
          </p:cNvPr>
          <p:cNvSpPr txBox="1"/>
          <p:nvPr userDrawn="1"/>
        </p:nvSpPr>
        <p:spPr>
          <a:xfrm>
            <a:off x="-1219200" y="-222738"/>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10" name="TextBox 9">
            <a:extLst>
              <a:ext uri="{FF2B5EF4-FFF2-40B4-BE49-F238E27FC236}">
                <a16:creationId xmlns:a16="http://schemas.microsoft.com/office/drawing/2014/main" id="{8C392B83-0AC6-A343-9007-FC3430F06E87}"/>
              </a:ext>
            </a:extLst>
          </p:cNvPr>
          <p:cNvSpPr txBox="1"/>
          <p:nvPr userDrawn="1"/>
        </p:nvSpPr>
        <p:spPr>
          <a:xfrm>
            <a:off x="4531540" y="2322414"/>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3" name="Title 2">
            <a:extLst>
              <a:ext uri="{FF2B5EF4-FFF2-40B4-BE49-F238E27FC236}">
                <a16:creationId xmlns:a16="http://schemas.microsoft.com/office/drawing/2014/main" id="{2B0ACD76-9286-81DA-B95A-33C567818DB3}"/>
              </a:ext>
            </a:extLst>
          </p:cNvPr>
          <p:cNvSpPr>
            <a:spLocks noGrp="1"/>
          </p:cNvSpPr>
          <p:nvPr>
            <p:ph type="title" hasCustomPrompt="1"/>
          </p:nvPr>
        </p:nvSpPr>
        <p:spPr>
          <a:xfrm>
            <a:off x="588963" y="620712"/>
            <a:ext cx="11012488" cy="864859"/>
          </a:xfrm>
        </p:spPr>
        <p:txBody>
          <a:bodyPr/>
          <a:lstStyle>
            <a:lvl1pPr>
              <a:defRPr b="1">
                <a:solidFill>
                  <a:schemeClr val="tx1"/>
                </a:solidFill>
              </a:defRPr>
            </a:lvl1pPr>
          </a:lstStyle>
          <a:p>
            <a:pPr lvl="0"/>
            <a:r>
              <a:rPr lang="en-GB" dirty="0"/>
              <a:t>Click to add text</a:t>
            </a:r>
          </a:p>
        </p:txBody>
      </p:sp>
      <p:sp>
        <p:nvSpPr>
          <p:cNvPr id="39" name="Text Placeholder 6">
            <a:extLst>
              <a:ext uri="{FF2B5EF4-FFF2-40B4-BE49-F238E27FC236}">
                <a16:creationId xmlns:a16="http://schemas.microsoft.com/office/drawing/2014/main" id="{79DDD350-47B3-3DAF-DDC1-39725F8B959E}"/>
              </a:ext>
            </a:extLst>
          </p:cNvPr>
          <p:cNvSpPr>
            <a:spLocks noGrp="1" noChangeAspect="1"/>
          </p:cNvSpPr>
          <p:nvPr>
            <p:ph type="body" sz="quarter" idx="38" hasCustomPrompt="1"/>
          </p:nvPr>
        </p:nvSpPr>
        <p:spPr>
          <a:xfrm>
            <a:off x="1478044" y="1850705"/>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0" name="Text Placeholder 6">
            <a:extLst>
              <a:ext uri="{FF2B5EF4-FFF2-40B4-BE49-F238E27FC236}">
                <a16:creationId xmlns:a16="http://schemas.microsoft.com/office/drawing/2014/main" id="{D6F92D26-3C4A-BE86-A701-D767C111FE07}"/>
              </a:ext>
            </a:extLst>
          </p:cNvPr>
          <p:cNvSpPr>
            <a:spLocks noGrp="1" noChangeAspect="1"/>
          </p:cNvSpPr>
          <p:nvPr>
            <p:ph type="body" sz="quarter" idx="39" hasCustomPrompt="1"/>
          </p:nvPr>
        </p:nvSpPr>
        <p:spPr>
          <a:xfrm>
            <a:off x="5358802" y="2416707"/>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1" name="Text Placeholder 6">
            <a:extLst>
              <a:ext uri="{FF2B5EF4-FFF2-40B4-BE49-F238E27FC236}">
                <a16:creationId xmlns:a16="http://schemas.microsoft.com/office/drawing/2014/main" id="{376900F8-7802-5F50-6A9A-E75ED0B3EC0B}"/>
              </a:ext>
            </a:extLst>
          </p:cNvPr>
          <p:cNvSpPr>
            <a:spLocks noGrp="1" noChangeAspect="1"/>
          </p:cNvSpPr>
          <p:nvPr>
            <p:ph type="body" sz="quarter" idx="40" hasCustomPrompt="1"/>
          </p:nvPr>
        </p:nvSpPr>
        <p:spPr>
          <a:xfrm>
            <a:off x="2869616" y="3779962"/>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2" name="Text Placeholder 6">
            <a:extLst>
              <a:ext uri="{FF2B5EF4-FFF2-40B4-BE49-F238E27FC236}">
                <a16:creationId xmlns:a16="http://schemas.microsoft.com/office/drawing/2014/main" id="{246C4547-72A6-0EEC-A5AF-48DBCE377E13}"/>
              </a:ext>
            </a:extLst>
          </p:cNvPr>
          <p:cNvSpPr>
            <a:spLocks noGrp="1" noChangeAspect="1"/>
          </p:cNvSpPr>
          <p:nvPr>
            <p:ph type="body" sz="quarter" idx="41" hasCustomPrompt="1"/>
          </p:nvPr>
        </p:nvSpPr>
        <p:spPr>
          <a:xfrm>
            <a:off x="7101336" y="4168447"/>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16" name="Text Placeholder 15">
            <a:extLst>
              <a:ext uri="{FF2B5EF4-FFF2-40B4-BE49-F238E27FC236}">
                <a16:creationId xmlns:a16="http://schemas.microsoft.com/office/drawing/2014/main" id="{EC0FCDE3-3080-15ED-F757-BF51628B67D5}"/>
              </a:ext>
            </a:extLst>
          </p:cNvPr>
          <p:cNvSpPr>
            <a:spLocks noGrp="1"/>
          </p:cNvSpPr>
          <p:nvPr>
            <p:ph type="body" sz="quarter" idx="42" hasCustomPrompt="1"/>
          </p:nvPr>
        </p:nvSpPr>
        <p:spPr>
          <a:xfrm>
            <a:off x="588964" y="5623418"/>
            <a:ext cx="11012486" cy="678958"/>
          </a:xfrm>
        </p:spPr>
        <p:txBody>
          <a:bodyPr anchor="b" anchorCtr="0"/>
          <a:lstStyle>
            <a:lvl1pPr marL="0" indent="0" algn="r">
              <a:lnSpc>
                <a:spcPct val="100000"/>
              </a:lnSpc>
              <a:spcBef>
                <a:spcPts val="500"/>
              </a:spcBef>
              <a:spcAft>
                <a:spcPts val="0"/>
              </a:spcAft>
              <a:buFont typeface="Arial" panose="020B0604020202020204" pitchFamily="34" charset="0"/>
              <a:buNone/>
              <a:defRPr sz="2800"/>
            </a:lvl1pPr>
            <a:lvl2pPr marL="0" indent="0">
              <a:lnSpc>
                <a:spcPct val="100000"/>
              </a:lnSpc>
              <a:spcBef>
                <a:spcPts val="1000"/>
              </a:spcBef>
              <a:spcAft>
                <a:spcPts val="0"/>
              </a:spcAft>
              <a:buFont typeface="Arial" panose="020B0604020202020204" pitchFamily="34" charset="0"/>
              <a:buNone/>
              <a:defRPr sz="2800"/>
            </a:lvl2pPr>
            <a:lvl3pPr marL="0" indent="0">
              <a:lnSpc>
                <a:spcPct val="100000"/>
              </a:lnSpc>
              <a:spcBef>
                <a:spcPts val="1000"/>
              </a:spcBef>
              <a:spcAft>
                <a:spcPts val="0"/>
              </a:spcAft>
              <a:buFont typeface="Arial" panose="020B0604020202020204" pitchFamily="34" charset="0"/>
              <a:buNone/>
              <a:defRPr sz="2800"/>
            </a:lvl3pPr>
            <a:lvl4pPr marL="0" indent="0">
              <a:lnSpc>
                <a:spcPct val="100000"/>
              </a:lnSpc>
              <a:spcBef>
                <a:spcPts val="1000"/>
              </a:spcBef>
              <a:spcAft>
                <a:spcPts val="0"/>
              </a:spcAft>
              <a:buFont typeface="Arial" panose="020B0604020202020204" pitchFamily="34" charset="0"/>
              <a:buNone/>
              <a:defRPr sz="2800"/>
            </a:lvl4pPr>
            <a:lvl5pPr marL="0" indent="0">
              <a:lnSpc>
                <a:spcPct val="100000"/>
              </a:lnSpc>
              <a:spcBef>
                <a:spcPts val="1000"/>
              </a:spcBef>
              <a:spcAft>
                <a:spcPts val="0"/>
              </a:spcAft>
              <a:buFont typeface="Arial" panose="020B0604020202020204" pitchFamily="34" charset="0"/>
              <a:buNone/>
              <a:defRPr sz="2800"/>
            </a:lvl5pPr>
            <a:lvl6pPr marL="0" indent="0">
              <a:lnSpc>
                <a:spcPct val="100000"/>
              </a:lnSpc>
              <a:spcBef>
                <a:spcPts val="1000"/>
              </a:spcBef>
              <a:spcAft>
                <a:spcPts val="0"/>
              </a:spcAft>
              <a:buNone/>
              <a:defRPr sz="2800"/>
            </a:lvl6pPr>
            <a:lvl7pPr marL="0" indent="0">
              <a:lnSpc>
                <a:spcPct val="100000"/>
              </a:lnSpc>
              <a:spcBef>
                <a:spcPts val="1000"/>
              </a:spcBef>
              <a:spcAft>
                <a:spcPts val="0"/>
              </a:spcAft>
              <a:buNone/>
              <a:defRPr sz="2800"/>
            </a:lvl7pPr>
            <a:lvl8pPr marL="0" indent="0">
              <a:lnSpc>
                <a:spcPct val="100000"/>
              </a:lnSpc>
              <a:spcBef>
                <a:spcPts val="1000"/>
              </a:spcBef>
              <a:spcAft>
                <a:spcPts val="0"/>
              </a:spcAft>
              <a:buNone/>
              <a:defRPr sz="2800"/>
            </a:lvl8pPr>
            <a:lvl9pPr marL="0" indent="0">
              <a:lnSpc>
                <a:spcPct val="100000"/>
              </a:lnSpc>
              <a:spcBef>
                <a:spcPts val="1000"/>
              </a:spcBef>
              <a:spcAft>
                <a:spcPts val="0"/>
              </a:spcAft>
              <a:buNone/>
              <a:defRPr sz="2800"/>
            </a:lvl9pPr>
          </a:lstStyle>
          <a:p>
            <a:pPr lvl="0"/>
            <a:r>
              <a:rPr lang="en-GB" dirty="0"/>
              <a:t>...click to add text</a:t>
            </a:r>
          </a:p>
        </p:txBody>
      </p:sp>
      <p:sp>
        <p:nvSpPr>
          <p:cNvPr id="7" name="TextBox 1">
            <a:extLst>
              <a:ext uri="{FF2B5EF4-FFF2-40B4-BE49-F238E27FC236}">
                <a16:creationId xmlns:a16="http://schemas.microsoft.com/office/drawing/2014/main" id="{74B0C9B8-9199-DB66-C3E1-5BCBE19EE6D9}"/>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2073410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s">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9757" y="842657"/>
            <a:ext cx="11012486" cy="1141268"/>
          </a:xfrm>
        </p:spPr>
        <p:txBody>
          <a:bodyPr/>
          <a:lstStyle>
            <a:lvl1pPr>
              <a:lnSpc>
                <a:spcPct val="90000"/>
              </a:lnSpc>
              <a:defRPr sz="6600" b="1" i="0" cap="all" baseline="0">
                <a:solidFill>
                  <a:schemeClr val="bg1"/>
                </a:solidFill>
              </a:defRPr>
            </a:lvl1pPr>
          </a:lstStyle>
          <a:p>
            <a:pPr lvl="0"/>
            <a:r>
              <a:rPr lang="en-GB" dirty="0"/>
              <a:t>Click to add title</a:t>
            </a:r>
          </a:p>
        </p:txBody>
      </p:sp>
      <p:sp>
        <p:nvSpPr>
          <p:cNvPr id="5" name="Pladsholder til dato 4"/>
          <p:cNvSpPr>
            <a:spLocks noGrp="1"/>
          </p:cNvSpPr>
          <p:nvPr>
            <p:ph type="dt" sz="half" idx="10"/>
          </p:nvPr>
        </p:nvSpPr>
        <p:spPr/>
        <p:txBody>
          <a:bodyPr/>
          <a:lstStyle/>
          <a:p>
            <a:fld id="{9F325BB6-14D6-4C5D-A392-87B2F024F171}"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rot="21402571">
            <a:off x="985914" y="2449156"/>
            <a:ext cx="4115489" cy="2817262"/>
          </a:xfrm>
          <a:solidFill>
            <a:schemeClr val="bg1">
              <a:lumMod val="65000"/>
            </a:schemeClr>
          </a:solidFill>
          <a:ln w="146050" cap="flat">
            <a:solidFill>
              <a:schemeClr val="bg1"/>
            </a:solidFill>
            <a:miter lim="800000"/>
          </a:ln>
        </p:spPr>
        <p:txBody>
          <a:bodyPr lIns="0" tIns="1080000" rIns="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rot="533356">
            <a:off x="5893725" y="2510306"/>
            <a:ext cx="5462634" cy="3596788"/>
          </a:xfrm>
          <a:solidFill>
            <a:schemeClr val="bg1">
              <a:lumMod val="65000"/>
            </a:schemeClr>
          </a:solidFill>
          <a:ln w="146050" cap="flat">
            <a:solidFill>
              <a:schemeClr val="bg1"/>
            </a:solidFill>
            <a:miter lim="800000"/>
          </a:ln>
        </p:spPr>
        <p:txBody>
          <a:bodyPr lIns="360000" tIns="1080000" rIns="36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3" name="TextBox 2">
            <a:extLst>
              <a:ext uri="{FF2B5EF4-FFF2-40B4-BE49-F238E27FC236}">
                <a16:creationId xmlns:a16="http://schemas.microsoft.com/office/drawing/2014/main" id="{3D5F33A7-1D81-AB36-A3BB-FC35AF2B3579}"/>
              </a:ext>
            </a:extLst>
          </p:cNvPr>
          <p:cNvSpPr txBox="1"/>
          <p:nvPr userDrawn="1"/>
        </p:nvSpPr>
        <p:spPr>
          <a:xfrm>
            <a:off x="0" y="-310243"/>
            <a:ext cx="6825343" cy="310243"/>
          </a:xfrm>
          <a:prstGeom prst="rect">
            <a:avLst/>
          </a:prstGeom>
        </p:spPr>
        <p:txBody>
          <a:bodyPr vert="horz" wrap="squar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4" name="TextBox 1">
            <a:extLst>
              <a:ext uri="{FF2B5EF4-FFF2-40B4-BE49-F238E27FC236}">
                <a16:creationId xmlns:a16="http://schemas.microsoft.com/office/drawing/2014/main" id="{B102B45B-BE10-0955-7D2B-71607E79FE0D}"/>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4261065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accent1"/>
        </a:solidFill>
        <a:effectLst/>
      </p:bgPr>
    </p:bg>
    <p:spTree>
      <p:nvGrpSpPr>
        <p:cNvPr id="1" name=""/>
        <p:cNvGrpSpPr/>
        <p:nvPr/>
      </p:nvGrpSpPr>
      <p:grpSpPr>
        <a:xfrm>
          <a:off x="0" y="0"/>
          <a:ext cx="0" cy="0"/>
          <a:chOff x="0" y="0"/>
          <a:chExt cx="0" cy="0"/>
        </a:xfrm>
      </p:grpSpPr>
      <p:sp>
        <p:nvSpPr>
          <p:cNvPr id="5" name="Pladsholder til dato 4"/>
          <p:cNvSpPr>
            <a:spLocks noGrp="1"/>
          </p:cNvSpPr>
          <p:nvPr>
            <p:ph type="dt" sz="half" idx="10"/>
          </p:nvPr>
        </p:nvSpPr>
        <p:spPr/>
        <p:txBody>
          <a:bodyPr/>
          <a:lstStyle/>
          <a:p>
            <a:fld id="{C81AEE70-9EF6-4011-9FEC-8E4C1B37B6E7}"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a:off x="589757" y="2890520"/>
            <a:ext cx="3433685" cy="3403600"/>
          </a:xfrm>
          <a:solidFill>
            <a:schemeClr val="bg1">
              <a:lumMod val="6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20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a:off x="5852160" y="612233"/>
            <a:ext cx="5749290" cy="5681887"/>
          </a:xfrm>
          <a:solidFill>
            <a:schemeClr val="bg1">
              <a:lumMod val="75000"/>
            </a:schemeClr>
          </a:solidFill>
          <a:ln w="76200" cap="flat">
            <a:noFill/>
            <a:miter lim="800000"/>
          </a:ln>
          <a:effectLst>
            <a:outerShdw blurRad="50800" dist="38100" dir="2700000" algn="tl" rotWithShape="0">
              <a:prstClr val="black">
                <a:alpha val="40000"/>
              </a:prstClr>
            </a:outerShdw>
          </a:effectLst>
        </p:spPr>
        <p:txBody>
          <a:bodyPr lIns="540000" tIns="1080000" rIns="54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10" name="Pladsholder til billede 9">
            <a:extLst>
              <a:ext uri="{FF2B5EF4-FFF2-40B4-BE49-F238E27FC236}">
                <a16:creationId xmlns:a16="http://schemas.microsoft.com/office/drawing/2014/main" id="{43FCB96B-CD6D-B9F3-A688-74E5893485CB}"/>
              </a:ext>
            </a:extLst>
          </p:cNvPr>
          <p:cNvSpPr>
            <a:spLocks noGrp="1"/>
          </p:cNvSpPr>
          <p:nvPr>
            <p:ph type="pic" sz="quarter" idx="16" hasCustomPrompt="1"/>
          </p:nvPr>
        </p:nvSpPr>
        <p:spPr>
          <a:xfrm>
            <a:off x="2855041" y="1961476"/>
            <a:ext cx="2336801" cy="2294929"/>
          </a:xfrm>
          <a:solidFill>
            <a:schemeClr val="bg1">
              <a:lumMod val="8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1800" baseline="0">
                <a:solidFill>
                  <a:schemeClr val="bg1"/>
                </a:solidFill>
                <a:sym typeface="Wingdings" panose="05000000000000000000" pitchFamily="2" charset="2"/>
              </a:defRPr>
            </a:lvl1pPr>
          </a:lstStyle>
          <a:p>
            <a:r>
              <a:rPr lang="en-GB" dirty="0"/>
              <a:t>Click icon                       to insert image</a:t>
            </a:r>
          </a:p>
        </p:txBody>
      </p:sp>
      <p:sp>
        <p:nvSpPr>
          <p:cNvPr id="3" name="Title 2">
            <a:extLst>
              <a:ext uri="{FF2B5EF4-FFF2-40B4-BE49-F238E27FC236}">
                <a16:creationId xmlns:a16="http://schemas.microsoft.com/office/drawing/2014/main" id="{D623C8CB-D006-2AF2-DF37-08254005FBC6}"/>
              </a:ext>
            </a:extLst>
          </p:cNvPr>
          <p:cNvSpPr>
            <a:spLocks noGrp="1"/>
          </p:cNvSpPr>
          <p:nvPr>
            <p:ph type="title" hasCustomPrompt="1"/>
          </p:nvPr>
        </p:nvSpPr>
        <p:spPr>
          <a:xfrm>
            <a:off x="588965" y="620713"/>
            <a:ext cx="4602877" cy="1008061"/>
          </a:xfrm>
        </p:spPr>
        <p:txBody>
          <a:bodyPr/>
          <a:lstStyle>
            <a:lvl1pPr>
              <a:defRPr b="1">
                <a:solidFill>
                  <a:schemeClr val="bg1"/>
                </a:solidFill>
              </a:defRPr>
            </a:lvl1pPr>
          </a:lstStyle>
          <a:p>
            <a:r>
              <a:rPr lang="en-GB" dirty="0"/>
              <a:t>Click to add title</a:t>
            </a:r>
          </a:p>
        </p:txBody>
      </p:sp>
    </p:spTree>
    <p:extLst>
      <p:ext uri="{BB962C8B-B14F-4D97-AF65-F5344CB8AC3E}">
        <p14:creationId xmlns:p14="http://schemas.microsoft.com/office/powerpoint/2010/main" val="2905714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with text righ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20891566">
            <a:off x="1018941" y="1976793"/>
            <a:ext cx="3832754" cy="3749640"/>
          </a:xfrm>
          <a:solidFill>
            <a:schemeClr val="tx1">
              <a:lumMod val="65000"/>
            </a:schemeClr>
          </a:solidFill>
          <a:ln w="146050" cap="flat">
            <a:solidFill>
              <a:schemeClr val="tx1"/>
            </a:solidFill>
            <a:miter lim="800000"/>
          </a:ln>
        </p:spPr>
        <p:txBody>
          <a:bodyPr lIns="0" tIns="1224000" rIns="0" anchor="ctr" anchorCtr="1"/>
          <a:lstStyle>
            <a:lvl1pPr marL="0" indent="0" algn="ctr">
              <a:buNone/>
              <a:defRPr sz="240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1">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783580" y="2097067"/>
            <a:ext cx="5817869" cy="4205308"/>
          </a:xfrm>
        </p:spPr>
        <p:txBody>
          <a:bodyPr vert="horz" lIns="0" tIns="0" rIns="0" bIns="0" rtlCol="0">
            <a:noAutofit/>
          </a:bodyPr>
          <a:lstStyle>
            <a:lvl1pPr>
              <a:defRPr lang="da-DK" sz="3600" b="1" dirty="0" smtClean="0">
                <a:solidFill>
                  <a:schemeClr val="tx1"/>
                </a:solidFill>
              </a:defRPr>
            </a:lvl1pPr>
            <a:lvl2pPr>
              <a:defRPr lang="da-DK" sz="3200" b="1" dirty="0" smtClean="0">
                <a:solidFill>
                  <a:schemeClr val="tx1"/>
                </a:solidFill>
              </a:defRPr>
            </a:lvl2pPr>
            <a:lvl3pPr>
              <a:defRPr lang="da-DK" sz="2400" b="1" dirty="0" smtClean="0">
                <a:solidFill>
                  <a:schemeClr val="tx1"/>
                </a:solidFill>
              </a:defRPr>
            </a:lvl3pPr>
            <a:lvl4pPr>
              <a:defRPr lang="da-DK" b="1" dirty="0" smtClean="0">
                <a:solidFill>
                  <a:schemeClr val="tx1"/>
                </a:solidFill>
              </a:defRPr>
            </a:lvl4pPr>
            <a:lvl5pPr>
              <a:defRPr lang="da-DK" b="1" dirty="0">
                <a:solidFill>
                  <a:schemeClr val="tx1"/>
                </a:solidFill>
              </a:defRPr>
            </a:lvl5pPr>
            <a:lvl6pPr>
              <a:defRPr b="1">
                <a:solidFill>
                  <a:schemeClr val="tx1"/>
                </a:solidFill>
              </a:defRPr>
            </a:lvl6pPr>
            <a:lvl7pPr>
              <a:defRPr b="1">
                <a:solidFill>
                  <a:schemeClr val="tx1"/>
                </a:solidFill>
              </a:defRPr>
            </a:lvl7pPr>
            <a:lvl8pPr>
              <a:defRPr b="1">
                <a:solidFill>
                  <a:schemeClr val="tx1"/>
                </a:solidFill>
              </a:defRPr>
            </a:lvl8pPr>
            <a:lvl9pPr>
              <a:defRPr b="1">
                <a:solidFill>
                  <a:schemeClr val="tx1"/>
                </a:solidFill>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27F698F8-8127-4186-B6E0-5A9DB8590659}"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96096868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with text lef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496878">
            <a:off x="6504534" y="1615672"/>
            <a:ext cx="4653097" cy="4640373"/>
          </a:xfrm>
          <a:solidFill>
            <a:schemeClr val="bg1">
              <a:lumMod val="65000"/>
            </a:schemeClr>
          </a:solidFill>
          <a:ln w="146050" cap="flat">
            <a:solidFill>
              <a:schemeClr val="bg1"/>
            </a:solidFill>
            <a:miter lim="800000"/>
          </a:ln>
        </p:spPr>
        <p:txBody>
          <a:bodyPr lIns="0" tIns="1188000" rIns="0" anchor="ctr" anchorCtr="1"/>
          <a:lstStyle>
            <a:lvl1pPr marL="0" indent="0" algn="ctr">
              <a:buNone/>
              <a:defRPr sz="2400" b="0" baseline="0">
                <a:solidFill>
                  <a:schemeClr val="bg1"/>
                </a:solidFill>
                <a:sym typeface="Wingdings" panose="05000000000000000000" pitchFamily="2" charset="2"/>
              </a:defRPr>
            </a:lvl1pPr>
          </a:lstStyle>
          <a:p>
            <a:r>
              <a:rPr lang="en-GB" dirty="0"/>
              <a:t>Click icon to insert image</a:t>
            </a:r>
          </a:p>
        </p:txBody>
      </p:sp>
      <p:sp>
        <p:nvSpPr>
          <p:cNvPr id="5" name="Pladsholder til dato 4"/>
          <p:cNvSpPr>
            <a:spLocks noGrp="1"/>
          </p:cNvSpPr>
          <p:nvPr>
            <p:ph type="dt" sz="half" idx="10"/>
          </p:nvPr>
        </p:nvSpPr>
        <p:spPr/>
        <p:txBody>
          <a:bodyPr/>
          <a:lstStyle/>
          <a:p>
            <a:fld id="{DCA0C55F-A06C-4D12-9FE7-11486C7072EC}"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9" name="Titel 1">
            <a:extLst>
              <a:ext uri="{FF2B5EF4-FFF2-40B4-BE49-F238E27FC236}">
                <a16:creationId xmlns:a16="http://schemas.microsoft.com/office/drawing/2014/main" id="{44AE573B-1000-D841-B8B4-F927523899D7}"/>
              </a:ext>
            </a:extLst>
          </p:cNvPr>
          <p:cNvSpPr>
            <a:spLocks noGrp="1"/>
          </p:cNvSpPr>
          <p:nvPr>
            <p:ph type="title" hasCustomPrompt="1"/>
          </p:nvPr>
        </p:nvSpPr>
        <p:spPr>
          <a:xfrm>
            <a:off x="588965" y="620712"/>
            <a:ext cx="11012486" cy="865187"/>
          </a:xfrm>
        </p:spPr>
        <p:txBody>
          <a:bodyPr/>
          <a:lstStyle>
            <a:lvl1pPr>
              <a:defRPr b="1">
                <a:solidFill>
                  <a:schemeClr val="bg1"/>
                </a:solidFill>
              </a:defRPr>
            </a:lvl1pPr>
          </a:lstStyle>
          <a:p>
            <a:pPr lvl="0"/>
            <a:r>
              <a:rPr lang="en-GB" dirty="0"/>
              <a:t>Click to add title</a:t>
            </a:r>
          </a:p>
        </p:txBody>
      </p:sp>
      <p:sp>
        <p:nvSpPr>
          <p:cNvPr id="11" name="Pladsholder til indhold 2">
            <a:extLst>
              <a:ext uri="{FF2B5EF4-FFF2-40B4-BE49-F238E27FC236}">
                <a16:creationId xmlns:a16="http://schemas.microsoft.com/office/drawing/2014/main" id="{9B691B69-65AA-9748-80BF-996C89344BB5}"/>
              </a:ext>
            </a:extLst>
          </p:cNvPr>
          <p:cNvSpPr>
            <a:spLocks noGrp="1"/>
          </p:cNvSpPr>
          <p:nvPr>
            <p:ph sz="half" idx="1" hasCustomPrompt="1"/>
          </p:nvPr>
        </p:nvSpPr>
        <p:spPr>
          <a:xfrm>
            <a:off x="588963" y="2097067"/>
            <a:ext cx="5818682" cy="4205308"/>
          </a:xfrm>
        </p:spPr>
        <p:txBody>
          <a:bodyPr vert="horz" lIns="0" tIns="0" rIns="0" bIns="0" rtlCol="0">
            <a:noAutofit/>
          </a:bodyPr>
          <a:lstStyle>
            <a:lvl1pPr>
              <a:defRPr lang="da-DK" sz="3600" b="1" dirty="0" smtClean="0">
                <a:solidFill>
                  <a:schemeClr val="bg1"/>
                </a:solidFill>
              </a:defRPr>
            </a:lvl1pPr>
            <a:lvl2pPr>
              <a:defRPr lang="da-DK" sz="3200" b="1" dirty="0" smtClean="0">
                <a:solidFill>
                  <a:schemeClr val="bg1"/>
                </a:solidFill>
              </a:defRPr>
            </a:lvl2pPr>
            <a:lvl3pPr>
              <a:defRPr lang="da-DK" sz="2400" b="1" dirty="0" smtClean="0">
                <a:solidFill>
                  <a:schemeClr val="bg1"/>
                </a:solidFill>
              </a:defRPr>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Tree>
    <p:extLst>
      <p:ext uri="{BB962C8B-B14F-4D97-AF65-F5344CB8AC3E}">
        <p14:creationId xmlns:p14="http://schemas.microsoft.com/office/powerpoint/2010/main" val="1441065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image A">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756000"/>
            <a:ext cx="6822000" cy="1065828"/>
          </a:xfrm>
          <a:solidFill>
            <a:schemeClr val="accent1">
              <a:alpha val="99950"/>
            </a:schemeClr>
          </a:solidFill>
        </p:spPr>
        <p:txBody>
          <a:bodyPr wrap="square" lIns="252000" tIns="216000" rIns="252000" bIns="108000">
            <a:spAutoFit/>
          </a:bodyPr>
          <a:lstStyle>
            <a:lvl1pPr>
              <a:spcAft>
                <a:spcPts val="600"/>
              </a:spcAft>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CC73FB4-74ED-479B-AC3F-D58B1D2996E2}"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BC22F958-FB17-66E4-EB45-75E15E5E3F80}"/>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317485895"/>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B">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1" y="4962214"/>
            <a:ext cx="4173870" cy="1340161"/>
          </a:xfrm>
          <a:solidFill>
            <a:schemeClr val="accent4">
              <a:alpha val="99950"/>
            </a:schemeClr>
          </a:solidFill>
        </p:spPr>
        <p:txBody>
          <a:bodyPr wrap="square" lIns="252000" tIns="108000" rIns="252000" bIns="0" anchor="t" anchorCtr="0">
            <a:spAutoFit/>
          </a:bodyPr>
          <a:lstStyle>
            <a:lvl1pPr>
              <a:defRPr sz="40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C0156FC0-1C68-46A1-95BA-D879D9D7980D}"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E6BCCAFF-7E95-0536-8297-4959B0CA01D7}"/>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320044543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image C">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4779450" y="4497883"/>
            <a:ext cx="6822000" cy="1065828"/>
          </a:xfrm>
          <a:solidFill>
            <a:schemeClr val="bg1">
              <a:alpha val="99950"/>
            </a:schemeClr>
          </a:solidFill>
        </p:spPr>
        <p:txBody>
          <a:bodyPr wrap="square" lIns="252000" tIns="216000" rIns="252000" bIns="108000">
            <a:spAutoFit/>
          </a:bodyPr>
          <a:lstStyle>
            <a:lvl1pPr>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911EE2D-5BB7-4858-806B-E9B8121B6310}"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DA49A202-D2D5-25B6-2F32-60A741CCF725}"/>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02118592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image D">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1017402"/>
            <a:ext cx="11012487" cy="917513"/>
          </a:xfrm>
          <a:solidFill>
            <a:schemeClr val="bg2">
              <a:alpha val="99950"/>
            </a:schemeClr>
          </a:solidFill>
        </p:spPr>
        <p:txBody>
          <a:bodyPr wrap="square" lIns="180000" tIns="180000" rIns="180000" bIns="180000">
            <a:spAutoFit/>
          </a:bodyPr>
          <a:lstStyle>
            <a:lvl1pPr>
              <a:defRPr sz="36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FE8D869E-E124-4C9B-86F5-EB1AF46F875F}"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342F60A0-C020-A529-4A95-65C8AC9FA2C2}"/>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1716925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E">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4161995"/>
            <a:ext cx="11012487" cy="2140380"/>
          </a:xfrm>
          <a:solidFill>
            <a:schemeClr val="bg1">
              <a:alpha val="46000"/>
            </a:schemeClr>
          </a:solidFill>
        </p:spPr>
        <p:txBody>
          <a:bodyPr wrap="square" lIns="252000" tIns="108000" rIns="252000" bIns="0">
            <a:spAutoFit/>
          </a:bodyPr>
          <a:lstStyle>
            <a:lvl1pPr algn="ctr">
              <a:defRPr sz="6600" b="1" cap="all"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ECACFB06-9E5C-4DC0-BDE6-1E991C758329}" type="datetime1">
              <a:rPr lang="en-GB" smtClean="0"/>
              <a:t>08/01/2026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0AC6CF46-91DC-976D-9F2D-0F1B85D185F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573279729"/>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estions and comments">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10C11D8F-85B9-4001-AF63-8B6D3CD2CF9F}" type="datetime1">
              <a:rPr lang="en-GB" smtClean="0"/>
              <a:t>08/01/2026</a:t>
            </a:fld>
            <a:endParaRPr lang="en-GB" dirty="0"/>
          </a:p>
        </p:txBody>
      </p:sp>
      <p:sp>
        <p:nvSpPr>
          <p:cNvPr id="7" name="?">
            <a:extLst>
              <a:ext uri="{FF2B5EF4-FFF2-40B4-BE49-F238E27FC236}">
                <a16:creationId xmlns:a16="http://schemas.microsoft.com/office/drawing/2014/main" id="{C9382B17-B390-C8C0-F5F8-7665434C718C}"/>
              </a:ext>
            </a:extLst>
          </p:cNvPr>
          <p:cNvSpPr/>
          <p:nvPr userDrawn="1"/>
        </p:nvSpPr>
        <p:spPr>
          <a:xfrm>
            <a:off x="3642413" y="900524"/>
            <a:ext cx="4787900" cy="5558804"/>
          </a:xfrm>
          <a:prstGeom prst="rect">
            <a:avLst/>
          </a:prstGeom>
        </p:spPr>
        <p:txBody>
          <a:bodyPr wrap="square" rtlCol="0" anchor="t" anchorCtr="0">
            <a:noAutofit/>
          </a:bodyPr>
          <a:lstStyle/>
          <a:p>
            <a:pPr algn="ctr">
              <a:lnSpc>
                <a:spcPct val="83000"/>
              </a:lnSpc>
            </a:pPr>
            <a:r>
              <a:rPr lang="en-GB" sz="59500" b="1" dirty="0">
                <a:solidFill>
                  <a:schemeClr val="tx1">
                    <a:alpha val="14559"/>
                  </a:schemeClr>
                </a:solidFill>
              </a:rPr>
              <a:t>?</a:t>
            </a:r>
          </a:p>
        </p:txBody>
      </p:sp>
      <p:sp>
        <p:nvSpPr>
          <p:cNvPr id="3" name="Title 2">
            <a:extLst>
              <a:ext uri="{FF2B5EF4-FFF2-40B4-BE49-F238E27FC236}">
                <a16:creationId xmlns:a16="http://schemas.microsoft.com/office/drawing/2014/main" id="{2E0714F6-6F11-9826-9767-37567B1EC5DC}"/>
              </a:ext>
            </a:extLst>
          </p:cNvPr>
          <p:cNvSpPr>
            <a:spLocks noGrp="1"/>
          </p:cNvSpPr>
          <p:nvPr>
            <p:ph type="title" hasCustomPrompt="1"/>
          </p:nvPr>
        </p:nvSpPr>
        <p:spPr>
          <a:xfrm>
            <a:off x="2139732" y="1628776"/>
            <a:ext cx="9461718" cy="3999626"/>
          </a:xfrm>
        </p:spPr>
        <p:txBody>
          <a:bodyPr anchor="ctr" anchorCtr="0"/>
          <a:lstStyle>
            <a:lvl1pPr>
              <a:lnSpc>
                <a:spcPct val="83000"/>
              </a:lnSpc>
              <a:defRPr sz="9600" b="1">
                <a:solidFill>
                  <a:schemeClr val="bg1"/>
                </a:solidFill>
              </a:defRPr>
            </a:lvl1pPr>
          </a:lstStyle>
          <a:p>
            <a:r>
              <a:rPr lang="en-GB" dirty="0"/>
              <a:t>Click to add text</a:t>
            </a:r>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01861DB2-11FB-99E1-B80B-1463133B9A2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30272847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2" name="Pladsholder til dato 3" hidden="1">
            <a:extLst>
              <a:ext uri="{FF2B5EF4-FFF2-40B4-BE49-F238E27FC236}">
                <a16:creationId xmlns:a16="http://schemas.microsoft.com/office/drawing/2014/main" id="{79C6BA40-0A49-7673-45A9-7C4D3541BA07}"/>
              </a:ext>
            </a:extLst>
          </p:cNvPr>
          <p:cNvSpPr>
            <a:spLocks noGrp="1"/>
          </p:cNvSpPr>
          <p:nvPr>
            <p:ph type="dt" sz="half" idx="10"/>
          </p:nvPr>
        </p:nvSpPr>
        <p:spPr>
          <a:xfrm>
            <a:off x="0" y="6858000"/>
            <a:ext cx="0" cy="0"/>
          </a:xfrm>
        </p:spPr>
        <p:txBody>
          <a:bodyPr/>
          <a:lstStyle>
            <a:lvl1pPr>
              <a:defRPr sz="100">
                <a:noFill/>
              </a:defRPr>
            </a:lvl1pPr>
          </a:lstStyle>
          <a:p>
            <a:fld id="{6622F690-D5D4-4852-B56B-61A8F1BA299A}" type="datetime1">
              <a:rPr lang="en-GB" smtClean="0"/>
              <a:t>08/01/2026</a:t>
            </a:fld>
            <a:endParaRPr lang="en-GB" dirty="0"/>
          </a:p>
        </p:txBody>
      </p:sp>
      <p:sp>
        <p:nvSpPr>
          <p:cNvPr id="23" name="Pladsholder til sidefod 4" hidden="1">
            <a:extLst>
              <a:ext uri="{FF2B5EF4-FFF2-40B4-BE49-F238E27FC236}">
                <a16:creationId xmlns:a16="http://schemas.microsoft.com/office/drawing/2014/main" id="{F4D4719E-1E3F-B75D-AF75-C575C79D6C77}"/>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24" name="Pladsholder til slidenummer 5" hidden="1">
            <a:extLst>
              <a:ext uri="{FF2B5EF4-FFF2-40B4-BE49-F238E27FC236}">
                <a16:creationId xmlns:a16="http://schemas.microsoft.com/office/drawing/2014/main" id="{9434FDBC-E923-AFC0-E942-C956724548D0}"/>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
        <p:nvSpPr>
          <p:cNvPr id="2" name="Title 1">
            <a:extLst>
              <a:ext uri="{FF2B5EF4-FFF2-40B4-BE49-F238E27FC236}">
                <a16:creationId xmlns:a16="http://schemas.microsoft.com/office/drawing/2014/main" id="{C4994A88-BF4A-BF39-B835-B0C753B4C19A}"/>
              </a:ext>
            </a:extLst>
          </p:cNvPr>
          <p:cNvSpPr txBox="1">
            <a:spLocks/>
          </p:cNvSpPr>
          <p:nvPr userDrawn="1"/>
        </p:nvSpPr>
        <p:spPr>
          <a:xfrm>
            <a:off x="588964" y="613649"/>
            <a:ext cx="11012486" cy="879921"/>
          </a:xfrm>
          <a:prstGeom prst="rect">
            <a:avLst/>
          </a:prstGeom>
        </p:spPr>
        <p:txBody>
          <a:bodyPr vert="horz" lIns="0" tIns="0" rIns="0" bIns="0" rtlCol="0" anchor="t" anchorCtr="0">
            <a:noAutofit/>
          </a:bodyPr>
          <a:lstStyle>
            <a:lvl1pPr>
              <a:lnSpc>
                <a:spcPct val="100000"/>
              </a:lnSpc>
              <a:spcBef>
                <a:spcPct val="0"/>
              </a:spcBef>
              <a:buNone/>
              <a:defRPr sz="3200">
                <a:solidFill>
                  <a:schemeClr val="bg1"/>
                </a:solidFill>
                <a:latin typeface="+mj-lt"/>
                <a:ea typeface="+mj-ea"/>
                <a:cs typeface="+mj-cs"/>
              </a:defRPr>
            </a:lvl1pPr>
          </a:lstStyle>
          <a:p>
            <a:pPr lvl="0"/>
            <a:r>
              <a:rPr lang="en-GB" sz="3000" dirty="0">
                <a:solidFill>
                  <a:schemeClr val="tx1"/>
                </a:solidFill>
              </a:rPr>
              <a:t>User guide </a:t>
            </a:r>
            <a:r>
              <a:rPr lang="en-GB" sz="1800" dirty="0">
                <a:solidFill>
                  <a:schemeClr val="tx1"/>
                </a:solidFill>
              </a:rPr>
              <a:t>– delete before use</a:t>
            </a:r>
          </a:p>
        </p:txBody>
      </p:sp>
      <p:sp>
        <p:nvSpPr>
          <p:cNvPr id="18" name="Text Box 48">
            <a:extLst>
              <a:ext uri="{FF2B5EF4-FFF2-40B4-BE49-F238E27FC236}">
                <a16:creationId xmlns:a16="http://schemas.microsoft.com/office/drawing/2014/main" id="{91151374-92CC-87E1-F9AB-1D43CA0CBE4F}"/>
              </a:ext>
            </a:extLst>
          </p:cNvPr>
          <p:cNvSpPr txBox="1">
            <a:spLocks noChangeArrowheads="1"/>
          </p:cNvSpPr>
          <p:nvPr userDrawn="1"/>
        </p:nvSpPr>
        <p:spPr bwMode="auto">
          <a:xfrm>
            <a:off x="587376" y="1640495"/>
            <a:ext cx="1750290" cy="387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UCPH PowerPoint templates</a:t>
            </a:r>
            <a:br>
              <a:rPr lang="en-GB" sz="1000" b="1" noProof="1">
                <a:solidFill>
                  <a:schemeClr val="tx1"/>
                </a:solidFill>
                <a:latin typeface="+mn-lt"/>
                <a:cs typeface="Arial" panose="020B0604020202020204" pitchFamily="34" charset="0"/>
              </a:rPr>
            </a:br>
            <a:r>
              <a:rPr lang="en-GB" sz="800" dirty="0">
                <a:effectLst/>
                <a:latin typeface="+mj-lt"/>
                <a:ea typeface="Calibri" panose="020F0502020204030204" pitchFamily="34" charset="0"/>
                <a:cs typeface="Times New Roman" panose="02020603050405020304" pitchFamily="18" charset="0"/>
              </a:rPr>
              <a:t>When you open PowerPoint on your UCPH computer, </a:t>
            </a:r>
            <a:r>
              <a:rPr lang="en-GB" sz="800" kern="1200" dirty="0">
                <a:solidFill>
                  <a:schemeClr val="tx1"/>
                </a:solidFill>
                <a:effectLst/>
                <a:latin typeface="Arial" charset="0"/>
                <a:ea typeface="Calibri" panose="020F0502020204030204" pitchFamily="34" charset="0"/>
                <a:cs typeface="Times New Roman" panose="02020603050405020304" pitchFamily="18" charset="0"/>
              </a:rPr>
              <a:t>PowerPoint opens </a:t>
            </a:r>
            <a:r>
              <a:rPr lang="en-GB" sz="800" dirty="0">
                <a:effectLst/>
                <a:latin typeface="+mj-lt"/>
                <a:ea typeface="Calibri" panose="020F0502020204030204" pitchFamily="34" charset="0"/>
                <a:cs typeface="Times New Roman" panose="02020603050405020304" pitchFamily="18" charset="0"/>
              </a:rPr>
              <a:t>a template in 16:9 format with an English UCPH logo.</a:t>
            </a:r>
          </a:p>
          <a:p>
            <a:pPr eaLnBrk="1" hangingPunct="1">
              <a:spcAft>
                <a:spcPts val="600"/>
              </a:spcAft>
              <a:defRPr/>
            </a:pPr>
            <a:r>
              <a:rPr lang="en-GB" sz="800" dirty="0">
                <a:effectLst/>
                <a:latin typeface="+mj-lt"/>
                <a:ea typeface="Calibri" panose="020F0502020204030204" pitchFamily="34" charset="0"/>
                <a:cs typeface="Times New Roman" panose="02020603050405020304" pitchFamily="18" charset="0"/>
              </a:rPr>
              <a:t>When you click on the UCPH tab in the toolbar, click "Select Template" to choose between templates</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Danish and English </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16:9 format</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"full" or “small" versions (in the full version there is an example of each slide type in the left-hand window)</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as well as an example slide with text in English.</a:t>
            </a:r>
          </a:p>
          <a:p>
            <a:pPr>
              <a:lnSpc>
                <a:spcPct val="115000"/>
              </a:lnSpc>
              <a:spcAft>
                <a:spcPts val="1000"/>
              </a:spcAft>
            </a:pPr>
            <a:r>
              <a:rPr lang="en-GB" sz="800" dirty="0">
                <a:effectLst/>
                <a:latin typeface="+mj-lt"/>
                <a:ea typeface="Calibri" panose="020F0502020204030204" pitchFamily="34" charset="0"/>
                <a:cs typeface="Times New Roman" panose="02020603050405020304" pitchFamily="18" charset="0"/>
              </a:rPr>
              <a:t>If you use a 'full' version, you must delete the slides you do not want to use.</a:t>
            </a:r>
            <a:br>
              <a:rPr lang="en-GB" sz="800" dirty="0">
                <a:effectLst/>
                <a:latin typeface="+mj-lt"/>
                <a:ea typeface="Calibri" panose="020F0502020204030204" pitchFamily="34" charset="0"/>
                <a:cs typeface="Times New Roman" panose="02020603050405020304" pitchFamily="18" charset="0"/>
              </a:rPr>
            </a:br>
            <a:br>
              <a:rPr lang="en-GB" sz="800" dirty="0">
                <a:effectLst/>
                <a:latin typeface="+mj-lt"/>
                <a:ea typeface="Calibri" panose="020F0502020204030204" pitchFamily="34" charset="0"/>
                <a:cs typeface="Times New Roman" panose="02020603050405020304" pitchFamily="18" charset="0"/>
              </a:rPr>
            </a:br>
            <a:r>
              <a:rPr lang="en-GB" sz="800" dirty="0">
                <a:effectLst/>
                <a:latin typeface="+mj-lt"/>
                <a:ea typeface="Calibri" panose="020F0502020204030204" pitchFamily="34" charset="0"/>
                <a:cs typeface="Times New Roman" panose="02020603050405020304" pitchFamily="18" charset="0"/>
              </a:rPr>
              <a:t>Mac users and others can download PowerPoint templates at</a:t>
            </a:r>
          </a:p>
          <a:p>
            <a:pPr>
              <a:lnSpc>
                <a:spcPct val="115000"/>
              </a:lnSpc>
              <a:spcAft>
                <a:spcPts val="1000"/>
              </a:spcAft>
            </a:pPr>
            <a:r>
              <a:rPr lang="en-GB" sz="800" dirty="0">
                <a:solidFill>
                  <a:schemeClr val="accent4"/>
                </a:solidFill>
                <a:effectLst/>
                <a:latin typeface="+mj-l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www.designguide.ku.dk/skabeloner/powerpoint/praesentationer/</a:t>
            </a:r>
            <a:endParaRPr lang="en-GB" sz="8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8" name="Text Box 48">
            <a:extLst>
              <a:ext uri="{FF2B5EF4-FFF2-40B4-BE49-F238E27FC236}">
                <a16:creationId xmlns:a16="http://schemas.microsoft.com/office/drawing/2014/main" id="{CC1000A9-67B6-3DBE-1556-907DFA8F39D9}"/>
              </a:ext>
            </a:extLst>
          </p:cNvPr>
          <p:cNvSpPr txBox="1">
            <a:spLocks noChangeArrowheads="1"/>
          </p:cNvSpPr>
          <p:nvPr userDrawn="1"/>
        </p:nvSpPr>
        <p:spPr bwMode="auto">
          <a:xfrm>
            <a:off x="2570384" y="3966227"/>
            <a:ext cx="1755548" cy="176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your unit name (e.g. your department), page numbers and the date</a:t>
            </a:r>
            <a:br>
              <a:rPr lang="en-GB" sz="1000" b="1" noProof="1">
                <a:solidFill>
                  <a:schemeClr val="tx1"/>
                </a:solidFill>
                <a:latin typeface="+mj-lt"/>
                <a:cs typeface="Arial" panose="020B0604020202020204" pitchFamily="34" charset="0"/>
              </a:rPr>
            </a:br>
            <a:r>
              <a:rPr lang="en-GB" sz="800" b="1" dirty="0">
                <a:effectLst/>
                <a:latin typeface="+mj-lt"/>
                <a:ea typeface="Calibri" panose="020F0502020204030204" pitchFamily="34" charset="0"/>
                <a:cs typeface="Times New Roman" panose="02020603050405020304" pitchFamily="18" charset="0"/>
              </a:rPr>
              <a:t>1. </a:t>
            </a:r>
            <a:r>
              <a:rPr lang="en-GB" sz="800" dirty="0">
                <a:effectLst/>
                <a:latin typeface="+mj-lt"/>
                <a:ea typeface="Calibri" panose="020F0502020204030204" pitchFamily="34" charset="0"/>
                <a:cs typeface="Times New Roman" panose="02020603050405020304" pitchFamily="18" charset="0"/>
              </a:rPr>
              <a:t>Click on </a:t>
            </a:r>
            <a:r>
              <a:rPr lang="en-GB" sz="800" b="1" dirty="0">
                <a:effectLst/>
                <a:latin typeface="+mj-lt"/>
                <a:ea typeface="Calibri" panose="020F0502020204030204" pitchFamily="34" charset="0"/>
                <a:cs typeface="Times New Roman" panose="02020603050405020304" pitchFamily="18" charset="0"/>
              </a:rPr>
              <a:t>Insert</a:t>
            </a:r>
            <a:r>
              <a:rPr lang="en-GB" sz="800" dirty="0">
                <a:effectLst/>
                <a:latin typeface="+mj-lt"/>
                <a:ea typeface="Calibri" panose="020F0502020204030204" pitchFamily="34" charset="0"/>
                <a:cs typeface="Times New Roman" panose="02020603050405020304" pitchFamily="18" charset="0"/>
              </a:rPr>
              <a:t> in the top menu</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2.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Header and Footer</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3. </a:t>
            </a:r>
            <a:r>
              <a:rPr lang="en-GB" sz="800" dirty="0">
                <a:effectLst/>
                <a:latin typeface="+mj-lt"/>
                <a:ea typeface="Calibri" panose="020F0502020204030204" pitchFamily="34" charset="0"/>
                <a:cs typeface="Times New Roman" panose="02020603050405020304" pitchFamily="18" charset="0"/>
              </a:rPr>
              <a:t>Fill in the fields</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4.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a:t>
            </a:r>
            <a:r>
              <a:rPr lang="en-GB" sz="800" b="1" dirty="0">
                <a:effectLst/>
                <a:latin typeface="+mj-lt"/>
                <a:ea typeface="Calibri" panose="020F0502020204030204" pitchFamily="34" charset="0"/>
                <a:cs typeface="Times New Roman" panose="02020603050405020304" pitchFamily="18" charset="0"/>
              </a:rPr>
              <a:t>to all </a:t>
            </a:r>
            <a:r>
              <a:rPr lang="en-GB" sz="800" dirty="0">
                <a:effectLst/>
                <a:latin typeface="+mj-lt"/>
                <a:ea typeface="Calibri" panose="020F0502020204030204" pitchFamily="34" charset="0"/>
                <a:cs typeface="Times New Roman" panose="02020603050405020304" pitchFamily="18" charset="0"/>
              </a:rPr>
              <a:t>or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if it is only to be used on a single slide</a:t>
            </a:r>
          </a:p>
          <a:p>
            <a:pPr>
              <a:lnSpc>
                <a:spcPct val="90000"/>
              </a:lnSpc>
              <a:spcAft>
                <a:spcPts val="1000"/>
              </a:spcAft>
            </a:pPr>
            <a:r>
              <a:rPr lang="en-GB" sz="800" dirty="0">
                <a:effectLst/>
                <a:latin typeface="+mj-lt"/>
                <a:ea typeface="Calibri" panose="020F0502020204030204" pitchFamily="34" charset="0"/>
                <a:cs typeface="Times New Roman" panose="02020603050405020304" pitchFamily="18" charset="0"/>
              </a:rPr>
              <a:t>The information goes on the right-hand side of the page in the grey top bar.</a:t>
            </a:r>
          </a:p>
        </p:txBody>
      </p:sp>
      <p:sp>
        <p:nvSpPr>
          <p:cNvPr id="30" name="Text Box 48">
            <a:extLst>
              <a:ext uri="{FF2B5EF4-FFF2-40B4-BE49-F238E27FC236}">
                <a16:creationId xmlns:a16="http://schemas.microsoft.com/office/drawing/2014/main" id="{57AF5228-50BD-AF36-C290-EB6F54DA4AEB}"/>
              </a:ext>
            </a:extLst>
          </p:cNvPr>
          <p:cNvSpPr txBox="1">
            <a:spLocks noChangeArrowheads="1"/>
          </p:cNvSpPr>
          <p:nvPr userDrawn="1"/>
        </p:nvSpPr>
        <p:spPr bwMode="auto">
          <a:xfrm>
            <a:off x="587375" y="5688880"/>
            <a:ext cx="189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Create a new slide (2010 + 2013 and 2016 version) </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b="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p:txBody>
      </p:sp>
      <p:pic>
        <p:nvPicPr>
          <p:cNvPr id="32" name="Billede 40">
            <a:extLst>
              <a:ext uri="{FF2B5EF4-FFF2-40B4-BE49-F238E27FC236}">
                <a16:creationId xmlns:a16="http://schemas.microsoft.com/office/drawing/2014/main" id="{47DEC83E-2557-C64A-8710-5E90C5500CCC}"/>
              </a:ext>
            </a:extLst>
          </p:cNvPr>
          <p:cNvPicPr>
            <a:picLocks noChangeAspect="1"/>
          </p:cNvPicPr>
          <p:nvPr userDrawn="1"/>
        </p:nvPicPr>
        <p:blipFill rotWithShape="1">
          <a:blip r:embed="rId3"/>
          <a:srcRect l="36944" r="2272" b="69429"/>
          <a:stretch/>
        </p:blipFill>
        <p:spPr>
          <a:xfrm>
            <a:off x="4157637" y="2896656"/>
            <a:ext cx="395416" cy="126627"/>
          </a:xfrm>
          <a:prstGeom prst="rect">
            <a:avLst/>
          </a:prstGeom>
        </p:spPr>
      </p:pic>
      <p:sp>
        <p:nvSpPr>
          <p:cNvPr id="34" name="Text Box 48">
            <a:extLst>
              <a:ext uri="{FF2B5EF4-FFF2-40B4-BE49-F238E27FC236}">
                <a16:creationId xmlns:a16="http://schemas.microsoft.com/office/drawing/2014/main" id="{296B2A40-51DD-3C24-64B4-9C261EFED2FF}"/>
              </a:ext>
            </a:extLst>
          </p:cNvPr>
          <p:cNvSpPr txBox="1">
            <a:spLocks noChangeArrowheads="1"/>
          </p:cNvSpPr>
          <p:nvPr userDrawn="1"/>
        </p:nvSpPr>
        <p:spPr bwMode="auto">
          <a:xfrm>
            <a:off x="2570384" y="2582327"/>
            <a:ext cx="16242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Replace slide type</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Select </a:t>
            </a:r>
            <a:r>
              <a:rPr lang="en-GB" altLang="da-DK" sz="800" b="1" baseline="0" noProof="1">
                <a:solidFill>
                  <a:schemeClr val="tx1"/>
                </a:solidFill>
                <a:latin typeface="+mn-lt"/>
                <a:cs typeface="Arial" panose="020B0604020202020204" pitchFamily="34" charset="0"/>
              </a:rPr>
              <a:t>Layout</a:t>
            </a:r>
            <a:r>
              <a:rPr lang="en-GB" altLang="da-DK" sz="800" baseline="0" noProof="1">
                <a:solidFill>
                  <a:schemeClr val="tx1"/>
                </a:solidFill>
                <a:latin typeface="+mn-lt"/>
                <a:cs typeface="Arial" panose="020B0604020202020204" pitchFamily="34" charset="0"/>
              </a:rPr>
              <a:t> to change the layout of your current slide.</a:t>
            </a:r>
          </a:p>
        </p:txBody>
      </p:sp>
      <p:sp>
        <p:nvSpPr>
          <p:cNvPr id="36" name="Text Box 48">
            <a:extLst>
              <a:ext uri="{FF2B5EF4-FFF2-40B4-BE49-F238E27FC236}">
                <a16:creationId xmlns:a16="http://schemas.microsoft.com/office/drawing/2014/main" id="{26A5352B-2D88-0049-FF68-7A3677982A27}"/>
              </a:ext>
            </a:extLst>
          </p:cNvPr>
          <p:cNvSpPr txBox="1">
            <a:spLocks noChangeArrowheads="1"/>
          </p:cNvSpPr>
          <p:nvPr userDrawn="1"/>
        </p:nvSpPr>
        <p:spPr bwMode="auto">
          <a:xfrm>
            <a:off x="2570384" y="3315092"/>
            <a:ext cx="1634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Font</a:t>
            </a:r>
            <a:br>
              <a:rPr lang="en-GB" sz="1000" b="1" noProof="1">
                <a:solidFill>
                  <a:schemeClr val="tx1"/>
                </a:solidFill>
                <a:latin typeface="+mn-lt"/>
                <a:cs typeface="Arial" panose="020B0604020202020204" pitchFamily="34" charset="0"/>
              </a:rPr>
            </a:br>
            <a:r>
              <a:rPr lang="en-GB" altLang="da-DK" sz="800" b="0" noProof="1">
                <a:solidFill>
                  <a:schemeClr val="tx1"/>
                </a:solidFill>
                <a:latin typeface="+mn-lt"/>
                <a:cs typeface="Arial" panose="020B0604020202020204" pitchFamily="34" charset="0"/>
              </a:rPr>
              <a:t>UCPH uses the font Microsoft New Tai Lue in PowerPoint.</a:t>
            </a:r>
            <a:endParaRPr lang="en-GB" altLang="da-DK" sz="800" b="0" baseline="0" noProof="1">
              <a:solidFill>
                <a:schemeClr val="tx1"/>
              </a:solidFill>
              <a:latin typeface="+mn-lt"/>
              <a:cs typeface="Arial" panose="020B0604020202020204" pitchFamily="34" charset="0"/>
            </a:endParaRPr>
          </a:p>
        </p:txBody>
      </p:sp>
      <p:sp>
        <p:nvSpPr>
          <p:cNvPr id="38" name="Text Box 48">
            <a:extLst>
              <a:ext uri="{FF2B5EF4-FFF2-40B4-BE49-F238E27FC236}">
                <a16:creationId xmlns:a16="http://schemas.microsoft.com/office/drawing/2014/main" id="{F1FD1FCB-14AB-C8C8-E3B6-3A9C2354347E}"/>
              </a:ext>
            </a:extLst>
          </p:cNvPr>
          <p:cNvSpPr txBox="1">
            <a:spLocks noChangeArrowheads="1"/>
          </p:cNvSpPr>
          <p:nvPr userDrawn="1"/>
        </p:nvSpPr>
        <p:spPr bwMode="auto">
          <a:xfrm>
            <a:off x="4739114" y="1627125"/>
            <a:ext cx="1634624"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Gridliness and Guides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To see gridlines and guides</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Click on </a:t>
            </a:r>
            <a:r>
              <a:rPr lang="en-GB" sz="800" b="1" noProof="1">
                <a:solidFill>
                  <a:schemeClr val="tx1"/>
                </a:solidFill>
                <a:latin typeface="+mj-lt"/>
                <a:cs typeface="Arial" panose="020B0604020202020204" pitchFamily="34" charset="0"/>
              </a:rPr>
              <a:t>View</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Select </a:t>
            </a:r>
            <a:r>
              <a:rPr lang="en-GB" sz="800" b="1" noProof="1">
                <a:solidFill>
                  <a:schemeClr val="tx1"/>
                </a:solidFill>
                <a:latin typeface="+mj-lt"/>
                <a:cs typeface="Arial" panose="020B0604020202020204" pitchFamily="34" charset="0"/>
              </a:rPr>
              <a:t>Gridlines</a:t>
            </a:r>
            <a:r>
              <a:rPr lang="en-GB" sz="800" b="0" noProof="1">
                <a:solidFill>
                  <a:schemeClr val="tx1"/>
                </a:solidFill>
                <a:latin typeface="+mj-lt"/>
                <a:cs typeface="Arial" panose="020B0604020202020204" pitchFamily="34" charset="0"/>
              </a:rPr>
              <a:t> and/or </a:t>
            </a:r>
            <a:r>
              <a:rPr lang="en-GB" sz="800" b="1" noProof="1">
                <a:solidFill>
                  <a:schemeClr val="tx1"/>
                </a:solidFill>
                <a:latin typeface="+mj-lt"/>
                <a:cs typeface="Arial" panose="020B0604020202020204" pitchFamily="34" charset="0"/>
              </a:rPr>
              <a:t>Guides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To establish additional gridlines and guides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Hover the mouse over an existing gridline and click on the line (coordinates of the line are displayed)</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Hold down the </a:t>
            </a:r>
            <a:r>
              <a:rPr lang="en-GB" sz="800" b="1" noProof="1">
                <a:solidFill>
                  <a:schemeClr val="tx1"/>
                </a:solidFill>
                <a:latin typeface="+mj-lt"/>
                <a:cs typeface="Arial" panose="020B0604020202020204" pitchFamily="34" charset="0"/>
              </a:rPr>
              <a:t>CTRL key </a:t>
            </a:r>
            <a:r>
              <a:rPr lang="en-GB" sz="800" b="0" noProof="1">
                <a:solidFill>
                  <a:schemeClr val="tx1"/>
                </a:solidFill>
                <a:latin typeface="+mj-lt"/>
                <a:cs typeface="Arial" panose="020B0604020202020204" pitchFamily="34" charset="0"/>
              </a:rPr>
              <a:t>while you move the location of the line (adds a new line).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Press Alt + F9 for a rapid display of gridlines</a:t>
            </a:r>
          </a:p>
        </p:txBody>
      </p:sp>
      <p:sp>
        <p:nvSpPr>
          <p:cNvPr id="40" name="Text Box 48">
            <a:extLst>
              <a:ext uri="{FF2B5EF4-FFF2-40B4-BE49-F238E27FC236}">
                <a16:creationId xmlns:a16="http://schemas.microsoft.com/office/drawing/2014/main" id="{C4D76095-C685-6F22-B51D-0AFAF348C4C3}"/>
              </a:ext>
            </a:extLst>
          </p:cNvPr>
          <p:cNvSpPr txBox="1">
            <a:spLocks noChangeArrowheads="1"/>
          </p:cNvSpPr>
          <p:nvPr userDrawn="1"/>
        </p:nvSpPr>
        <p:spPr bwMode="auto">
          <a:xfrm>
            <a:off x="4728822" y="4141417"/>
            <a:ext cx="1634624" cy="214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picture</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On layouts with picture placeholders: Click the icon and select </a:t>
            </a:r>
            <a:r>
              <a:rPr lang="en-GB" sz="800" b="1" noProof="1">
                <a:solidFill>
                  <a:schemeClr val="tx1"/>
                </a:solidFill>
                <a:latin typeface="+mj-lt"/>
                <a:cs typeface="Arial" panose="020B0604020202020204" pitchFamily="34" charset="0"/>
              </a:rPr>
              <a:t>Insert</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The text  ”Clik here to insert image” will not be visible in presentation mode.</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You can find UCPH-images, which are adapted to and minimised to 16:9 format via this link: </a:t>
            </a:r>
            <a:br>
              <a:rPr lang="en-GB" sz="800" b="0"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 </a:t>
            </a:r>
            <a:r>
              <a:rPr lang="en-GB" sz="800" b="0" noProof="1">
                <a:solidFill>
                  <a:schemeClr val="accent4"/>
                </a:solidFill>
                <a:latin typeface="+mj-lt"/>
                <a:cs typeface="Arial" panose="020B0604020202020204" pitchFamily="34" charset="0"/>
                <a:hlinkClick r:id="rId4">
                  <a:extLst>
                    <a:ext uri="{A12FA001-AC4F-418D-AE19-62706E023703}">
                      <ahyp:hlinkClr xmlns:ahyp="http://schemas.microsoft.com/office/drawing/2018/hyperlinkcolor" val="tx"/>
                    </a:ext>
                  </a:extLst>
                </a:hlinkClick>
              </a:rPr>
              <a:t>https://image.ku.dk/shared/aZwD18034DnM3TYEw9XagEF6kxI6MLkV</a:t>
            </a:r>
            <a:endParaRPr lang="en-GB" sz="800" b="0" noProof="1">
              <a:solidFill>
                <a:schemeClr val="accent4"/>
              </a:solidFill>
              <a:latin typeface="+mj-lt"/>
              <a:cs typeface="Arial" panose="020B0604020202020204" pitchFamily="34" charset="0"/>
            </a:endParaRP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Select slide show-view to activate the link.</a:t>
            </a:r>
          </a:p>
        </p:txBody>
      </p:sp>
      <p:sp>
        <p:nvSpPr>
          <p:cNvPr id="42" name="Text Box 48">
            <a:extLst>
              <a:ext uri="{FF2B5EF4-FFF2-40B4-BE49-F238E27FC236}">
                <a16:creationId xmlns:a16="http://schemas.microsoft.com/office/drawing/2014/main" id="{449B76C2-6958-26C2-DD52-28127622EE08}"/>
              </a:ext>
            </a:extLst>
          </p:cNvPr>
          <p:cNvSpPr txBox="1">
            <a:spLocks noChangeArrowheads="1"/>
          </p:cNvSpPr>
          <p:nvPr userDrawn="1"/>
        </p:nvSpPr>
        <p:spPr bwMode="auto">
          <a:xfrm>
            <a:off x="6691561" y="1640495"/>
            <a:ext cx="163462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Image sizes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The optimal picture size is: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16:9-format: 1.500 x 818 pixels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Save the images in 72 dpi and in "jpg medium quality"</a:t>
            </a:r>
          </a:p>
        </p:txBody>
      </p:sp>
      <p:sp>
        <p:nvSpPr>
          <p:cNvPr id="44" name="Text Box 48">
            <a:extLst>
              <a:ext uri="{FF2B5EF4-FFF2-40B4-BE49-F238E27FC236}">
                <a16:creationId xmlns:a16="http://schemas.microsoft.com/office/drawing/2014/main" id="{B1B679C7-F81E-AF72-3832-BC2B20AF81E0}"/>
              </a:ext>
            </a:extLst>
          </p:cNvPr>
          <p:cNvSpPr txBox="1">
            <a:spLocks noChangeArrowheads="1"/>
          </p:cNvSpPr>
          <p:nvPr userDrawn="1"/>
        </p:nvSpPr>
        <p:spPr bwMode="auto">
          <a:xfrm>
            <a:off x="6691561" y="2720006"/>
            <a:ext cx="16346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Trimming pictures</a:t>
            </a:r>
            <a:br>
              <a:rPr lang="en-GB" sz="1000" b="1" noProof="1">
                <a:solidFill>
                  <a:schemeClr val="tx1"/>
                </a:solidFill>
                <a:latin typeface="+mj-lt"/>
                <a:cs typeface="Arial" panose="020B0604020202020204" pitchFamily="34" charset="0"/>
              </a:rPr>
            </a:br>
            <a:r>
              <a:rPr lang="en-GB" sz="800" b="1" noProof="1">
                <a:solidFill>
                  <a:schemeClr val="tx1"/>
                </a:solidFill>
                <a:latin typeface="+mj-lt"/>
                <a:cs typeface="Arial" panose="020B0604020202020204" pitchFamily="34" charset="0"/>
              </a:rPr>
              <a:t>1</a:t>
            </a:r>
            <a:r>
              <a:rPr lang="en-GB" sz="800" b="0" noProof="1">
                <a:solidFill>
                  <a:schemeClr val="tx1"/>
                </a:solidFill>
                <a:latin typeface="+mj-lt"/>
                <a:cs typeface="Arial" panose="020B0604020202020204" pitchFamily="34" charset="0"/>
              </a:rPr>
              <a:t>. Click</a:t>
            </a:r>
            <a:r>
              <a:rPr lang="en-GB" sz="800" b="1" noProof="1">
                <a:solidFill>
                  <a:schemeClr val="tx1"/>
                </a:solidFill>
                <a:latin typeface="+mj-lt"/>
                <a:cs typeface="Arial" panose="020B0604020202020204" pitchFamily="34" charset="0"/>
              </a:rPr>
              <a:t> Crop </a:t>
            </a:r>
            <a:r>
              <a:rPr lang="en-GB" sz="800" b="0" noProof="1">
                <a:solidFill>
                  <a:schemeClr val="tx1"/>
                </a:solidFill>
                <a:latin typeface="+mj-lt"/>
                <a:cs typeface="Arial" panose="020B0604020202020204" pitchFamily="34" charset="0"/>
              </a:rPr>
              <a:t>to change the image focus/size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If you want to scale the picture, hold the </a:t>
            </a:r>
            <a:r>
              <a:rPr lang="en-GB" sz="800" b="1" noProof="1">
                <a:solidFill>
                  <a:schemeClr val="tx1"/>
                </a:solidFill>
                <a:latin typeface="+mj-lt"/>
                <a:cs typeface="Arial" panose="020B0604020202020204" pitchFamily="34" charset="0"/>
              </a:rPr>
              <a:t>SHIFT</a:t>
            </a:r>
            <a:r>
              <a:rPr lang="en-GB" sz="800" b="0" noProof="1">
                <a:solidFill>
                  <a:schemeClr val="tx1"/>
                </a:solidFill>
                <a:latin typeface="+mj-lt"/>
                <a:cs typeface="Arial" panose="020B0604020202020204" pitchFamily="34" charset="0"/>
              </a:rPr>
              <a:t> button down while dragging in the image corners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3. </a:t>
            </a:r>
            <a:r>
              <a:rPr lang="en-GB" sz="800" b="0" noProof="1">
                <a:solidFill>
                  <a:schemeClr val="tx1"/>
                </a:solidFill>
                <a:latin typeface="+mj-lt"/>
                <a:cs typeface="Arial" panose="020B0604020202020204" pitchFamily="34" charset="0"/>
              </a:rPr>
              <a:t>Right-click on the picture and select </a:t>
            </a:r>
            <a:r>
              <a:rPr lang="en-GB" sz="800" b="1" noProof="1">
                <a:solidFill>
                  <a:schemeClr val="tx1"/>
                </a:solidFill>
                <a:latin typeface="+mj-lt"/>
                <a:cs typeface="Arial" panose="020B0604020202020204" pitchFamily="34" charset="0"/>
              </a:rPr>
              <a:t>Send to back</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If you delete the picture and inserts a new, the picture may be in front of text and graphics. If this happens, you must select the image, right-click and select </a:t>
            </a:r>
            <a:r>
              <a:rPr lang="en-GB" sz="800" b="1" noProof="1">
                <a:solidFill>
                  <a:schemeClr val="tx1"/>
                </a:solidFill>
                <a:latin typeface="+mj-lt"/>
                <a:cs typeface="Arial" panose="020B0604020202020204" pitchFamily="34" charset="0"/>
              </a:rPr>
              <a:t>Send to back</a:t>
            </a:r>
          </a:p>
        </p:txBody>
      </p:sp>
      <p:sp>
        <p:nvSpPr>
          <p:cNvPr id="46" name="Text Box 48">
            <a:extLst>
              <a:ext uri="{FF2B5EF4-FFF2-40B4-BE49-F238E27FC236}">
                <a16:creationId xmlns:a16="http://schemas.microsoft.com/office/drawing/2014/main" id="{DBC859E9-AAD9-582D-9CAB-53B97A96B2FE}"/>
              </a:ext>
            </a:extLst>
          </p:cNvPr>
          <p:cNvSpPr txBox="1">
            <a:spLocks noChangeArrowheads="1"/>
          </p:cNvSpPr>
          <p:nvPr userDrawn="1"/>
        </p:nvSpPr>
        <p:spPr bwMode="auto">
          <a:xfrm>
            <a:off x="6691561" y="4765322"/>
            <a:ext cx="1634624" cy="99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Template colors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You can choose between a range of colors for backgrounds and graphs.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Right-click on the surface of which you want to change the color and then click on the paint can icon</a:t>
            </a:r>
          </a:p>
        </p:txBody>
      </p:sp>
      <p:sp>
        <p:nvSpPr>
          <p:cNvPr id="48" name="Text Box 48">
            <a:extLst>
              <a:ext uri="{FF2B5EF4-FFF2-40B4-BE49-F238E27FC236}">
                <a16:creationId xmlns:a16="http://schemas.microsoft.com/office/drawing/2014/main" id="{5BDA7DE1-7BD9-6953-4F2C-C23FAB665D31}"/>
              </a:ext>
            </a:extLst>
          </p:cNvPr>
          <p:cNvSpPr txBox="1">
            <a:spLocks noChangeArrowheads="1"/>
          </p:cNvSpPr>
          <p:nvPr userDrawn="1"/>
        </p:nvSpPr>
        <p:spPr bwMode="auto">
          <a:xfrm>
            <a:off x="6691561" y="5815137"/>
            <a:ext cx="16346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Further information</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See</a:t>
            </a:r>
            <a:r>
              <a:rPr lang="en-GB" sz="800" b="0" baseline="0" noProof="1">
                <a:solidFill>
                  <a:schemeClr val="tx1"/>
                </a:solidFill>
                <a:latin typeface="+mj-lt"/>
                <a:cs typeface="Arial" panose="020B0604020202020204" pitchFamily="34" charset="0"/>
              </a:rPr>
              <a:t> </a:t>
            </a:r>
            <a:br>
              <a:rPr lang="en-GB" sz="800" b="0" baseline="0" noProof="1">
                <a:solidFill>
                  <a:schemeClr val="tx1"/>
                </a:solidFill>
                <a:latin typeface="+mj-lt"/>
                <a:cs typeface="Arial" panose="020B0604020202020204" pitchFamily="34" charset="0"/>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www.designguide.ku.dk/</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skabeloner/powerpoint/</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praesentationer/</a:t>
            </a:r>
            <a:endParaRPr lang="en-GB" sz="800" b="0" noProof="1">
              <a:solidFill>
                <a:schemeClr val="accent4"/>
              </a:solidFill>
              <a:latin typeface="+mj-lt"/>
              <a:cs typeface="Arial" panose="020B0604020202020204" pitchFamily="34" charset="0"/>
            </a:endParaRPr>
          </a:p>
        </p:txBody>
      </p:sp>
      <p:pic>
        <p:nvPicPr>
          <p:cNvPr id="50" name="Billede 25">
            <a:extLst>
              <a:ext uri="{FF2B5EF4-FFF2-40B4-BE49-F238E27FC236}">
                <a16:creationId xmlns:a16="http://schemas.microsoft.com/office/drawing/2014/main" id="{2BC7410A-935F-DC4A-F8A5-7F39AC457C1E}"/>
              </a:ext>
            </a:extLst>
          </p:cNvPr>
          <p:cNvPicPr>
            <a:picLocks noChangeAspect="1"/>
          </p:cNvPicPr>
          <p:nvPr userDrawn="1"/>
        </p:nvPicPr>
        <p:blipFill>
          <a:blip r:embed="rId6"/>
          <a:stretch>
            <a:fillRect/>
          </a:stretch>
        </p:blipFill>
        <p:spPr>
          <a:xfrm>
            <a:off x="6268044" y="4201412"/>
            <a:ext cx="257327" cy="275280"/>
          </a:xfrm>
          <a:prstGeom prst="rect">
            <a:avLst/>
          </a:prstGeom>
        </p:spPr>
      </p:pic>
      <p:pic>
        <p:nvPicPr>
          <p:cNvPr id="52" name="Billede 36">
            <a:extLst>
              <a:ext uri="{FF2B5EF4-FFF2-40B4-BE49-F238E27FC236}">
                <a16:creationId xmlns:a16="http://schemas.microsoft.com/office/drawing/2014/main" id="{56A21FCA-F356-F238-3DEE-A13BEFECD377}"/>
              </a:ext>
            </a:extLst>
          </p:cNvPr>
          <p:cNvPicPr>
            <a:picLocks noChangeAspect="1"/>
          </p:cNvPicPr>
          <p:nvPr userDrawn="1"/>
        </p:nvPicPr>
        <p:blipFill>
          <a:blip r:embed="rId7"/>
          <a:stretch>
            <a:fillRect/>
          </a:stretch>
        </p:blipFill>
        <p:spPr>
          <a:xfrm>
            <a:off x="8223538" y="2795378"/>
            <a:ext cx="288708" cy="275280"/>
          </a:xfrm>
          <a:prstGeom prst="rect">
            <a:avLst/>
          </a:prstGeom>
        </p:spPr>
      </p:pic>
      <p:pic>
        <p:nvPicPr>
          <p:cNvPr id="54" name="Billede 37">
            <a:extLst>
              <a:ext uri="{FF2B5EF4-FFF2-40B4-BE49-F238E27FC236}">
                <a16:creationId xmlns:a16="http://schemas.microsoft.com/office/drawing/2014/main" id="{8288A8D2-A953-FCF5-C54C-BED0258209D5}"/>
              </a:ext>
            </a:extLst>
          </p:cNvPr>
          <p:cNvPicPr>
            <a:picLocks noChangeAspect="1"/>
          </p:cNvPicPr>
          <p:nvPr userDrawn="1"/>
        </p:nvPicPr>
        <p:blipFill>
          <a:blip r:embed="rId8"/>
          <a:stretch>
            <a:fillRect/>
          </a:stretch>
        </p:blipFill>
        <p:spPr>
          <a:xfrm>
            <a:off x="8241826" y="3187789"/>
            <a:ext cx="223122" cy="228843"/>
          </a:xfrm>
          <a:prstGeom prst="rect">
            <a:avLst/>
          </a:prstGeom>
        </p:spPr>
      </p:pic>
      <p:sp>
        <p:nvSpPr>
          <p:cNvPr id="56" name="Text Box 48">
            <a:extLst>
              <a:ext uri="{FF2B5EF4-FFF2-40B4-BE49-F238E27FC236}">
                <a16:creationId xmlns:a16="http://schemas.microsoft.com/office/drawing/2014/main" id="{1AAEA91B-6C9C-9157-EFF5-6EEB67507A8E}"/>
              </a:ext>
            </a:extLst>
          </p:cNvPr>
          <p:cNvSpPr txBox="1">
            <a:spLocks noChangeArrowheads="1"/>
          </p:cNvSpPr>
          <p:nvPr userDrawn="1"/>
        </p:nvSpPr>
        <p:spPr bwMode="auto">
          <a:xfrm>
            <a:off x="2570384" y="1666128"/>
            <a:ext cx="176813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Under the </a:t>
            </a:r>
            <a:r>
              <a:rPr lang="en-GB" altLang="da-DK" sz="800" b="1" baseline="0" noProof="1">
                <a:solidFill>
                  <a:schemeClr val="tx1"/>
                </a:solidFill>
                <a:latin typeface="+mn-lt"/>
                <a:cs typeface="Arial" panose="020B0604020202020204" pitchFamily="34" charset="0"/>
              </a:rPr>
              <a:t>New slide </a:t>
            </a:r>
            <a:r>
              <a:rPr lang="en-GB" altLang="da-DK" sz="800" baseline="0" noProof="1">
                <a:solidFill>
                  <a:schemeClr val="tx1"/>
                </a:solidFill>
                <a:latin typeface="+mn-lt"/>
                <a:cs typeface="Arial" panose="020B0604020202020204" pitchFamily="34" charset="0"/>
              </a:rPr>
              <a:t>button Click on the top part of the button to create a slide identical to the one selected. Click on the bottom part of the button to see a selection of possible layout choices</a:t>
            </a:r>
            <a:endParaRPr lang="en-GB" altLang="da-DK" sz="800" noProof="1">
              <a:solidFill>
                <a:schemeClr val="tx1"/>
              </a:solidFill>
              <a:latin typeface="+mn-lt"/>
              <a:cs typeface="Arial" panose="020B0604020202020204" pitchFamily="34" charset="0"/>
            </a:endParaRPr>
          </a:p>
        </p:txBody>
      </p:sp>
      <p:pic>
        <p:nvPicPr>
          <p:cNvPr id="58" name="Picture 61">
            <a:extLst>
              <a:ext uri="{FF2B5EF4-FFF2-40B4-BE49-F238E27FC236}">
                <a16:creationId xmlns:a16="http://schemas.microsoft.com/office/drawing/2014/main" id="{874C9D93-430E-897F-0010-953653748BCE}"/>
              </a:ext>
            </a:extLst>
          </p:cNvPr>
          <p:cNvPicPr>
            <a:picLocks noChangeAspect="1"/>
          </p:cNvPicPr>
          <p:nvPr userDrawn="1"/>
        </p:nvPicPr>
        <p:blipFill>
          <a:blip r:embed="rId9"/>
          <a:stretch>
            <a:fillRect/>
          </a:stretch>
        </p:blipFill>
        <p:spPr>
          <a:xfrm>
            <a:off x="4271879" y="1743737"/>
            <a:ext cx="243186" cy="432989"/>
          </a:xfrm>
          <a:prstGeom prst="rect">
            <a:avLst/>
          </a:prstGeom>
        </p:spPr>
      </p:pic>
    </p:spTree>
    <p:extLst>
      <p:ext uri="{BB962C8B-B14F-4D97-AF65-F5344CB8AC3E}">
        <p14:creationId xmlns:p14="http://schemas.microsoft.com/office/powerpoint/2010/main" val="27402793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588965" y="620714"/>
            <a:ext cx="11012486" cy="864858"/>
          </a:xfrm>
          <a:prstGeom prst="rect">
            <a:avLst/>
          </a:prstGeom>
        </p:spPr>
        <p:txBody>
          <a:bodyPr vert="horz" lIns="0" tIns="0" rIns="0" bIns="0" rtlCol="0" anchor="t" anchorCtr="0">
            <a:no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588964" y="1628775"/>
            <a:ext cx="11012487" cy="4673600"/>
          </a:xfrm>
          <a:prstGeom prst="rect">
            <a:avLst/>
          </a:prstGeom>
        </p:spPr>
        <p:txBody>
          <a:bodyPr vert="horz" lIns="0" tIns="0" rIns="0" bIns="0" rtlCol="0">
            <a:no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0" name="Rectangle 19">
            <a:extLst>
              <a:ext uri="{FF2B5EF4-FFF2-40B4-BE49-F238E27FC236}">
                <a16:creationId xmlns:a16="http://schemas.microsoft.com/office/drawing/2014/main" id="{AF5BBBEC-8DDA-37BC-3B1E-5DB781A5DDC2}"/>
              </a:ext>
            </a:extLst>
          </p:cNvPr>
          <p:cNvSpPr/>
          <p:nvPr userDrawn="1"/>
        </p:nvSpPr>
        <p:spPr>
          <a:xfrm>
            <a:off x="0" y="0"/>
            <a:ext cx="12192000" cy="332655"/>
          </a:xfrm>
          <a:prstGeom prst="rect">
            <a:avLst/>
          </a:prstGeom>
          <a:gradFill flip="none" rotWithShape="1">
            <a:gsLst>
              <a:gs pos="0">
                <a:srgbClr val="FFFFFF"/>
              </a:gs>
              <a:gs pos="100000">
                <a:srgbClr val="EEEFEE">
                  <a:alpha val="92941"/>
                </a:srgbClr>
              </a:gs>
            </a:gsLst>
            <a:lin ang="5400000" scaled="0"/>
            <a:tileRect/>
          </a:gradFill>
          <a:ln w="381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Pladsholder til sidefod 4"/>
          <p:cNvSpPr>
            <a:spLocks noGrp="1"/>
          </p:cNvSpPr>
          <p:nvPr>
            <p:ph type="ftr" sz="quarter" idx="3"/>
          </p:nvPr>
        </p:nvSpPr>
        <p:spPr>
          <a:xfrm>
            <a:off x="3236495" y="85745"/>
            <a:ext cx="6981162" cy="176797"/>
          </a:xfrm>
          <a:prstGeom prst="rect">
            <a:avLst/>
          </a:prstGeom>
        </p:spPr>
        <p:txBody>
          <a:bodyPr vert="horz" lIns="0" tIns="0" rIns="0" bIns="0" rtlCol="0" anchor="b" anchorCtr="0"/>
          <a:lstStyle>
            <a:lvl1pPr algn="r">
              <a:defRPr sz="1000">
                <a:solidFill>
                  <a:srgbClr val="333333"/>
                </a:solidFill>
              </a:defRPr>
            </a:lvl1pPr>
          </a:lstStyle>
          <a:p>
            <a:endParaRPr lang="en-GB" dirty="0"/>
          </a:p>
        </p:txBody>
      </p:sp>
      <p:sp>
        <p:nvSpPr>
          <p:cNvPr id="6" name="Pladsholder til slidenummer 5"/>
          <p:cNvSpPr>
            <a:spLocks noGrp="1"/>
          </p:cNvSpPr>
          <p:nvPr>
            <p:ph type="sldNum" sz="quarter" idx="4"/>
          </p:nvPr>
        </p:nvSpPr>
        <p:spPr>
          <a:xfrm>
            <a:off x="11219691" y="85745"/>
            <a:ext cx="381759" cy="176797"/>
          </a:xfrm>
          <a:prstGeom prst="rect">
            <a:avLst/>
          </a:prstGeom>
        </p:spPr>
        <p:txBody>
          <a:bodyPr vert="horz" lIns="0" tIns="0" rIns="0" bIns="0" rtlCol="0" anchor="b" anchorCtr="0"/>
          <a:lstStyle>
            <a:lvl1pPr algn="r">
              <a:defRPr sz="1000">
                <a:solidFill>
                  <a:srgbClr val="333333"/>
                </a:solidFill>
              </a:defRPr>
            </a:lvl1pPr>
          </a:lstStyle>
          <a:p>
            <a:fld id="{091A926C-488A-4E3E-9C21-57CAA120E114}" type="slidenum">
              <a:rPr lang="en-GB" smtClean="0"/>
              <a:pPr/>
              <a:t>‹#›</a:t>
            </a:fld>
            <a:endParaRPr lang="en-GB" dirty="0"/>
          </a:p>
        </p:txBody>
      </p:sp>
      <p:sp>
        <p:nvSpPr>
          <p:cNvPr id="4" name="Pladsholder til dato 3"/>
          <p:cNvSpPr>
            <a:spLocks noGrp="1"/>
          </p:cNvSpPr>
          <p:nvPr>
            <p:ph type="dt" sz="half" idx="2"/>
          </p:nvPr>
        </p:nvSpPr>
        <p:spPr>
          <a:xfrm>
            <a:off x="10329111" y="85745"/>
            <a:ext cx="814976" cy="176797"/>
          </a:xfrm>
          <a:prstGeom prst="rect">
            <a:avLst/>
          </a:prstGeom>
        </p:spPr>
        <p:txBody>
          <a:bodyPr vert="horz" lIns="0" tIns="0" rIns="0" bIns="0" rtlCol="0" anchor="b" anchorCtr="0"/>
          <a:lstStyle>
            <a:lvl1pPr algn="r">
              <a:defRPr sz="1000">
                <a:solidFill>
                  <a:srgbClr val="333333"/>
                </a:solidFill>
              </a:defRPr>
            </a:lvl1pPr>
          </a:lstStyle>
          <a:p>
            <a:fld id="{0FFE5DD6-2126-4C5A-ADA9-CF5BE748E714}" type="datetime1">
              <a:rPr lang="en-GB" smtClean="0"/>
              <a:t>08/01/2026</a:t>
            </a:fld>
            <a:endParaRPr lang="en-GB" dirty="0"/>
          </a:p>
        </p:txBody>
      </p:sp>
      <p:pic>
        <p:nvPicPr>
          <p:cNvPr id="7" name="Picture 11">
            <a:extLst>
              <a:ext uri="{FF2B5EF4-FFF2-40B4-BE49-F238E27FC236}">
                <a16:creationId xmlns:a16="http://schemas.microsoft.com/office/drawing/2014/main" id="{2B48C9BE-CCF6-3266-2B8E-D27C7F011C9B}"/>
              </a:ext>
            </a:extLst>
          </p:cNvPr>
          <p:cNvPicPr>
            <a:picLocks noChangeAspect="1"/>
          </p:cNvPicPr>
          <p:nvPr userDrawn="1"/>
        </p:nvPicPr>
        <p:blipFill rotWithShape="1">
          <a:blip r:embed="rId32"/>
          <a:srcRect l="12043" t="11448" r="17199" b="13844"/>
          <a:stretch/>
        </p:blipFill>
        <p:spPr>
          <a:xfrm>
            <a:off x="335534" y="63578"/>
            <a:ext cx="166516" cy="211296"/>
          </a:xfrm>
          <a:prstGeom prst="rect">
            <a:avLst/>
          </a:prstGeom>
        </p:spPr>
      </p:pic>
      <p:pic>
        <p:nvPicPr>
          <p:cNvPr id="13" name="Picture 27">
            <a:extLst>
              <a:ext uri="{FF2B5EF4-FFF2-40B4-BE49-F238E27FC236}">
                <a16:creationId xmlns:a16="http://schemas.microsoft.com/office/drawing/2014/main" id="{863DD73D-5725-327E-8366-645E99E26ECD}"/>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561694" y="96467"/>
            <a:ext cx="2332648" cy="159521"/>
          </a:xfrm>
          <a:prstGeom prst="rect">
            <a:avLst/>
          </a:prstGeom>
        </p:spPr>
      </p:pic>
    </p:spTree>
    <p:extLst>
      <p:ext uri="{BB962C8B-B14F-4D97-AF65-F5344CB8AC3E}">
        <p14:creationId xmlns:p14="http://schemas.microsoft.com/office/powerpoint/2010/main" val="1203620196"/>
      </p:ext>
    </p:extLst>
  </p:cSld>
  <p:clrMap bg1="lt1" tx1="dk1" bg2="lt2" tx2="dk2" accent1="accent1" accent2="accent2" accent3="accent3" accent4="accent4" accent5="accent5" accent6="accent6" hlink="hlink" folHlink="folHlink"/>
  <p:sldLayoutIdLst>
    <p:sldLayoutId id="2147483672" r:id="rId1"/>
    <p:sldLayoutId id="2147483659" r:id="rId2"/>
    <p:sldLayoutId id="2147483671" r:id="rId3"/>
    <p:sldLayoutId id="2147483701" r:id="rId4"/>
    <p:sldLayoutId id="2147483674" r:id="rId5"/>
    <p:sldLayoutId id="2147483670" r:id="rId6"/>
    <p:sldLayoutId id="2147483660" r:id="rId7"/>
    <p:sldLayoutId id="2147483662" r:id="rId8"/>
    <p:sldLayoutId id="2147483684" r:id="rId9"/>
    <p:sldLayoutId id="2147483685" r:id="rId10"/>
    <p:sldLayoutId id="2147483664" r:id="rId11"/>
    <p:sldLayoutId id="2147483665" r:id="rId12"/>
    <p:sldLayoutId id="2147483689" r:id="rId13"/>
    <p:sldLayoutId id="2147483702" r:id="rId14"/>
    <p:sldLayoutId id="2147483703" r:id="rId15"/>
    <p:sldLayoutId id="2147483694" r:id="rId16"/>
    <p:sldLayoutId id="2147483692" r:id="rId17"/>
    <p:sldLayoutId id="2147483691" r:id="rId18"/>
    <p:sldLayoutId id="2147483697" r:id="rId19"/>
    <p:sldLayoutId id="2147483704" r:id="rId20"/>
    <p:sldLayoutId id="2147483705" r:id="rId21"/>
    <p:sldLayoutId id="2147483695" r:id="rId22"/>
    <p:sldLayoutId id="2147483698" r:id="rId23"/>
    <p:sldLayoutId id="2147483706" r:id="rId24"/>
    <p:sldLayoutId id="2147483707" r:id="rId25"/>
    <p:sldLayoutId id="2147483708" r:id="rId26"/>
    <p:sldLayoutId id="2147483709" r:id="rId27"/>
    <p:sldLayoutId id="2147483710" r:id="rId28"/>
    <p:sldLayoutId id="2147483693" r:id="rId29"/>
    <p:sldLayoutId id="2147483688" r:id="rId30"/>
  </p:sldLayoutIdLst>
  <p:hf hdr="0" ftr="0"/>
  <p:txStyles>
    <p:titleStyle>
      <a:lvl1pPr algn="l" defTabSz="914400" rtl="0" eaLnBrk="1" latinLnBrk="0" hangingPunct="1">
        <a:lnSpc>
          <a:spcPct val="100000"/>
        </a:lnSpc>
        <a:spcBef>
          <a:spcPct val="0"/>
        </a:spcBef>
        <a:buNone/>
        <a:defRPr sz="3000" b="0" i="0" kern="1200" spc="60" baseline="0">
          <a:solidFill>
            <a:schemeClr val="accent1"/>
          </a:solidFill>
          <a:latin typeface="+mj-lt"/>
          <a:ea typeface="Open Sans Extrabold" panose="020B0606030504020204" pitchFamily="34" charset="0"/>
          <a:cs typeface="Microsoft New Tai Lue" panose="020B0502040204020203" pitchFamily="34" charset="0"/>
        </a:defRPr>
      </a:lvl1pPr>
    </p:titleStyle>
    <p:body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 userDrawn="1">
          <p15:clr>
            <a:srgbClr val="F26B43"/>
          </p15:clr>
        </p15:guide>
        <p15:guide id="4" orient="horz" pos="935" userDrawn="1">
          <p15:clr>
            <a:srgbClr val="F26B43"/>
          </p15:clr>
        </p15:guide>
        <p15:guide id="5" pos="371" userDrawn="1">
          <p15:clr>
            <a:srgbClr val="F26B43"/>
          </p15:clr>
        </p15:guide>
        <p15:guide id="6" pos="7308" userDrawn="1">
          <p15:clr>
            <a:srgbClr val="F26B43"/>
          </p15:clr>
        </p15:guide>
        <p15:guide id="7" orient="horz" pos="1026" userDrawn="1">
          <p15:clr>
            <a:srgbClr val="F26B43"/>
          </p15:clr>
        </p15:guide>
        <p15:guide id="8" orient="horz" pos="397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353CCD-CCFC-E64F-9139-067816EBDDDC}"/>
              </a:ext>
            </a:extLst>
          </p:cNvPr>
          <p:cNvSpPr>
            <a:spLocks noGrp="1"/>
          </p:cNvSpPr>
          <p:nvPr>
            <p:ph type="ctrTitle"/>
          </p:nvPr>
        </p:nvSpPr>
        <p:spPr>
          <a:xfrm>
            <a:off x="0" y="2271092"/>
            <a:ext cx="5959476" cy="3895200"/>
          </a:xfrm>
        </p:spPr>
        <p:txBody>
          <a:bodyPr/>
          <a:lstStyle/>
          <a:p>
            <a:endParaRPr lang="en-GB" dirty="0"/>
          </a:p>
        </p:txBody>
      </p:sp>
      <p:sp>
        <p:nvSpPr>
          <p:cNvPr id="9" name="Text Placeholder 8">
            <a:extLst>
              <a:ext uri="{FF2B5EF4-FFF2-40B4-BE49-F238E27FC236}">
                <a16:creationId xmlns:a16="http://schemas.microsoft.com/office/drawing/2014/main" id="{3587BF4D-FADB-7E4A-B37D-A89E5EBBB7EF}"/>
              </a:ext>
            </a:extLst>
          </p:cNvPr>
          <p:cNvSpPr>
            <a:spLocks noGrp="1"/>
          </p:cNvSpPr>
          <p:nvPr>
            <p:ph type="body" sz="quarter" idx="13"/>
          </p:nvPr>
        </p:nvSpPr>
        <p:spPr/>
        <p:txBody>
          <a:bodyPr/>
          <a:lstStyle/>
          <a:p>
            <a:r>
              <a:rPr lang="en-GB" dirty="0"/>
              <a:t>Elliott Taguchi Dickinson</a:t>
            </a:r>
          </a:p>
          <a:p>
            <a:r>
              <a:rPr lang="en-GB" dirty="0"/>
              <a:t>January 8</a:t>
            </a:r>
            <a:r>
              <a:rPr lang="en-GB" baseline="30000" dirty="0"/>
              <a:t>th</a:t>
            </a:r>
            <a:r>
              <a:rPr lang="en-GB" dirty="0"/>
              <a:t>, 2026</a:t>
            </a:r>
          </a:p>
        </p:txBody>
      </p:sp>
      <p:sp>
        <p:nvSpPr>
          <p:cNvPr id="10" name="Text Placeholder 9">
            <a:extLst>
              <a:ext uri="{FF2B5EF4-FFF2-40B4-BE49-F238E27FC236}">
                <a16:creationId xmlns:a16="http://schemas.microsoft.com/office/drawing/2014/main" id="{64E2B609-DC97-CE46-A633-94242427B761}"/>
              </a:ext>
            </a:extLst>
          </p:cNvPr>
          <p:cNvSpPr>
            <a:spLocks noGrp="1"/>
          </p:cNvSpPr>
          <p:nvPr>
            <p:ph type="body" sz="quarter" idx="14"/>
          </p:nvPr>
        </p:nvSpPr>
        <p:spPr/>
        <p:txBody>
          <a:bodyPr/>
          <a:lstStyle/>
          <a:p>
            <a:r>
              <a:rPr lang="en-GB" dirty="0"/>
              <a:t>Catch up talk with Albert</a:t>
            </a:r>
          </a:p>
        </p:txBody>
      </p:sp>
    </p:spTree>
    <p:extLst>
      <p:ext uri="{BB962C8B-B14F-4D97-AF65-F5344CB8AC3E}">
        <p14:creationId xmlns:p14="http://schemas.microsoft.com/office/powerpoint/2010/main" val="1429461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45D791-CCB3-1E41-9275-846295D53DCF}"/>
              </a:ext>
            </a:extLst>
          </p:cNvPr>
          <p:cNvSpPr>
            <a:spLocks noGrp="1"/>
          </p:cNvSpPr>
          <p:nvPr>
            <p:ph type="title"/>
          </p:nvPr>
        </p:nvSpPr>
        <p:spPr/>
        <p:txBody>
          <a:bodyPr/>
          <a:lstStyle/>
          <a:p>
            <a:r>
              <a:rPr lang="en-GB" dirty="0"/>
              <a:t>Agenda</a:t>
            </a:r>
          </a:p>
        </p:txBody>
      </p:sp>
      <p:sp>
        <p:nvSpPr>
          <p:cNvPr id="5" name="Content Placeholder 4">
            <a:extLst>
              <a:ext uri="{FF2B5EF4-FFF2-40B4-BE49-F238E27FC236}">
                <a16:creationId xmlns:a16="http://schemas.microsoft.com/office/drawing/2014/main" id="{32A54480-C453-0249-AF66-494D6C878844}"/>
              </a:ext>
            </a:extLst>
          </p:cNvPr>
          <p:cNvSpPr>
            <a:spLocks noGrp="1"/>
          </p:cNvSpPr>
          <p:nvPr>
            <p:ph idx="1"/>
          </p:nvPr>
        </p:nvSpPr>
        <p:spPr/>
        <p:txBody>
          <a:bodyPr/>
          <a:lstStyle/>
          <a:p>
            <a:r>
              <a:rPr lang="en-GB" dirty="0"/>
              <a:t>How far I’ve come, and whether it’s on time</a:t>
            </a:r>
          </a:p>
          <a:p>
            <a:r>
              <a:rPr lang="en-GB" dirty="0"/>
              <a:t>What the next step is</a:t>
            </a:r>
          </a:p>
          <a:p>
            <a:r>
              <a:rPr lang="en-GB" dirty="0"/>
              <a:t>What else should my project contain (Building the AI filter). Also, What’s expected from me for the rest of the project</a:t>
            </a:r>
          </a:p>
          <a:p>
            <a:pPr lvl="1"/>
            <a:r>
              <a:rPr lang="en-GB" dirty="0"/>
              <a:t>Will I have time for more?</a:t>
            </a:r>
          </a:p>
          <a:p>
            <a:pPr lvl="1"/>
            <a:r>
              <a:rPr lang="en-GB" dirty="0"/>
              <a:t>Am I on, behind or ahead of schedule?</a:t>
            </a:r>
          </a:p>
          <a:p>
            <a:r>
              <a:rPr lang="en-GB" dirty="0"/>
              <a:t>Project description</a:t>
            </a:r>
          </a:p>
        </p:txBody>
      </p:sp>
      <p:sp>
        <p:nvSpPr>
          <p:cNvPr id="2" name="Date Placeholder 1">
            <a:extLst>
              <a:ext uri="{FF2B5EF4-FFF2-40B4-BE49-F238E27FC236}">
                <a16:creationId xmlns:a16="http://schemas.microsoft.com/office/drawing/2014/main" id="{CB3716D6-12A9-6848-9732-186C35C727AC}"/>
              </a:ext>
            </a:extLst>
          </p:cNvPr>
          <p:cNvSpPr>
            <a:spLocks noGrp="1"/>
          </p:cNvSpPr>
          <p:nvPr>
            <p:ph type="dt" sz="half" idx="10"/>
          </p:nvPr>
        </p:nvSpPr>
        <p:spPr/>
        <p:txBody>
          <a:bodyPr/>
          <a:lstStyle/>
          <a:p>
            <a:fld id="{DD0E0F33-965B-4006-BF25-D26E1C84904D}" type="datetime1">
              <a:rPr lang="en-GB" smtClean="0"/>
              <a:t>08/01/2026</a:t>
            </a:fld>
            <a:endParaRPr lang="en-GB" dirty="0"/>
          </a:p>
        </p:txBody>
      </p:sp>
      <p:sp>
        <p:nvSpPr>
          <p:cNvPr id="3" name="Slide Number Placeholder 2">
            <a:extLst>
              <a:ext uri="{FF2B5EF4-FFF2-40B4-BE49-F238E27FC236}">
                <a16:creationId xmlns:a16="http://schemas.microsoft.com/office/drawing/2014/main" id="{2A59EDD3-1818-064E-95C1-FCEF1BC9CCB9}"/>
              </a:ext>
            </a:extLst>
          </p:cNvPr>
          <p:cNvSpPr>
            <a:spLocks noGrp="1"/>
          </p:cNvSpPr>
          <p:nvPr>
            <p:ph type="sldNum" sz="quarter" idx="12"/>
          </p:nvPr>
        </p:nvSpPr>
        <p:spPr/>
        <p:txBody>
          <a:bodyPr/>
          <a:lstStyle/>
          <a:p>
            <a:fld id="{091A926C-488A-4E3E-9C21-57CAA120E114}" type="slidenum">
              <a:rPr lang="en-GB" smtClean="0"/>
              <a:t>2</a:t>
            </a:fld>
            <a:endParaRPr lang="en-GB" dirty="0"/>
          </a:p>
        </p:txBody>
      </p:sp>
    </p:spTree>
    <p:extLst>
      <p:ext uri="{BB962C8B-B14F-4D97-AF65-F5344CB8AC3E}">
        <p14:creationId xmlns:p14="http://schemas.microsoft.com/office/powerpoint/2010/main" val="1079576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BDD1F1-F931-10DC-E92A-907930429B6D}"/>
              </a:ext>
            </a:extLst>
          </p:cNvPr>
          <p:cNvSpPr>
            <a:spLocks noGrp="1"/>
          </p:cNvSpPr>
          <p:nvPr>
            <p:ph type="title"/>
          </p:nvPr>
        </p:nvSpPr>
        <p:spPr/>
        <p:txBody>
          <a:bodyPr/>
          <a:lstStyle/>
          <a:p>
            <a:r>
              <a:rPr lang="en-GB" dirty="0"/>
              <a:t>How far I’ve come</a:t>
            </a:r>
          </a:p>
        </p:txBody>
      </p:sp>
      <p:sp>
        <p:nvSpPr>
          <p:cNvPr id="8" name="Content Placeholder 7">
            <a:extLst>
              <a:ext uri="{FF2B5EF4-FFF2-40B4-BE49-F238E27FC236}">
                <a16:creationId xmlns:a16="http://schemas.microsoft.com/office/drawing/2014/main" id="{49496D0A-AF8F-D58B-09EC-A37528457AFC}"/>
              </a:ext>
            </a:extLst>
          </p:cNvPr>
          <p:cNvSpPr>
            <a:spLocks noGrp="1"/>
          </p:cNvSpPr>
          <p:nvPr>
            <p:ph sz="half" idx="1"/>
          </p:nvPr>
        </p:nvSpPr>
        <p:spPr/>
        <p:txBody>
          <a:bodyPr/>
          <a:lstStyle/>
          <a:p>
            <a:r>
              <a:rPr lang="en-GB" dirty="0"/>
              <a:t>Ran AF3, Boltz-2, (Almost </a:t>
            </a:r>
            <a:r>
              <a:rPr lang="en-GB" dirty="0" err="1"/>
              <a:t>OpenFold</a:t>
            </a:r>
            <a:r>
              <a:rPr lang="en-GB" dirty="0"/>
              <a:t>) and </a:t>
            </a:r>
            <a:r>
              <a:rPr lang="en-GB" dirty="0" err="1"/>
              <a:t>Protenix</a:t>
            </a:r>
            <a:endParaRPr lang="en-GB" dirty="0"/>
          </a:p>
          <a:p>
            <a:r>
              <a:rPr lang="en-GB" dirty="0"/>
              <a:t>Chai-1 ready to be sent to the cluster / another GPU (Memory issues)</a:t>
            </a:r>
          </a:p>
          <a:p>
            <a:r>
              <a:rPr lang="en-GB" dirty="0"/>
              <a:t>HelixFold3 almost ready, just need a way to solve precomputed MSA issue</a:t>
            </a:r>
          </a:p>
        </p:txBody>
      </p:sp>
      <p:sp>
        <p:nvSpPr>
          <p:cNvPr id="9" name="Content Placeholder 8">
            <a:extLst>
              <a:ext uri="{FF2B5EF4-FFF2-40B4-BE49-F238E27FC236}">
                <a16:creationId xmlns:a16="http://schemas.microsoft.com/office/drawing/2014/main" id="{935A0246-6A7D-CE6D-4CAA-6B3AD9561F62}"/>
              </a:ext>
            </a:extLst>
          </p:cNvPr>
          <p:cNvSpPr>
            <a:spLocks noGrp="1"/>
          </p:cNvSpPr>
          <p:nvPr>
            <p:ph sz="half" idx="2"/>
          </p:nvPr>
        </p:nvSpPr>
        <p:spPr/>
        <p:txBody>
          <a:bodyPr/>
          <a:lstStyle/>
          <a:p>
            <a:r>
              <a:rPr lang="en-GB" dirty="0"/>
              <a:t>For each model except </a:t>
            </a:r>
            <a:r>
              <a:rPr lang="en-GB" dirty="0" err="1"/>
              <a:t>OpenFold</a:t>
            </a:r>
            <a:r>
              <a:rPr lang="en-GB" dirty="0"/>
              <a:t> (and maybe HelixFold3), I’ve used the same MSA calculation done by AF3 for the target.</a:t>
            </a:r>
          </a:p>
          <a:p>
            <a:r>
              <a:rPr lang="en-GB" dirty="0"/>
              <a:t>Done that to receive consistency and lower computational cost (only had to do one run of calculating MSA).</a:t>
            </a:r>
          </a:p>
          <a:p>
            <a:r>
              <a:rPr lang="en-GB" dirty="0"/>
              <a:t>Only </a:t>
            </a:r>
            <a:r>
              <a:rPr lang="en-GB" dirty="0" err="1"/>
              <a:t>OpenFold</a:t>
            </a:r>
            <a:r>
              <a:rPr lang="en-GB" dirty="0"/>
              <a:t> showing issues with using the </a:t>
            </a:r>
            <a:r>
              <a:rPr lang="en-GB" dirty="0" err="1"/>
              <a:t>precomp</a:t>
            </a:r>
            <a:r>
              <a:rPr lang="en-GB" dirty="0"/>
              <a:t> MSA (and maybe HelixFold3)</a:t>
            </a:r>
          </a:p>
        </p:txBody>
      </p:sp>
      <p:sp>
        <p:nvSpPr>
          <p:cNvPr id="2" name="Date Placeholder 1">
            <a:extLst>
              <a:ext uri="{FF2B5EF4-FFF2-40B4-BE49-F238E27FC236}">
                <a16:creationId xmlns:a16="http://schemas.microsoft.com/office/drawing/2014/main" id="{79D8D8CE-FCFB-854F-9B04-68E9294731BB}"/>
              </a:ext>
            </a:extLst>
          </p:cNvPr>
          <p:cNvSpPr>
            <a:spLocks noGrp="1"/>
          </p:cNvSpPr>
          <p:nvPr>
            <p:ph type="dt" sz="half" idx="10"/>
          </p:nvPr>
        </p:nvSpPr>
        <p:spPr/>
        <p:txBody>
          <a:bodyPr/>
          <a:lstStyle/>
          <a:p>
            <a:fld id="{55673025-AC33-4B51-AB70-3110FF3042C8}" type="datetime1">
              <a:rPr lang="en-GB" smtClean="0"/>
              <a:t>08/01/2026</a:t>
            </a:fld>
            <a:endParaRPr lang="en-GB" dirty="0"/>
          </a:p>
        </p:txBody>
      </p:sp>
      <p:sp>
        <p:nvSpPr>
          <p:cNvPr id="3" name="Slide Number Placeholder 2">
            <a:extLst>
              <a:ext uri="{FF2B5EF4-FFF2-40B4-BE49-F238E27FC236}">
                <a16:creationId xmlns:a16="http://schemas.microsoft.com/office/drawing/2014/main" id="{1311F2CF-A41F-BC40-BDEF-887570989BBF}"/>
              </a:ext>
            </a:extLst>
          </p:cNvPr>
          <p:cNvSpPr>
            <a:spLocks noGrp="1"/>
          </p:cNvSpPr>
          <p:nvPr>
            <p:ph type="sldNum" sz="quarter" idx="12"/>
          </p:nvPr>
        </p:nvSpPr>
        <p:spPr/>
        <p:txBody>
          <a:bodyPr/>
          <a:lstStyle/>
          <a:p>
            <a:fld id="{091A926C-488A-4E3E-9C21-57CAA120E114}" type="slidenum">
              <a:rPr lang="en-GB" smtClean="0"/>
              <a:t>3</a:t>
            </a:fld>
            <a:endParaRPr lang="en-GB" dirty="0"/>
          </a:p>
        </p:txBody>
      </p:sp>
    </p:spTree>
    <p:extLst>
      <p:ext uri="{BB962C8B-B14F-4D97-AF65-F5344CB8AC3E}">
        <p14:creationId xmlns:p14="http://schemas.microsoft.com/office/powerpoint/2010/main" val="325136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EBA63-450A-E1F6-1772-AAA3EB422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0B60350-989E-861E-ED49-D8E6F3CA808C}"/>
              </a:ext>
            </a:extLst>
          </p:cNvPr>
          <p:cNvSpPr>
            <a:spLocks noGrp="1"/>
          </p:cNvSpPr>
          <p:nvPr>
            <p:ph type="title"/>
          </p:nvPr>
        </p:nvSpPr>
        <p:spPr>
          <a:xfrm>
            <a:off x="588963" y="620714"/>
            <a:ext cx="11012488" cy="863599"/>
          </a:xfrm>
        </p:spPr>
        <p:txBody>
          <a:bodyPr anchor="t">
            <a:normAutofit/>
          </a:bodyPr>
          <a:lstStyle/>
          <a:p>
            <a:r>
              <a:rPr lang="en-GB" dirty="0"/>
              <a:t>How far I’ve come</a:t>
            </a:r>
          </a:p>
        </p:txBody>
      </p:sp>
      <p:pic>
        <p:nvPicPr>
          <p:cNvPr id="8" name="Content Placeholder 7" descr="A timeline with colorful circles and text&#10;&#10;AI-generated content may be incorrect.">
            <a:extLst>
              <a:ext uri="{FF2B5EF4-FFF2-40B4-BE49-F238E27FC236}">
                <a16:creationId xmlns:a16="http://schemas.microsoft.com/office/drawing/2014/main" id="{9F14C523-5802-7BCC-446D-9E0E75997A47}"/>
              </a:ext>
            </a:extLst>
          </p:cNvPr>
          <p:cNvPicPr>
            <a:picLocks noGrp="1" noChangeAspect="1"/>
          </p:cNvPicPr>
          <p:nvPr>
            <p:ph idx="1"/>
          </p:nvPr>
        </p:nvPicPr>
        <p:blipFill>
          <a:blip r:embed="rId3"/>
          <a:stretch>
            <a:fillRect/>
          </a:stretch>
        </p:blipFill>
        <p:spPr>
          <a:xfrm>
            <a:off x="2167812" y="1628775"/>
            <a:ext cx="7854789" cy="4673600"/>
          </a:xfrm>
          <a:noFill/>
        </p:spPr>
      </p:pic>
      <p:sp>
        <p:nvSpPr>
          <p:cNvPr id="2" name="Date Placeholder 1">
            <a:extLst>
              <a:ext uri="{FF2B5EF4-FFF2-40B4-BE49-F238E27FC236}">
                <a16:creationId xmlns:a16="http://schemas.microsoft.com/office/drawing/2014/main" id="{A88FFC4F-1EAC-9658-9BA9-864788F87F66}"/>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427FC7F6-3837-B3C5-5408-4535FE4C009F}"/>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4</a:t>
            </a:fld>
            <a:endParaRPr lang="en-GB"/>
          </a:p>
        </p:txBody>
      </p:sp>
    </p:spTree>
    <p:extLst>
      <p:ext uri="{BB962C8B-B14F-4D97-AF65-F5344CB8AC3E}">
        <p14:creationId xmlns:p14="http://schemas.microsoft.com/office/powerpoint/2010/main" val="1287666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162F-A6DB-59DA-3265-67B981E78F5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C55675A-465F-1C9B-20AB-7B5E04B60433}"/>
              </a:ext>
            </a:extLst>
          </p:cNvPr>
          <p:cNvSpPr>
            <a:spLocks noGrp="1"/>
          </p:cNvSpPr>
          <p:nvPr>
            <p:ph type="title"/>
          </p:nvPr>
        </p:nvSpPr>
        <p:spPr>
          <a:xfrm>
            <a:off x="588963" y="620714"/>
            <a:ext cx="11012488" cy="863599"/>
          </a:xfrm>
        </p:spPr>
        <p:txBody>
          <a:bodyPr anchor="t">
            <a:normAutofit/>
          </a:bodyPr>
          <a:lstStyle/>
          <a:p>
            <a:r>
              <a:rPr lang="en-GB" dirty="0" err="1"/>
              <a:t>OpenFold</a:t>
            </a:r>
            <a:endParaRPr lang="en-GB" dirty="0"/>
          </a:p>
        </p:txBody>
      </p:sp>
      <p:sp>
        <p:nvSpPr>
          <p:cNvPr id="2" name="Date Placeholder 1">
            <a:extLst>
              <a:ext uri="{FF2B5EF4-FFF2-40B4-BE49-F238E27FC236}">
                <a16:creationId xmlns:a16="http://schemas.microsoft.com/office/drawing/2014/main" id="{9130547B-E50E-32B0-537D-1C230BD807AC}"/>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3C197717-C49B-3502-5FB3-2779FE371BF1}"/>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5</a:t>
            </a:fld>
            <a:endParaRPr lang="en-GB"/>
          </a:p>
        </p:txBody>
      </p:sp>
      <p:pic>
        <p:nvPicPr>
          <p:cNvPr id="9" name="Content Placeholder 8" descr="A screenshot of a computer program&#10;&#10;AI-generated content may be incorrect.">
            <a:extLst>
              <a:ext uri="{FF2B5EF4-FFF2-40B4-BE49-F238E27FC236}">
                <a16:creationId xmlns:a16="http://schemas.microsoft.com/office/drawing/2014/main" id="{DB33F767-2515-B8B7-8289-10B41B33007C}"/>
              </a:ext>
            </a:extLst>
          </p:cNvPr>
          <p:cNvPicPr>
            <a:picLocks noGrp="1" noChangeAspect="1"/>
          </p:cNvPicPr>
          <p:nvPr>
            <p:ph idx="1"/>
          </p:nvPr>
        </p:nvPicPr>
        <p:blipFill>
          <a:blip r:embed="rId3"/>
          <a:stretch>
            <a:fillRect/>
          </a:stretch>
        </p:blipFill>
        <p:spPr>
          <a:xfrm>
            <a:off x="1874024" y="1628775"/>
            <a:ext cx="8442364" cy="4673600"/>
          </a:xfrm>
        </p:spPr>
      </p:pic>
    </p:spTree>
    <p:extLst>
      <p:ext uri="{BB962C8B-B14F-4D97-AF65-F5344CB8AC3E}">
        <p14:creationId xmlns:p14="http://schemas.microsoft.com/office/powerpoint/2010/main" val="2899030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C3872-CEC9-4F09-4C20-81EF9F042C9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420BBC4-6764-50E7-D16D-F9496FD0FCAD}"/>
              </a:ext>
            </a:extLst>
          </p:cNvPr>
          <p:cNvSpPr>
            <a:spLocks noGrp="1"/>
          </p:cNvSpPr>
          <p:nvPr>
            <p:ph type="title"/>
          </p:nvPr>
        </p:nvSpPr>
        <p:spPr>
          <a:xfrm>
            <a:off x="588963" y="620714"/>
            <a:ext cx="11012488" cy="863599"/>
          </a:xfrm>
        </p:spPr>
        <p:txBody>
          <a:bodyPr anchor="t">
            <a:normAutofit/>
          </a:bodyPr>
          <a:lstStyle/>
          <a:p>
            <a:r>
              <a:rPr lang="en-GB" dirty="0" err="1"/>
              <a:t>OpenFold</a:t>
            </a:r>
            <a:endParaRPr lang="en-GB" dirty="0"/>
          </a:p>
        </p:txBody>
      </p:sp>
      <p:sp>
        <p:nvSpPr>
          <p:cNvPr id="2" name="Date Placeholder 1">
            <a:extLst>
              <a:ext uri="{FF2B5EF4-FFF2-40B4-BE49-F238E27FC236}">
                <a16:creationId xmlns:a16="http://schemas.microsoft.com/office/drawing/2014/main" id="{540DB284-9CF7-60DF-6A9B-B65E7B228DFA}"/>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D4FA2416-9064-1F5B-4E72-2846FC9B2062}"/>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6</a:t>
            </a:fld>
            <a:endParaRPr lang="en-GB"/>
          </a:p>
        </p:txBody>
      </p:sp>
      <p:pic>
        <p:nvPicPr>
          <p:cNvPr id="8" name="Content Placeholder 7" descr="A screenshot of a computer program&#10;&#10;AI-generated content may be incorrect.">
            <a:extLst>
              <a:ext uri="{FF2B5EF4-FFF2-40B4-BE49-F238E27FC236}">
                <a16:creationId xmlns:a16="http://schemas.microsoft.com/office/drawing/2014/main" id="{A8ADF74E-6418-5BD4-24DC-40780DAFCDB2}"/>
              </a:ext>
            </a:extLst>
          </p:cNvPr>
          <p:cNvPicPr>
            <a:picLocks noGrp="1" noChangeAspect="1"/>
          </p:cNvPicPr>
          <p:nvPr>
            <p:ph idx="1"/>
          </p:nvPr>
        </p:nvPicPr>
        <p:blipFill>
          <a:blip r:embed="rId3"/>
          <a:stretch>
            <a:fillRect/>
          </a:stretch>
        </p:blipFill>
        <p:spPr>
          <a:xfrm>
            <a:off x="1007918" y="1100818"/>
            <a:ext cx="9237021" cy="5201557"/>
          </a:xfrm>
        </p:spPr>
      </p:pic>
    </p:spTree>
    <p:extLst>
      <p:ext uri="{BB962C8B-B14F-4D97-AF65-F5344CB8AC3E}">
        <p14:creationId xmlns:p14="http://schemas.microsoft.com/office/powerpoint/2010/main" val="2714671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80519-26E5-BADD-5F2C-CDBD4A909CB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3401C4F-29C3-37E3-7727-4BEDFCAEB067}"/>
              </a:ext>
            </a:extLst>
          </p:cNvPr>
          <p:cNvSpPr>
            <a:spLocks noGrp="1"/>
          </p:cNvSpPr>
          <p:nvPr>
            <p:ph type="title"/>
          </p:nvPr>
        </p:nvSpPr>
        <p:spPr>
          <a:xfrm>
            <a:off x="588963" y="620714"/>
            <a:ext cx="11012488" cy="863599"/>
          </a:xfrm>
        </p:spPr>
        <p:txBody>
          <a:bodyPr anchor="t">
            <a:normAutofit/>
          </a:bodyPr>
          <a:lstStyle/>
          <a:p>
            <a:r>
              <a:rPr lang="en-GB" dirty="0" err="1"/>
              <a:t>OpenFold</a:t>
            </a:r>
            <a:endParaRPr lang="en-GB" dirty="0"/>
          </a:p>
        </p:txBody>
      </p:sp>
      <p:sp>
        <p:nvSpPr>
          <p:cNvPr id="2" name="Date Placeholder 1">
            <a:extLst>
              <a:ext uri="{FF2B5EF4-FFF2-40B4-BE49-F238E27FC236}">
                <a16:creationId xmlns:a16="http://schemas.microsoft.com/office/drawing/2014/main" id="{D17CC63D-D06F-69D5-0B2B-A64BB695F8D4}"/>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9B8B5522-3D45-C218-8C22-0FB17C4C5F3E}"/>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7</a:t>
            </a:fld>
            <a:endParaRPr lang="en-GB"/>
          </a:p>
        </p:txBody>
      </p:sp>
      <p:pic>
        <p:nvPicPr>
          <p:cNvPr id="9" name="Content Placeholder 8" descr="A black screen with white text&#10;&#10;AI-generated content may be incorrect.">
            <a:extLst>
              <a:ext uri="{FF2B5EF4-FFF2-40B4-BE49-F238E27FC236}">
                <a16:creationId xmlns:a16="http://schemas.microsoft.com/office/drawing/2014/main" id="{77430300-1AF0-74F2-BB08-C27E5244B8E8}"/>
              </a:ext>
            </a:extLst>
          </p:cNvPr>
          <p:cNvPicPr>
            <a:picLocks noGrp="1" noChangeAspect="1"/>
          </p:cNvPicPr>
          <p:nvPr>
            <p:ph idx="1"/>
          </p:nvPr>
        </p:nvPicPr>
        <p:blipFill>
          <a:blip r:embed="rId3"/>
          <a:stretch>
            <a:fillRect/>
          </a:stretch>
        </p:blipFill>
        <p:spPr>
          <a:xfrm>
            <a:off x="588963" y="1349375"/>
            <a:ext cx="7556500" cy="1752600"/>
          </a:xfrm>
        </p:spPr>
      </p:pic>
      <p:sp>
        <p:nvSpPr>
          <p:cNvPr id="12" name="TextBox 11">
            <a:extLst>
              <a:ext uri="{FF2B5EF4-FFF2-40B4-BE49-F238E27FC236}">
                <a16:creationId xmlns:a16="http://schemas.microsoft.com/office/drawing/2014/main" id="{AD064DD2-3DE1-3E87-4FB2-168ECF5322DA}"/>
              </a:ext>
            </a:extLst>
          </p:cNvPr>
          <p:cNvSpPr txBox="1"/>
          <p:nvPr/>
        </p:nvSpPr>
        <p:spPr>
          <a:xfrm>
            <a:off x="588963" y="3520209"/>
            <a:ext cx="11607345" cy="2769989"/>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US" sz="2000" noProof="0" dirty="0"/>
              <a:t>Want to do one monomer run on the target (EGFR) to get the necessary alignment files. </a:t>
            </a:r>
          </a:p>
          <a:p>
            <a:pPr marL="0" marR="0" indent="0" algn="l" defTabSz="914400" rtl="0" eaLnBrk="1" fontAlgn="auto" latinLnBrk="0" hangingPunct="1">
              <a:lnSpc>
                <a:spcPct val="100000"/>
              </a:lnSpc>
              <a:spcBef>
                <a:spcPct val="0"/>
              </a:spcBef>
              <a:spcAft>
                <a:spcPts val="0"/>
              </a:spcAft>
              <a:buClrTx/>
              <a:buSzTx/>
              <a:buFontTx/>
              <a:buNone/>
              <a:tabLst/>
            </a:pPr>
            <a:r>
              <a:rPr lang="en-US" sz="2000" noProof="0" dirty="0"/>
              <a:t>This means that it’s not the same as for the other 4 models (excluding HF3, didn’t run it yet).</a:t>
            </a:r>
          </a:p>
          <a:p>
            <a:pPr marL="0" marR="0" indent="0" algn="l" defTabSz="914400" rtl="0" eaLnBrk="1" fontAlgn="auto" latinLnBrk="0" hangingPunct="1">
              <a:lnSpc>
                <a:spcPct val="100000"/>
              </a:lnSpc>
              <a:spcBef>
                <a:spcPct val="0"/>
              </a:spcBef>
              <a:spcAft>
                <a:spcPts val="0"/>
              </a:spcAft>
              <a:buClrTx/>
              <a:buSzTx/>
              <a:buFontTx/>
              <a:buNone/>
              <a:tabLst/>
            </a:pPr>
            <a:r>
              <a:rPr lang="en-US" sz="2000" noProof="0" dirty="0"/>
              <a:t>Just need to explain this in my thesis. This of course lowers the consistency but might also add</a:t>
            </a:r>
          </a:p>
          <a:p>
            <a:pPr marL="0" marR="0" indent="0" algn="l" defTabSz="914400" rtl="0" eaLnBrk="1" fontAlgn="auto" latinLnBrk="0" hangingPunct="1">
              <a:lnSpc>
                <a:spcPct val="100000"/>
              </a:lnSpc>
              <a:spcBef>
                <a:spcPct val="0"/>
              </a:spcBef>
              <a:spcAft>
                <a:spcPts val="0"/>
              </a:spcAft>
              <a:buClrTx/>
              <a:buSzTx/>
              <a:buFontTx/>
              <a:buNone/>
              <a:tabLst/>
            </a:pPr>
            <a:r>
              <a:rPr lang="en-US" sz="2000" noProof="0" dirty="0"/>
              <a:t>A valuable comparison, since if there’s a huge difference between the signals from </a:t>
            </a:r>
            <a:r>
              <a:rPr lang="en-US" sz="2000" noProof="0" dirty="0" err="1"/>
              <a:t>OpenFold</a:t>
            </a:r>
            <a:r>
              <a:rPr lang="en-US" sz="2000" noProof="0" dirty="0"/>
              <a:t> and the</a:t>
            </a:r>
            <a:br>
              <a:rPr lang="en-US" sz="2000" noProof="0" dirty="0"/>
            </a:br>
            <a:r>
              <a:rPr lang="en-US" sz="2000" noProof="0" dirty="0"/>
              <a:t>other models, it might be because of the MSA calculation – but we will see.</a:t>
            </a:r>
          </a:p>
          <a:p>
            <a:pPr marL="0" marR="0" indent="0" algn="l" defTabSz="914400" rtl="0" eaLnBrk="1" fontAlgn="auto" latinLnBrk="0" hangingPunct="1">
              <a:lnSpc>
                <a:spcPct val="100000"/>
              </a:lnSpc>
              <a:spcBef>
                <a:spcPct val="0"/>
              </a:spcBef>
              <a:spcAft>
                <a:spcPts val="0"/>
              </a:spcAft>
              <a:buClrTx/>
              <a:buSzTx/>
              <a:buFontTx/>
              <a:buNone/>
              <a:tabLst/>
            </a:pPr>
            <a:r>
              <a:rPr lang="en-US" sz="2000" b="0" noProof="0" dirty="0">
                <a:solidFill>
                  <a:schemeClr val="tx1"/>
                </a:solidFill>
                <a:latin typeface="+mn-lt"/>
              </a:rPr>
              <a:t>Also for binders we try to </a:t>
            </a:r>
            <a:r>
              <a:rPr lang="en-US" sz="2000" noProof="0" dirty="0"/>
              <a:t>”trick it”, by just giving the sequence in an .a3m file format. Also did this with</a:t>
            </a:r>
            <a:br>
              <a:rPr lang="en-US" sz="2000" noProof="0" dirty="0"/>
            </a:br>
            <a:r>
              <a:rPr lang="en-US" sz="2000" noProof="0" dirty="0" err="1"/>
              <a:t>Protenix</a:t>
            </a:r>
            <a:br>
              <a:rPr lang="en-US" sz="2000" noProof="0" dirty="0"/>
            </a:br>
            <a:br>
              <a:rPr lang="en-US" sz="2000" noProof="0" dirty="0"/>
            </a:br>
            <a:r>
              <a:rPr lang="en-US" sz="2000" noProof="0" dirty="0"/>
              <a:t>This is still under way.</a:t>
            </a:r>
            <a:endParaRPr lang="en-US" sz="2000" b="0" noProof="0" dirty="0">
              <a:solidFill>
                <a:schemeClr val="tx1"/>
              </a:solidFill>
              <a:latin typeface="+mn-lt"/>
            </a:endParaRPr>
          </a:p>
        </p:txBody>
      </p:sp>
    </p:spTree>
    <p:extLst>
      <p:ext uri="{BB962C8B-B14F-4D97-AF65-F5344CB8AC3E}">
        <p14:creationId xmlns:p14="http://schemas.microsoft.com/office/powerpoint/2010/main" val="17088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9C82E-F79F-0348-8C2E-765546898F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E0013D0-0669-6381-45B8-9CAEFAB80B5D}"/>
              </a:ext>
            </a:extLst>
          </p:cNvPr>
          <p:cNvSpPr>
            <a:spLocks noGrp="1"/>
          </p:cNvSpPr>
          <p:nvPr>
            <p:ph type="title"/>
          </p:nvPr>
        </p:nvSpPr>
        <p:spPr>
          <a:xfrm>
            <a:off x="588963" y="620714"/>
            <a:ext cx="11012488" cy="863599"/>
          </a:xfrm>
        </p:spPr>
        <p:txBody>
          <a:bodyPr anchor="t">
            <a:normAutofit/>
          </a:bodyPr>
          <a:lstStyle/>
          <a:p>
            <a:r>
              <a:rPr lang="en-GB" dirty="0" err="1"/>
              <a:t>OpenFold</a:t>
            </a:r>
            <a:endParaRPr lang="en-GB" dirty="0"/>
          </a:p>
        </p:txBody>
      </p:sp>
      <p:sp>
        <p:nvSpPr>
          <p:cNvPr id="2" name="Date Placeholder 1">
            <a:extLst>
              <a:ext uri="{FF2B5EF4-FFF2-40B4-BE49-F238E27FC236}">
                <a16:creationId xmlns:a16="http://schemas.microsoft.com/office/drawing/2014/main" id="{4C433582-224E-A45C-E4BB-131F7B0D6BD2}"/>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29F05928-E5BB-8E36-FF6D-935A1ECB211D}"/>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8</a:t>
            </a:fld>
            <a:endParaRPr lang="en-GB"/>
          </a:p>
        </p:txBody>
      </p:sp>
      <p:pic>
        <p:nvPicPr>
          <p:cNvPr id="14" name="Content Placeholder 13" descr="A screenshot of a computer&#10;&#10;AI-generated content may be incorrect.">
            <a:extLst>
              <a:ext uri="{FF2B5EF4-FFF2-40B4-BE49-F238E27FC236}">
                <a16:creationId xmlns:a16="http://schemas.microsoft.com/office/drawing/2014/main" id="{3217D642-D67A-12FF-2491-A35A278376AF}"/>
              </a:ext>
            </a:extLst>
          </p:cNvPr>
          <p:cNvPicPr>
            <a:picLocks noGrp="1" noChangeAspect="1"/>
          </p:cNvPicPr>
          <p:nvPr>
            <p:ph idx="1"/>
          </p:nvPr>
        </p:nvPicPr>
        <p:blipFill>
          <a:blip r:embed="rId3"/>
          <a:stretch>
            <a:fillRect/>
          </a:stretch>
        </p:blipFill>
        <p:spPr>
          <a:xfrm>
            <a:off x="588962" y="1225260"/>
            <a:ext cx="11216049" cy="3334039"/>
          </a:xfrm>
        </p:spPr>
      </p:pic>
    </p:spTree>
    <p:extLst>
      <p:ext uri="{BB962C8B-B14F-4D97-AF65-F5344CB8AC3E}">
        <p14:creationId xmlns:p14="http://schemas.microsoft.com/office/powerpoint/2010/main" val="3427580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E887-8C03-2ADD-5713-73CCD9928BA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9B58796-E25F-0573-36FC-73EE92B0A956}"/>
              </a:ext>
            </a:extLst>
          </p:cNvPr>
          <p:cNvSpPr>
            <a:spLocks noGrp="1"/>
          </p:cNvSpPr>
          <p:nvPr>
            <p:ph type="title"/>
          </p:nvPr>
        </p:nvSpPr>
        <p:spPr>
          <a:xfrm>
            <a:off x="588963" y="620714"/>
            <a:ext cx="11012488" cy="863599"/>
          </a:xfrm>
        </p:spPr>
        <p:txBody>
          <a:bodyPr anchor="t">
            <a:normAutofit/>
          </a:bodyPr>
          <a:lstStyle/>
          <a:p>
            <a:r>
              <a:rPr lang="en-GB" dirty="0"/>
              <a:t>HelixFold3</a:t>
            </a:r>
          </a:p>
        </p:txBody>
      </p:sp>
      <p:sp>
        <p:nvSpPr>
          <p:cNvPr id="2" name="Date Placeholder 1">
            <a:extLst>
              <a:ext uri="{FF2B5EF4-FFF2-40B4-BE49-F238E27FC236}">
                <a16:creationId xmlns:a16="http://schemas.microsoft.com/office/drawing/2014/main" id="{BD1316AE-7127-1631-087B-81650C752661}"/>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43D65113-D710-AD4F-733E-45E39D1CBF8F}"/>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9</a:t>
            </a:fld>
            <a:endParaRPr lang="en-GB"/>
          </a:p>
        </p:txBody>
      </p:sp>
      <p:pic>
        <p:nvPicPr>
          <p:cNvPr id="12" name="Content Placeholder 11">
            <a:extLst>
              <a:ext uri="{FF2B5EF4-FFF2-40B4-BE49-F238E27FC236}">
                <a16:creationId xmlns:a16="http://schemas.microsoft.com/office/drawing/2014/main" id="{86EFE670-F2F9-122B-6284-27F737157124}"/>
              </a:ext>
            </a:extLst>
          </p:cNvPr>
          <p:cNvPicPr>
            <a:picLocks noGrp="1" noChangeAspect="1"/>
          </p:cNvPicPr>
          <p:nvPr>
            <p:ph idx="1"/>
          </p:nvPr>
        </p:nvPicPr>
        <p:blipFill>
          <a:blip r:embed="rId3"/>
          <a:stretch>
            <a:fillRect/>
          </a:stretch>
        </p:blipFill>
        <p:spPr>
          <a:xfrm>
            <a:off x="588962" y="1109498"/>
            <a:ext cx="8529637" cy="5317412"/>
          </a:xfrm>
        </p:spPr>
      </p:pic>
    </p:spTree>
    <p:extLst>
      <p:ext uri="{BB962C8B-B14F-4D97-AF65-F5344CB8AC3E}">
        <p14:creationId xmlns:p14="http://schemas.microsoft.com/office/powerpoint/2010/main" val="1234751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885F1-1A4A-054A-BA8E-B879820FA85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1F89EAA-C73C-A754-AFF8-1863E2341F82}"/>
              </a:ext>
            </a:extLst>
          </p:cNvPr>
          <p:cNvSpPr>
            <a:spLocks noGrp="1"/>
          </p:cNvSpPr>
          <p:nvPr>
            <p:ph type="title"/>
          </p:nvPr>
        </p:nvSpPr>
        <p:spPr>
          <a:xfrm>
            <a:off x="588963" y="620714"/>
            <a:ext cx="11012488" cy="863599"/>
          </a:xfrm>
        </p:spPr>
        <p:txBody>
          <a:bodyPr anchor="t">
            <a:normAutofit/>
          </a:bodyPr>
          <a:lstStyle/>
          <a:p>
            <a:r>
              <a:rPr lang="en-GB" dirty="0"/>
              <a:t>HelixFold3</a:t>
            </a:r>
          </a:p>
        </p:txBody>
      </p:sp>
      <p:sp>
        <p:nvSpPr>
          <p:cNvPr id="2" name="Date Placeholder 1">
            <a:extLst>
              <a:ext uri="{FF2B5EF4-FFF2-40B4-BE49-F238E27FC236}">
                <a16:creationId xmlns:a16="http://schemas.microsoft.com/office/drawing/2014/main" id="{EA7E6223-D5DB-7A3B-17A8-EC84D3F66BD9}"/>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B9DC82F4-F095-0D7F-58F2-9CA5AE0C1542}"/>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10</a:t>
            </a:fld>
            <a:endParaRPr lang="en-GB"/>
          </a:p>
        </p:txBody>
      </p:sp>
      <p:sp>
        <p:nvSpPr>
          <p:cNvPr id="6" name="Content Placeholder 5">
            <a:extLst>
              <a:ext uri="{FF2B5EF4-FFF2-40B4-BE49-F238E27FC236}">
                <a16:creationId xmlns:a16="http://schemas.microsoft.com/office/drawing/2014/main" id="{3B66C68C-CBC7-1386-196C-331B46502818}"/>
              </a:ext>
            </a:extLst>
          </p:cNvPr>
          <p:cNvSpPr>
            <a:spLocks noGrp="1"/>
          </p:cNvSpPr>
          <p:nvPr>
            <p:ph idx="1"/>
          </p:nvPr>
        </p:nvSpPr>
        <p:spPr/>
        <p:txBody>
          <a:bodyPr/>
          <a:lstStyle/>
          <a:p>
            <a:r>
              <a:rPr lang="en-DK" dirty="0"/>
              <a:t>How do I use the already precomputed MSA file from AF3 that I also used for every other model? (the .a3m file, which can be converted to the desired file format). Current challenge.</a:t>
            </a:r>
          </a:p>
          <a:p>
            <a:r>
              <a:rPr lang="en-DK" dirty="0"/>
              <a:t>Decide what to do.</a:t>
            </a:r>
          </a:p>
        </p:txBody>
      </p:sp>
    </p:spTree>
    <p:extLst>
      <p:ext uri="{BB962C8B-B14F-4D97-AF65-F5344CB8AC3E}">
        <p14:creationId xmlns:p14="http://schemas.microsoft.com/office/powerpoint/2010/main" val="177768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9791C-32C1-B818-B297-0AF34F341D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1CA4930-6CA6-8022-5E2B-4621D5D9793C}"/>
              </a:ext>
            </a:extLst>
          </p:cNvPr>
          <p:cNvSpPr>
            <a:spLocks noGrp="1"/>
          </p:cNvSpPr>
          <p:nvPr>
            <p:ph type="title"/>
          </p:nvPr>
        </p:nvSpPr>
        <p:spPr>
          <a:xfrm>
            <a:off x="588963" y="620714"/>
            <a:ext cx="11012488" cy="863599"/>
          </a:xfrm>
        </p:spPr>
        <p:txBody>
          <a:bodyPr anchor="t">
            <a:normAutofit/>
          </a:bodyPr>
          <a:lstStyle/>
          <a:p>
            <a:r>
              <a:rPr lang="en-GB" dirty="0"/>
              <a:t>What’s next?</a:t>
            </a:r>
          </a:p>
        </p:txBody>
      </p:sp>
      <p:sp>
        <p:nvSpPr>
          <p:cNvPr id="2" name="Date Placeholder 1">
            <a:extLst>
              <a:ext uri="{FF2B5EF4-FFF2-40B4-BE49-F238E27FC236}">
                <a16:creationId xmlns:a16="http://schemas.microsoft.com/office/drawing/2014/main" id="{BB2EE04E-B0EF-EBA4-1585-E15662870B69}"/>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DD9C8E61-1988-685C-B8A3-ACB91503ECA4}"/>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11</a:t>
            </a:fld>
            <a:endParaRPr lang="en-GB"/>
          </a:p>
        </p:txBody>
      </p:sp>
      <p:sp>
        <p:nvSpPr>
          <p:cNvPr id="6" name="Content Placeholder 5">
            <a:extLst>
              <a:ext uri="{FF2B5EF4-FFF2-40B4-BE49-F238E27FC236}">
                <a16:creationId xmlns:a16="http://schemas.microsoft.com/office/drawing/2014/main" id="{B3C95F4F-E497-5526-D387-E4B70331CB70}"/>
              </a:ext>
            </a:extLst>
          </p:cNvPr>
          <p:cNvSpPr>
            <a:spLocks noGrp="1"/>
          </p:cNvSpPr>
          <p:nvPr>
            <p:ph idx="1"/>
          </p:nvPr>
        </p:nvSpPr>
        <p:spPr/>
        <p:txBody>
          <a:bodyPr/>
          <a:lstStyle/>
          <a:p>
            <a:r>
              <a:rPr lang="en-DK" dirty="0"/>
              <a:t>Need to do something with all the output I received.</a:t>
            </a:r>
          </a:p>
          <a:p>
            <a:r>
              <a:rPr lang="en-DK" dirty="0"/>
              <a:t>What to do? Not sure yet, but will try to analyse and look for signals / correlations. </a:t>
            </a:r>
          </a:p>
          <a:p>
            <a:r>
              <a:rPr lang="en-DK" dirty="0"/>
              <a:t>Need to compare the scores from the 6 models with AdaptyvBio results.</a:t>
            </a:r>
          </a:p>
          <a:p>
            <a:r>
              <a:rPr lang="en-DK" dirty="0">
                <a:sym typeface="Wingdings" pitchFamily="2" charset="2"/>
              </a:rPr>
              <a:t> Then use that somehow to build the AI filter?</a:t>
            </a:r>
            <a:endParaRPr lang="en-DK" dirty="0"/>
          </a:p>
          <a:p>
            <a:pPr marL="0" indent="0">
              <a:buNone/>
            </a:pPr>
            <a:endParaRPr lang="en-DK" dirty="0"/>
          </a:p>
        </p:txBody>
      </p:sp>
    </p:spTree>
    <p:extLst>
      <p:ext uri="{BB962C8B-B14F-4D97-AF65-F5344CB8AC3E}">
        <p14:creationId xmlns:p14="http://schemas.microsoft.com/office/powerpoint/2010/main" val="2658159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850A5-9CFE-7B6C-6EBE-FDB1C9FB39C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B115485-6BCB-7A0D-B6B0-13C75ED679EF}"/>
              </a:ext>
            </a:extLst>
          </p:cNvPr>
          <p:cNvSpPr>
            <a:spLocks noGrp="1"/>
          </p:cNvSpPr>
          <p:nvPr>
            <p:ph type="title"/>
          </p:nvPr>
        </p:nvSpPr>
        <p:spPr>
          <a:xfrm>
            <a:off x="588963" y="620714"/>
            <a:ext cx="11012488" cy="863599"/>
          </a:xfrm>
        </p:spPr>
        <p:txBody>
          <a:bodyPr anchor="t">
            <a:normAutofit/>
          </a:bodyPr>
          <a:lstStyle/>
          <a:p>
            <a:r>
              <a:rPr lang="en-GB" dirty="0"/>
              <a:t>What else should my project contain? What is expected?</a:t>
            </a:r>
          </a:p>
        </p:txBody>
      </p:sp>
      <p:sp>
        <p:nvSpPr>
          <p:cNvPr id="2" name="Date Placeholder 1">
            <a:extLst>
              <a:ext uri="{FF2B5EF4-FFF2-40B4-BE49-F238E27FC236}">
                <a16:creationId xmlns:a16="http://schemas.microsoft.com/office/drawing/2014/main" id="{7F30EA71-D450-1D19-1085-DF361D6FEB87}"/>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3BF907FD-2BB2-730A-F799-D97CEAB0CAFE}"/>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12</a:t>
            </a:fld>
            <a:endParaRPr lang="en-GB"/>
          </a:p>
        </p:txBody>
      </p:sp>
      <p:sp>
        <p:nvSpPr>
          <p:cNvPr id="6" name="Content Placeholder 5">
            <a:extLst>
              <a:ext uri="{FF2B5EF4-FFF2-40B4-BE49-F238E27FC236}">
                <a16:creationId xmlns:a16="http://schemas.microsoft.com/office/drawing/2014/main" id="{8CC5D702-5851-DB13-CD2A-5DF566807566}"/>
              </a:ext>
            </a:extLst>
          </p:cNvPr>
          <p:cNvSpPr>
            <a:spLocks noGrp="1"/>
          </p:cNvSpPr>
          <p:nvPr>
            <p:ph idx="1"/>
          </p:nvPr>
        </p:nvSpPr>
        <p:spPr/>
        <p:txBody>
          <a:bodyPr/>
          <a:lstStyle/>
          <a:p>
            <a:r>
              <a:rPr lang="en-DK" dirty="0"/>
              <a:t>Building the AI filter seems like the end goal for this project, and it makes sense that I start doing that farely soon (M</a:t>
            </a:r>
            <a:r>
              <a:rPr lang="en-GB" dirty="0"/>
              <a:t>a</a:t>
            </a:r>
            <a:r>
              <a:rPr lang="en-DK" dirty="0"/>
              <a:t>rch the latest).</a:t>
            </a:r>
          </a:p>
          <a:p>
            <a:r>
              <a:rPr lang="en-DK" dirty="0"/>
              <a:t>Should the project contain anything else that I forgot or overlooked? Is this an acceptable amount of work / data put into the thesis and the 52,5 ECTS points. </a:t>
            </a:r>
          </a:p>
          <a:p>
            <a:r>
              <a:rPr lang="en-DK" dirty="0"/>
              <a:t>Is there expected more from me? Or does it all sound plausible and realistic.</a:t>
            </a:r>
          </a:p>
          <a:p>
            <a:r>
              <a:rPr lang="en-DK" dirty="0"/>
              <a:t>Am I on schedule or perhaps a bit behind?</a:t>
            </a:r>
          </a:p>
        </p:txBody>
      </p:sp>
    </p:spTree>
    <p:extLst>
      <p:ext uri="{BB962C8B-B14F-4D97-AF65-F5344CB8AC3E}">
        <p14:creationId xmlns:p14="http://schemas.microsoft.com/office/powerpoint/2010/main" val="524589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3AE52-E513-ECEE-06EC-6B3A98ACBDD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CAEBE2A-A775-112B-3DDD-553B4689A9FE}"/>
              </a:ext>
            </a:extLst>
          </p:cNvPr>
          <p:cNvSpPr>
            <a:spLocks noGrp="1"/>
          </p:cNvSpPr>
          <p:nvPr>
            <p:ph type="title"/>
          </p:nvPr>
        </p:nvSpPr>
        <p:spPr>
          <a:xfrm>
            <a:off x="588963" y="620714"/>
            <a:ext cx="11012488" cy="863599"/>
          </a:xfrm>
        </p:spPr>
        <p:txBody>
          <a:bodyPr anchor="t">
            <a:normAutofit/>
          </a:bodyPr>
          <a:lstStyle/>
          <a:p>
            <a:r>
              <a:rPr lang="en-GB" dirty="0"/>
              <a:t>My project description</a:t>
            </a:r>
          </a:p>
        </p:txBody>
      </p:sp>
      <p:sp>
        <p:nvSpPr>
          <p:cNvPr id="2" name="Date Placeholder 1">
            <a:extLst>
              <a:ext uri="{FF2B5EF4-FFF2-40B4-BE49-F238E27FC236}">
                <a16:creationId xmlns:a16="http://schemas.microsoft.com/office/drawing/2014/main" id="{9BCC876D-70CF-0D6A-DA0A-28DC54FA3DE2}"/>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08/01/2026</a:t>
            </a:fld>
            <a:endParaRPr lang="en-GB"/>
          </a:p>
        </p:txBody>
      </p:sp>
      <p:sp>
        <p:nvSpPr>
          <p:cNvPr id="3" name="Slide Number Placeholder 2">
            <a:extLst>
              <a:ext uri="{FF2B5EF4-FFF2-40B4-BE49-F238E27FC236}">
                <a16:creationId xmlns:a16="http://schemas.microsoft.com/office/drawing/2014/main" id="{11F7F242-48E3-92DA-1BFB-B1497156FA48}"/>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13</a:t>
            </a:fld>
            <a:endParaRPr lang="en-GB"/>
          </a:p>
        </p:txBody>
      </p:sp>
      <p:sp>
        <p:nvSpPr>
          <p:cNvPr id="6" name="Content Placeholder 5">
            <a:extLst>
              <a:ext uri="{FF2B5EF4-FFF2-40B4-BE49-F238E27FC236}">
                <a16:creationId xmlns:a16="http://schemas.microsoft.com/office/drawing/2014/main" id="{15B6E660-48B8-F45C-24AA-BCD353B12D04}"/>
              </a:ext>
            </a:extLst>
          </p:cNvPr>
          <p:cNvSpPr>
            <a:spLocks noGrp="1"/>
          </p:cNvSpPr>
          <p:nvPr>
            <p:ph idx="1"/>
          </p:nvPr>
        </p:nvSpPr>
        <p:spPr/>
        <p:txBody>
          <a:bodyPr/>
          <a:lstStyle/>
          <a:p>
            <a:r>
              <a:rPr lang="en-US" noProof="0" dirty="0"/>
              <a:t>A quick look at a new project description that I made, and if it’s good and precise enough. </a:t>
            </a:r>
          </a:p>
        </p:txBody>
      </p:sp>
    </p:spTree>
    <p:extLst>
      <p:ext uri="{BB962C8B-B14F-4D97-AF65-F5344CB8AC3E}">
        <p14:creationId xmlns:p14="http://schemas.microsoft.com/office/powerpoint/2010/main" val="1201306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DE31FAA-6F36-9100-8ACB-51A349DB7EC2}"/>
              </a:ext>
            </a:extLst>
          </p:cNvPr>
          <p:cNvSpPr>
            <a:spLocks noGrp="1"/>
          </p:cNvSpPr>
          <p:nvPr>
            <p:ph type="dt" sz="half" idx="10"/>
          </p:nvPr>
        </p:nvSpPr>
        <p:spPr/>
        <p:txBody>
          <a:bodyPr/>
          <a:lstStyle/>
          <a:p>
            <a:fld id="{DF25F217-EEA3-47F7-A848-2457B725B78C}" type="datetime1">
              <a:rPr lang="en-GB" smtClean="0"/>
              <a:t>08/01/2026</a:t>
            </a:fld>
            <a:endParaRPr lang="en-GB" dirty="0"/>
          </a:p>
        </p:txBody>
      </p:sp>
      <p:sp>
        <p:nvSpPr>
          <p:cNvPr id="4" name="Title 3">
            <a:extLst>
              <a:ext uri="{FF2B5EF4-FFF2-40B4-BE49-F238E27FC236}">
                <a16:creationId xmlns:a16="http://schemas.microsoft.com/office/drawing/2014/main" id="{3F7C490C-7CAF-5B7A-777E-3DFE004E7B27}"/>
              </a:ext>
            </a:extLst>
          </p:cNvPr>
          <p:cNvSpPr>
            <a:spLocks noGrp="1"/>
          </p:cNvSpPr>
          <p:nvPr>
            <p:ph type="title"/>
          </p:nvPr>
        </p:nvSpPr>
        <p:spPr/>
        <p:txBody>
          <a:bodyPr/>
          <a:lstStyle/>
          <a:p>
            <a:pPr marL="0" marR="0" indent="0" defTabSz="914400" rtl="0" eaLnBrk="1" fontAlgn="auto" latinLnBrk="0" hangingPunct="1">
              <a:lnSpc>
                <a:spcPct val="83000"/>
              </a:lnSpc>
              <a:spcBef>
                <a:spcPct val="0"/>
              </a:spcBef>
              <a:spcAft>
                <a:spcPts val="0"/>
              </a:spcAft>
              <a:tabLst/>
            </a:pPr>
            <a:r>
              <a:rPr lang="en-GB" sz="9600" b="1" spc="60" baseline="0" dirty="0">
                <a:solidFill>
                  <a:schemeClr val="bg1"/>
                </a:solidFill>
                <a:latin typeface="Microsoft New Tai Lue"/>
              </a:rPr>
              <a:t>Questions </a:t>
            </a:r>
            <a:r>
              <a:rPr lang="en-GB" sz="9600" b="0" spc="60" baseline="0" dirty="0">
                <a:solidFill>
                  <a:schemeClr val="bg1"/>
                </a:solidFill>
                <a:latin typeface="Microsoft New Tai Lue"/>
              </a:rPr>
              <a:t>&amp; </a:t>
            </a:r>
            <a:br>
              <a:rPr lang="en-GB" sz="9600" b="0" spc="60" baseline="0" dirty="0">
                <a:solidFill>
                  <a:schemeClr val="bg1"/>
                </a:solidFill>
                <a:latin typeface="Microsoft New Tai Lue"/>
              </a:rPr>
            </a:br>
            <a:r>
              <a:rPr lang="en-GB" sz="9600" b="0" spc="60" baseline="0" dirty="0">
                <a:solidFill>
                  <a:schemeClr val="bg1"/>
                </a:solidFill>
                <a:latin typeface="Microsoft New Tai Lue"/>
              </a:rPr>
              <a:t>comments?</a:t>
            </a:r>
          </a:p>
        </p:txBody>
      </p:sp>
      <p:sp>
        <p:nvSpPr>
          <p:cNvPr id="7" name="Slide Number Placeholder 6">
            <a:extLst>
              <a:ext uri="{FF2B5EF4-FFF2-40B4-BE49-F238E27FC236}">
                <a16:creationId xmlns:a16="http://schemas.microsoft.com/office/drawing/2014/main" id="{FA23AE76-1745-AB53-5911-086EB4A01A4E}"/>
              </a:ext>
            </a:extLst>
          </p:cNvPr>
          <p:cNvSpPr>
            <a:spLocks noGrp="1"/>
          </p:cNvSpPr>
          <p:nvPr>
            <p:ph type="sldNum" sz="quarter" idx="12"/>
          </p:nvPr>
        </p:nvSpPr>
        <p:spPr/>
        <p:txBody>
          <a:bodyPr/>
          <a:lstStyle/>
          <a:p>
            <a:fld id="{091A926C-488A-4E3E-9C21-57CAA120E114}" type="slidenum">
              <a:rPr lang="en-GB" smtClean="0"/>
              <a:pPr/>
              <a:t>14</a:t>
            </a:fld>
            <a:endParaRPr lang="en-GB" dirty="0"/>
          </a:p>
        </p:txBody>
      </p:sp>
    </p:spTree>
    <p:extLst>
      <p:ext uri="{BB962C8B-B14F-4D97-AF65-F5344CB8AC3E}">
        <p14:creationId xmlns:p14="http://schemas.microsoft.com/office/powerpoint/2010/main" val="1763571465"/>
      </p:ext>
    </p:extLst>
  </p:cSld>
  <p:clrMapOvr>
    <a:masterClrMapping/>
  </p:clrMapOvr>
</p:sld>
</file>

<file path=ppt/theme/theme1.xml><?xml version="1.0" encoding="utf-8"?>
<a:theme xmlns:a="http://schemas.openxmlformats.org/drawingml/2006/main" name="Brugerdefineret design">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øbenhavns Universitet">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a:solidFill>
            <a:schemeClr val="accent1"/>
          </a:solidFill>
        </a:ln>
      </a:spPr>
      <a:bodyPr wrap="square" rtlCol="0" anchor="ctr">
        <a:noAutofit/>
      </a:bodyPr>
      <a:lstStyle>
        <a:defPPr algn="l">
          <a:defRPr sz="2400" dirty="0" err="1" smtClean="0">
            <a:solidFill>
              <a:schemeClr val="bg1"/>
            </a:solidFill>
          </a:defRPr>
        </a:defPPr>
      </a:lstStyle>
    </a:spDef>
    <a:txDef>
      <a:spPr/>
      <a:bodyPr vert="horz" wrap="square" lIns="0" tIns="0" rIns="0" bIns="0" rtlCol="0" anchor="t" anchorCtr="0">
        <a:spAutoFit/>
      </a:bodyPr>
      <a:lstStyle>
        <a:defPPr marL="0" marR="0" indent="0" algn="l" defTabSz="914400" rtl="0" eaLnBrk="1" fontAlgn="auto" latinLnBrk="0" hangingPunct="1">
          <a:lnSpc>
            <a:spcPct val="100000"/>
          </a:lnSpc>
          <a:spcBef>
            <a:spcPct val="0"/>
          </a:spcBef>
          <a:spcAft>
            <a:spcPts val="0"/>
          </a:spcAft>
          <a:buClrTx/>
          <a:buSzTx/>
          <a:buFontTx/>
          <a:buNone/>
          <a:tabLst/>
          <a:defRPr sz="2400" b="0" dirty="0" smtClean="0">
            <a:solidFill>
              <a:schemeClr val="tx1"/>
            </a:solidFill>
            <a:latin typeface="+mn-lt"/>
          </a:defRPr>
        </a:defPPr>
      </a:lstStyle>
    </a:txDef>
  </a:objectDefaults>
  <a:extraClrSchemeLst/>
  <a:extLst>
    <a:ext uri="{05A4C25C-085E-4340-85A3-A5531E510DB2}">
      <thm15:themeFamily xmlns:thm15="http://schemas.microsoft.com/office/thememl/2012/main" name="16x9_ENG_full.potx" id="{D0D36B92-5B0A-4532-81C4-17DEF59CC1CE}" vid="{DAA9B640-9269-43B6-8C37-C6A215F85199}"/>
    </a:ext>
  </a:extLst>
</a:theme>
</file>

<file path=ppt/theme/theme2.xml><?xml version="1.0" encoding="utf-8"?>
<a:theme xmlns:a="http://schemas.openxmlformats.org/drawingml/2006/main" name="Office Theme">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945</Words>
  <Application>Microsoft Macintosh PowerPoint</Application>
  <PresentationFormat>Widescreen</PresentationFormat>
  <Paragraphs>103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Microsoft New Tai Lue</vt:lpstr>
      <vt:lpstr>Wingdings</vt:lpstr>
      <vt:lpstr>Brugerdefineret design</vt:lpstr>
      <vt:lpstr>PowerPoint Presentation</vt:lpstr>
      <vt:lpstr>Agenda</vt:lpstr>
      <vt:lpstr>How far I’ve come</vt:lpstr>
      <vt:lpstr>How far I’ve come</vt:lpstr>
      <vt:lpstr>OpenFold</vt:lpstr>
      <vt:lpstr>OpenFold</vt:lpstr>
      <vt:lpstr>OpenFold</vt:lpstr>
      <vt:lpstr>OpenFold</vt:lpstr>
      <vt:lpstr>HelixFold3</vt:lpstr>
      <vt:lpstr>HelixFold3</vt:lpstr>
      <vt:lpstr>What’s next?</vt:lpstr>
      <vt:lpstr>What else should my project contain? What is expected?</vt:lpstr>
      <vt:lpstr>My project description</vt:lpstr>
      <vt:lpstr>Questions &amp;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2022-06-29T06:33:07Z</dcterms:created>
  <dcterms:modified xsi:type="dcterms:W3CDTF">2026-01-08T15:40:48Z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ies>
</file>