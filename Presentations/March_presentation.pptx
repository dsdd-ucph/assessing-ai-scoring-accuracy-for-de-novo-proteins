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3658" r:id="rId1"/>
  </p:sldMasterIdLst>
  <p:notesMasterIdLst>
    <p:notesMasterId r:id="rId23"/>
  </p:notesMasterIdLst>
  <p:handoutMasterIdLst>
    <p:handoutMasterId r:id="rId24"/>
  </p:handoutMasterIdLst>
  <p:sldIdLst>
    <p:sldId id="464" r:id="rId2"/>
    <p:sldId id="450" r:id="rId3"/>
    <p:sldId id="509" r:id="rId4"/>
    <p:sldId id="451" r:id="rId5"/>
    <p:sldId id="511" r:id="rId6"/>
    <p:sldId id="510" r:id="rId7"/>
    <p:sldId id="512" r:id="rId8"/>
    <p:sldId id="519" r:id="rId9"/>
    <p:sldId id="449" r:id="rId10"/>
    <p:sldId id="513" r:id="rId11"/>
    <p:sldId id="520" r:id="rId12"/>
    <p:sldId id="521" r:id="rId13"/>
    <p:sldId id="522" r:id="rId14"/>
    <p:sldId id="523" r:id="rId15"/>
    <p:sldId id="524" r:id="rId16"/>
    <p:sldId id="491" r:id="rId17"/>
    <p:sldId id="514" r:id="rId18"/>
    <p:sldId id="515" r:id="rId19"/>
    <p:sldId id="516" r:id="rId20"/>
    <p:sldId id="517" r:id="rId21"/>
    <p:sldId id="51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36">
          <p15:clr>
            <a:srgbClr val="A4A3A4"/>
          </p15:clr>
        </p15:guide>
        <p15:guide id="2" orient="horz" pos="391">
          <p15:clr>
            <a:srgbClr val="A4A3A4"/>
          </p15:clr>
        </p15:guide>
        <p15:guide id="3"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8DC1"/>
    <a:srgbClr val="E4D700"/>
    <a:srgbClr val="E58C8A"/>
    <a:srgbClr val="DC7B21"/>
    <a:srgbClr val="A85E18"/>
    <a:srgbClr val="A8EAEE"/>
    <a:srgbClr val="38558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824" autoAdjust="0"/>
    <p:restoredTop sz="84610" autoAdjust="0"/>
  </p:normalViewPr>
  <p:slideViewPr>
    <p:cSldViewPr snapToGrid="0" showGuides="1">
      <p:cViewPr>
        <p:scale>
          <a:sx n="92" d="100"/>
          <a:sy n="92" d="100"/>
        </p:scale>
        <p:origin x="1848" y="408"/>
      </p:cViewPr>
      <p:guideLst>
        <p:guide orient="horz" pos="936"/>
        <p:guide orient="horz" pos="391"/>
        <p:guide pos="3840"/>
      </p:guideLst>
    </p:cSldViewPr>
  </p:slideViewPr>
  <p:outlineViewPr>
    <p:cViewPr>
      <p:scale>
        <a:sx n="33" d="100"/>
        <a:sy n="33" d="100"/>
      </p:scale>
      <p:origin x="0" y="0"/>
    </p:cViewPr>
  </p:outlineViewPr>
  <p:notesTextViewPr>
    <p:cViewPr>
      <p:scale>
        <a:sx n="1" d="1"/>
        <a:sy n="1" d="1"/>
      </p:scale>
      <p:origin x="0" y="-288"/>
    </p:cViewPr>
  </p:notesTextViewPr>
  <p:notesViewPr>
    <p:cSldViewPr snapToGrid="0" showGuides="1">
      <p:cViewPr varScale="1">
        <p:scale>
          <a:sx n="78" d="100"/>
          <a:sy n="78" d="100"/>
        </p:scale>
        <p:origin x="3954"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Pladsholder til dato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68F9E11-F642-4BF2-B4DC-AF7D35EA7551}" type="datetimeFigureOut">
              <a:rPr lang="en-GB" smtClean="0"/>
              <a:t>09/03/2026</a:t>
            </a:fld>
            <a:endParaRPr lang="en-GB"/>
          </a:p>
        </p:txBody>
      </p:sp>
      <p:sp>
        <p:nvSpPr>
          <p:cNvPr id="4" name="Pladsholder til sidefod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Pladsholder til slidenumm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DA371A3-64EC-4735-8565-D99D78279674}" type="slidenum">
              <a:rPr lang="en-GB" smtClean="0"/>
              <a:t>‹#›</a:t>
            </a:fld>
            <a:endParaRPr lang="en-GB"/>
          </a:p>
        </p:txBody>
      </p:sp>
    </p:spTree>
    <p:extLst>
      <p:ext uri="{BB962C8B-B14F-4D97-AF65-F5344CB8AC3E}">
        <p14:creationId xmlns:p14="http://schemas.microsoft.com/office/powerpoint/2010/main" val="34692714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D72A38B-F9FA-4036-A084-652409E98F08}" type="datetimeFigureOut">
              <a:rPr lang="en-GB" smtClean="0"/>
              <a:t>09/03/2026</a:t>
            </a:fld>
            <a:endParaRPr lang="en-GB"/>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9436F85-577F-4A92-A47F-D540A2BCC821}" type="slidenum">
              <a:rPr lang="en-GB" smtClean="0"/>
              <a:t>‹#›</a:t>
            </a:fld>
            <a:endParaRPr lang="en-GB"/>
          </a:p>
        </p:txBody>
      </p:sp>
    </p:spTree>
    <p:extLst>
      <p:ext uri="{BB962C8B-B14F-4D97-AF65-F5344CB8AC3E}">
        <p14:creationId xmlns:p14="http://schemas.microsoft.com/office/powerpoint/2010/main" val="3378091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9436F85-577F-4A92-A47F-D540A2BCC821}" type="slidenum">
              <a:rPr lang="en-GB" smtClean="0"/>
              <a:t>1</a:t>
            </a:fld>
            <a:endParaRPr lang="en-GB" dirty="0"/>
          </a:p>
        </p:txBody>
      </p:sp>
    </p:spTree>
    <p:extLst>
      <p:ext uri="{BB962C8B-B14F-4D97-AF65-F5344CB8AC3E}">
        <p14:creationId xmlns:p14="http://schemas.microsoft.com/office/powerpoint/2010/main" val="28339317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scFv</a:t>
            </a:r>
            <a:r>
              <a:rPr lang="en-GB" dirty="0"/>
              <a:t> = Single-chain variable fragment. Is a recombinant antibody fragment (smaller than an actual antibody) consisting of the heavy and light chains, and connected by a short, flexible peptide linker.</a:t>
            </a:r>
          </a:p>
          <a:p>
            <a:endParaRPr lang="en-GB" dirty="0"/>
          </a:p>
          <a:p>
            <a:endParaRPr lang="en-GB" dirty="0"/>
          </a:p>
          <a:p>
            <a:r>
              <a:rPr lang="en-GB" dirty="0"/>
              <a:t>Have the title focus more on consensus and the after math. </a:t>
            </a:r>
          </a:p>
          <a:p>
            <a:r>
              <a:rPr lang="en-GB" dirty="0"/>
              <a:t>Look into </a:t>
            </a:r>
            <a:r>
              <a:rPr lang="en-GB" dirty="0" err="1"/>
              <a:t>protenix</a:t>
            </a:r>
            <a:r>
              <a:rPr lang="en-GB" dirty="0"/>
              <a:t>, cherry pick.</a:t>
            </a:r>
          </a:p>
          <a:p>
            <a:r>
              <a:rPr lang="en-GB" dirty="0"/>
              <a:t>Probably switched around the </a:t>
            </a:r>
            <a:r>
              <a:rPr lang="en-GB" dirty="0" err="1"/>
              <a:t>jaccard</a:t>
            </a:r>
            <a:r>
              <a:rPr lang="en-GB" dirty="0"/>
              <a:t> values.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Do not split interface analysis into binder and target.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Cherry pick some specific ones and do screen shots and also do visual inspections, also do correlation plot of </a:t>
            </a:r>
            <a:r>
              <a:rPr lang="en-GB" dirty="0" err="1"/>
              <a:t>Protenix</a:t>
            </a:r>
            <a:r>
              <a:rPr lang="en-GB"/>
              <a:t>.</a:t>
            </a:r>
          </a:p>
          <a:p>
            <a:endParaRPr lang="en-GB" dirty="0"/>
          </a:p>
        </p:txBody>
      </p:sp>
      <p:sp>
        <p:nvSpPr>
          <p:cNvPr id="4" name="Slide Number Placeholder 3"/>
          <p:cNvSpPr>
            <a:spLocks noGrp="1"/>
          </p:cNvSpPr>
          <p:nvPr>
            <p:ph type="sldNum" sz="quarter" idx="5"/>
          </p:nvPr>
        </p:nvSpPr>
        <p:spPr/>
        <p:txBody>
          <a:bodyPr/>
          <a:lstStyle/>
          <a:p>
            <a:fld id="{49436F85-577F-4A92-A47F-D540A2BCC821}" type="slidenum">
              <a:rPr lang="en-GB" smtClean="0"/>
              <a:t>2</a:t>
            </a:fld>
            <a:endParaRPr lang="en-GB" dirty="0"/>
          </a:p>
        </p:txBody>
      </p:sp>
    </p:spTree>
    <p:extLst>
      <p:ext uri="{BB962C8B-B14F-4D97-AF65-F5344CB8AC3E}">
        <p14:creationId xmlns:p14="http://schemas.microsoft.com/office/powerpoint/2010/main" val="31405944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DC686-BADE-6F3A-9503-EDE2EFE735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4973BD-9376-541F-A884-94FA56EDFC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B14A4C-D381-DAB8-E2EE-14ACC18970F1}"/>
              </a:ext>
            </a:extLst>
          </p:cNvPr>
          <p:cNvSpPr>
            <a:spLocks noGrp="1"/>
          </p:cNvSpPr>
          <p:nvPr>
            <p:ph type="body" idx="1"/>
          </p:nvPr>
        </p:nvSpPr>
        <p:spPr/>
        <p:txBody>
          <a:bodyPr/>
          <a:lstStyle/>
          <a:p>
            <a:r>
              <a:rPr lang="en-GB" dirty="0"/>
              <a:t>Did not write introduction yet but have the outline and the titles. Already have some of my methodical section written. Data analysis is moving forward.</a:t>
            </a:r>
          </a:p>
        </p:txBody>
      </p:sp>
      <p:sp>
        <p:nvSpPr>
          <p:cNvPr id="4" name="Slide Number Placeholder 3">
            <a:extLst>
              <a:ext uri="{FF2B5EF4-FFF2-40B4-BE49-F238E27FC236}">
                <a16:creationId xmlns:a16="http://schemas.microsoft.com/office/drawing/2014/main" id="{B0381075-0C3B-FE18-77D2-5FE96F8D7CC5}"/>
              </a:ext>
            </a:extLst>
          </p:cNvPr>
          <p:cNvSpPr>
            <a:spLocks noGrp="1"/>
          </p:cNvSpPr>
          <p:nvPr>
            <p:ph type="sldNum" sz="quarter" idx="5"/>
          </p:nvPr>
        </p:nvSpPr>
        <p:spPr/>
        <p:txBody>
          <a:bodyPr/>
          <a:lstStyle/>
          <a:p>
            <a:fld id="{49436F85-577F-4A92-A47F-D540A2BCC821}" type="slidenum">
              <a:rPr lang="en-GB" smtClean="0"/>
              <a:t>3</a:t>
            </a:fld>
            <a:endParaRPr lang="en-GB" dirty="0"/>
          </a:p>
        </p:txBody>
      </p:sp>
    </p:spTree>
    <p:extLst>
      <p:ext uri="{BB962C8B-B14F-4D97-AF65-F5344CB8AC3E}">
        <p14:creationId xmlns:p14="http://schemas.microsoft.com/office/powerpoint/2010/main" val="21524366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E8E8E8"/>
                </a:solidFill>
                <a:effectLst/>
                <a:latin typeface="Google Sans"/>
              </a:rPr>
              <a:t>The Jaccard index is </a:t>
            </a:r>
            <a:r>
              <a:rPr lang="en-GB" b="0" i="0" dirty="0">
                <a:solidFill>
                  <a:srgbClr val="FFFFFF"/>
                </a:solidFill>
                <a:effectLst/>
                <a:latin typeface="Google Sans"/>
              </a:rPr>
              <a:t>a statistic used to compare the similarity and diversity of two sets of data</a:t>
            </a:r>
            <a:r>
              <a:rPr lang="en-GB" b="0" i="0" dirty="0">
                <a:solidFill>
                  <a:srgbClr val="E8E8E8"/>
                </a:solidFill>
                <a:effectLst/>
                <a:latin typeface="Google Sans"/>
              </a:rPr>
              <a:t>. How much agreement do we have between these two models in terms of where the binder interacts with the target.</a:t>
            </a:r>
          </a:p>
          <a:p>
            <a:endParaRPr lang="en-GB" b="0" i="0" dirty="0">
              <a:solidFill>
                <a:srgbClr val="E8E8E8"/>
              </a:solidFill>
              <a:effectLst/>
              <a:latin typeface="Google Sans"/>
            </a:endParaRPr>
          </a:p>
          <a:p>
            <a:r>
              <a:rPr lang="en-GB" b="0" i="0" dirty="0">
                <a:solidFill>
                  <a:srgbClr val="E8E8E8"/>
                </a:solidFill>
                <a:effectLst/>
                <a:latin typeface="Google Sans"/>
              </a:rPr>
              <a:t>Binder and target interface size is the number of binder residues that a given model predicts are in contact with the target. For example, if value is 18 AF3 predicts that 18 binder residues participate in binding (or target residues that it predicts are contacted).</a:t>
            </a:r>
          </a:p>
        </p:txBody>
      </p:sp>
      <p:sp>
        <p:nvSpPr>
          <p:cNvPr id="4" name="Slide Number Placeholder 3"/>
          <p:cNvSpPr>
            <a:spLocks noGrp="1"/>
          </p:cNvSpPr>
          <p:nvPr>
            <p:ph type="sldNum" sz="quarter" idx="5"/>
          </p:nvPr>
        </p:nvSpPr>
        <p:spPr/>
        <p:txBody>
          <a:bodyPr/>
          <a:lstStyle/>
          <a:p>
            <a:fld id="{49436F85-577F-4A92-A47F-D540A2BCC821}" type="slidenum">
              <a:rPr lang="en-GB" smtClean="0"/>
              <a:t>4</a:t>
            </a:fld>
            <a:endParaRPr lang="en-GB" dirty="0"/>
          </a:p>
        </p:txBody>
      </p:sp>
    </p:spTree>
    <p:extLst>
      <p:ext uri="{BB962C8B-B14F-4D97-AF65-F5344CB8AC3E}">
        <p14:creationId xmlns:p14="http://schemas.microsoft.com/office/powerpoint/2010/main" val="27879258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28CBF-98FC-EF0B-3539-036B392D22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0EC427-19A3-ADEA-DB97-CEF1DF579F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A3733E-1983-38B3-DF6D-7087F67C5FF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E8E8E8"/>
                </a:solidFill>
                <a:effectLst/>
                <a:latin typeface="Google Sans"/>
              </a:rPr>
              <a:t>The Jaccard index is </a:t>
            </a:r>
            <a:r>
              <a:rPr lang="en-GB" b="0" i="0" dirty="0">
                <a:solidFill>
                  <a:srgbClr val="FFFFFF"/>
                </a:solidFill>
                <a:effectLst/>
                <a:latin typeface="Google Sans"/>
              </a:rPr>
              <a:t>a statistic used to compare the similarity and diversity of two sets of data</a:t>
            </a:r>
            <a:r>
              <a:rPr lang="en-GB" b="0" i="0" dirty="0">
                <a:solidFill>
                  <a:srgbClr val="E8E8E8"/>
                </a:solidFill>
                <a:effectLst/>
                <a:latin typeface="Google Sans"/>
              </a:rPr>
              <a:t>. How much agreement do we have between these two models in terms of where the binder interacts with the target.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E8E8E8"/>
                </a:solidFill>
                <a:effectLst/>
                <a:latin typeface="Google Sans"/>
              </a:rPr>
              <a:t>And also do the models agree on which residues of the target is bound.</a:t>
            </a:r>
          </a:p>
          <a:p>
            <a:endParaRPr lang="en-GB" b="0" i="0" dirty="0">
              <a:solidFill>
                <a:srgbClr val="E8E8E8"/>
              </a:solidFill>
              <a:effectLst/>
              <a:latin typeface="Google Sans"/>
            </a:endParaRPr>
          </a:p>
          <a:p>
            <a:r>
              <a:rPr lang="en-GB" b="0" i="0" dirty="0">
                <a:solidFill>
                  <a:srgbClr val="E8E8E8"/>
                </a:solidFill>
                <a:effectLst/>
                <a:latin typeface="Google Sans"/>
              </a:rPr>
              <a:t>A and B are the two sets (C1 and C2 in the picture).</a:t>
            </a:r>
          </a:p>
          <a:p>
            <a:endParaRPr lang="en-GB" b="0" i="0" dirty="0">
              <a:solidFill>
                <a:srgbClr val="E8E8E8"/>
              </a:solidFill>
              <a:effectLst/>
              <a:latin typeface="Google Sans"/>
            </a:endParaRPr>
          </a:p>
          <a:p>
            <a:r>
              <a:rPr lang="en-GB" b="0" i="0" dirty="0">
                <a:solidFill>
                  <a:srgbClr val="E8E8E8"/>
                </a:solidFill>
                <a:effectLst/>
                <a:latin typeface="Google Sans"/>
              </a:rPr>
              <a:t>Top one is overlapping observations.</a:t>
            </a:r>
          </a:p>
          <a:p>
            <a:r>
              <a:rPr lang="en-GB" b="0" i="0" dirty="0">
                <a:solidFill>
                  <a:srgbClr val="E8E8E8"/>
                </a:solidFill>
                <a:effectLst/>
                <a:latin typeface="Google Sans"/>
              </a:rPr>
              <a:t>Bottom is total observations.</a:t>
            </a:r>
          </a:p>
          <a:p>
            <a:endParaRPr lang="en-GB" b="0" i="0" dirty="0">
              <a:solidFill>
                <a:srgbClr val="E8E8E8"/>
              </a:solidFill>
              <a:effectLst/>
              <a:latin typeface="Google Sans"/>
            </a:endParaRPr>
          </a:p>
          <a:p>
            <a:r>
              <a:rPr lang="en-GB" b="0" i="0" dirty="0">
                <a:solidFill>
                  <a:srgbClr val="E8E8E8"/>
                </a:solidFill>
                <a:effectLst/>
                <a:latin typeface="Google Sans"/>
              </a:rPr>
              <a:t>Simple, but a good start. Let’s say that AF3 </a:t>
            </a:r>
            <a:r>
              <a:rPr lang="en-GB" b="0" i="0" dirty="0" err="1">
                <a:solidFill>
                  <a:srgbClr val="E8E8E8"/>
                </a:solidFill>
                <a:effectLst/>
                <a:latin typeface="Google Sans"/>
              </a:rPr>
              <a:t>perdicts</a:t>
            </a:r>
            <a:r>
              <a:rPr lang="en-GB" b="0" i="0" dirty="0">
                <a:solidFill>
                  <a:srgbClr val="E8E8E8"/>
                </a:solidFill>
                <a:effectLst/>
                <a:latin typeface="Google Sans"/>
              </a:rPr>
              <a:t> 20 residues are binding in this complex, and Boltz predicts 25. Then if they share 15 residues it would also give a value of 0.5 so there’s a 50% overlap of total predicted interface. </a:t>
            </a:r>
          </a:p>
          <a:p>
            <a:r>
              <a:rPr lang="en-GB" b="0" i="0" dirty="0">
                <a:solidFill>
                  <a:srgbClr val="E8E8E8"/>
                </a:solidFill>
                <a:effectLst/>
                <a:latin typeface="Google Sans"/>
              </a:rPr>
              <a:t>Basically a way to figure out how much the two models agree in terms of contact interface and binding.</a:t>
            </a:r>
          </a:p>
        </p:txBody>
      </p:sp>
      <p:sp>
        <p:nvSpPr>
          <p:cNvPr id="4" name="Slide Number Placeholder 3">
            <a:extLst>
              <a:ext uri="{FF2B5EF4-FFF2-40B4-BE49-F238E27FC236}">
                <a16:creationId xmlns:a16="http://schemas.microsoft.com/office/drawing/2014/main" id="{165B828D-D9DC-F4C4-6C5E-9FC99338C8BA}"/>
              </a:ext>
            </a:extLst>
          </p:cNvPr>
          <p:cNvSpPr>
            <a:spLocks noGrp="1"/>
          </p:cNvSpPr>
          <p:nvPr>
            <p:ph type="sldNum" sz="quarter" idx="5"/>
          </p:nvPr>
        </p:nvSpPr>
        <p:spPr/>
        <p:txBody>
          <a:bodyPr/>
          <a:lstStyle/>
          <a:p>
            <a:fld id="{49436F85-577F-4A92-A47F-D540A2BCC821}" type="slidenum">
              <a:rPr lang="en-GB" smtClean="0"/>
              <a:t>5</a:t>
            </a:fld>
            <a:endParaRPr lang="en-GB" dirty="0"/>
          </a:p>
        </p:txBody>
      </p:sp>
    </p:spTree>
    <p:extLst>
      <p:ext uri="{BB962C8B-B14F-4D97-AF65-F5344CB8AC3E}">
        <p14:creationId xmlns:p14="http://schemas.microsoft.com/office/powerpoint/2010/main" val="17982439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3BC04-B99C-6B55-FEAB-E2F470F4F8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952BF7-2751-EC03-2A23-5A4E74D748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143666-3EA1-BBA6-AAE1-33D4E79D237F}"/>
              </a:ext>
            </a:extLst>
          </p:cNvPr>
          <p:cNvSpPr>
            <a:spLocks noGrp="1"/>
          </p:cNvSpPr>
          <p:nvPr>
            <p:ph type="body" idx="1"/>
          </p:nvPr>
        </p:nvSpPr>
        <p:spPr/>
        <p:txBody>
          <a:bodyPr/>
          <a:lstStyle/>
          <a:p>
            <a:r>
              <a:rPr lang="en-GB" b="0" i="0" dirty="0">
                <a:solidFill>
                  <a:srgbClr val="E8E8E8"/>
                </a:solidFill>
                <a:effectLst/>
                <a:latin typeface="Google Sans"/>
              </a:rPr>
              <a:t>Consensus scoring: Generating a result superior to the individual screens of each model. Combining all the results from all the AI models which would be superior than to look at each model individually. See how the models are in agreement</a:t>
            </a:r>
            <a:endParaRPr lang="en-GB" dirty="0"/>
          </a:p>
        </p:txBody>
      </p:sp>
      <p:sp>
        <p:nvSpPr>
          <p:cNvPr id="4" name="Slide Number Placeholder 3">
            <a:extLst>
              <a:ext uri="{FF2B5EF4-FFF2-40B4-BE49-F238E27FC236}">
                <a16:creationId xmlns:a16="http://schemas.microsoft.com/office/drawing/2014/main" id="{AC74DAA7-314B-221E-215F-3A2C946E447A}"/>
              </a:ext>
            </a:extLst>
          </p:cNvPr>
          <p:cNvSpPr>
            <a:spLocks noGrp="1"/>
          </p:cNvSpPr>
          <p:nvPr>
            <p:ph type="sldNum" sz="quarter" idx="5"/>
          </p:nvPr>
        </p:nvSpPr>
        <p:spPr/>
        <p:txBody>
          <a:bodyPr/>
          <a:lstStyle/>
          <a:p>
            <a:fld id="{49436F85-577F-4A92-A47F-D540A2BCC821}" type="slidenum">
              <a:rPr lang="en-GB" smtClean="0"/>
              <a:t>6</a:t>
            </a:fld>
            <a:endParaRPr lang="en-GB" dirty="0"/>
          </a:p>
        </p:txBody>
      </p:sp>
    </p:spTree>
    <p:extLst>
      <p:ext uri="{BB962C8B-B14F-4D97-AF65-F5344CB8AC3E}">
        <p14:creationId xmlns:p14="http://schemas.microsoft.com/office/powerpoint/2010/main" val="357794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60C55-3924-977B-774A-D48831E75A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F62F5C-9BEC-C96C-6E53-46DA8A06A7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7E0FCC-33AE-54C4-2846-078EBED14E68}"/>
              </a:ext>
            </a:extLst>
          </p:cNvPr>
          <p:cNvSpPr>
            <a:spLocks noGrp="1"/>
          </p:cNvSpPr>
          <p:nvPr>
            <p:ph type="body" idx="1"/>
          </p:nvPr>
        </p:nvSpPr>
        <p:spPr/>
        <p:txBody>
          <a:bodyPr/>
          <a:lstStyle/>
          <a:p>
            <a:r>
              <a:rPr lang="en-GB" dirty="0"/>
              <a:t>Knowledge based assessment.</a:t>
            </a:r>
          </a:p>
          <a:p>
            <a:endParaRPr lang="en-GB" dirty="0"/>
          </a:p>
        </p:txBody>
      </p:sp>
      <p:sp>
        <p:nvSpPr>
          <p:cNvPr id="4" name="Slide Number Placeholder 3">
            <a:extLst>
              <a:ext uri="{FF2B5EF4-FFF2-40B4-BE49-F238E27FC236}">
                <a16:creationId xmlns:a16="http://schemas.microsoft.com/office/drawing/2014/main" id="{3A17D9E8-D783-3644-4432-53609ADFA3E7}"/>
              </a:ext>
            </a:extLst>
          </p:cNvPr>
          <p:cNvSpPr>
            <a:spLocks noGrp="1"/>
          </p:cNvSpPr>
          <p:nvPr>
            <p:ph type="sldNum" sz="quarter" idx="5"/>
          </p:nvPr>
        </p:nvSpPr>
        <p:spPr/>
        <p:txBody>
          <a:bodyPr/>
          <a:lstStyle/>
          <a:p>
            <a:fld id="{49436F85-577F-4A92-A47F-D540A2BCC821}" type="slidenum">
              <a:rPr lang="en-GB" smtClean="0"/>
              <a:t>7</a:t>
            </a:fld>
            <a:endParaRPr lang="en-GB" dirty="0"/>
          </a:p>
        </p:txBody>
      </p:sp>
    </p:spTree>
    <p:extLst>
      <p:ext uri="{BB962C8B-B14F-4D97-AF65-F5344CB8AC3E}">
        <p14:creationId xmlns:p14="http://schemas.microsoft.com/office/powerpoint/2010/main" val="39728172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744F1-98E0-A794-1C44-7DB8AC190E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D6F9B6-B92E-E154-9231-9DF2EB8B29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56318C-6BFD-F70F-A1CF-6367ACBA77F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7B7F336-4356-A22F-5F44-B59FA5D78CB5}"/>
              </a:ext>
            </a:extLst>
          </p:cNvPr>
          <p:cNvSpPr>
            <a:spLocks noGrp="1"/>
          </p:cNvSpPr>
          <p:nvPr>
            <p:ph type="sldNum" sz="quarter" idx="5"/>
          </p:nvPr>
        </p:nvSpPr>
        <p:spPr/>
        <p:txBody>
          <a:bodyPr/>
          <a:lstStyle/>
          <a:p>
            <a:fld id="{49436F85-577F-4A92-A47F-D540A2BCC821}" type="slidenum">
              <a:rPr lang="en-GB" smtClean="0"/>
              <a:t>8</a:t>
            </a:fld>
            <a:endParaRPr lang="en-GB" dirty="0"/>
          </a:p>
        </p:txBody>
      </p:sp>
    </p:spTree>
    <p:extLst>
      <p:ext uri="{BB962C8B-B14F-4D97-AF65-F5344CB8AC3E}">
        <p14:creationId xmlns:p14="http://schemas.microsoft.com/office/powerpoint/2010/main" val="19837738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9436F85-577F-4A92-A47F-D540A2BCC821}" type="slidenum">
              <a:rPr lang="en-GB" smtClean="0"/>
              <a:t>9</a:t>
            </a:fld>
            <a:endParaRPr lang="en-GB" dirty="0"/>
          </a:p>
        </p:txBody>
      </p:sp>
    </p:spTree>
    <p:extLst>
      <p:ext uri="{BB962C8B-B14F-4D97-AF65-F5344CB8AC3E}">
        <p14:creationId xmlns:p14="http://schemas.microsoft.com/office/powerpoint/2010/main" val="36751873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8DF2A-0A7C-EEFA-83E3-22CB28A5A6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C398FA-C031-D295-01C8-A21D0300F6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589BE8-CB0B-A067-1132-0940D0AF1EB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D68BC1A-E681-967F-4B8C-7B7E7AB7FACB}"/>
              </a:ext>
            </a:extLst>
          </p:cNvPr>
          <p:cNvSpPr>
            <a:spLocks noGrp="1"/>
          </p:cNvSpPr>
          <p:nvPr>
            <p:ph type="sldNum" sz="quarter" idx="5"/>
          </p:nvPr>
        </p:nvSpPr>
        <p:spPr/>
        <p:txBody>
          <a:bodyPr/>
          <a:lstStyle/>
          <a:p>
            <a:fld id="{49436F85-577F-4A92-A47F-D540A2BCC821}" type="slidenum">
              <a:rPr lang="en-GB" smtClean="0"/>
              <a:t>10</a:t>
            </a:fld>
            <a:endParaRPr lang="en-GB" dirty="0"/>
          </a:p>
        </p:txBody>
      </p:sp>
    </p:spTree>
    <p:extLst>
      <p:ext uri="{BB962C8B-B14F-4D97-AF65-F5344CB8AC3E}">
        <p14:creationId xmlns:p14="http://schemas.microsoft.com/office/powerpoint/2010/main" val="5871999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F7423-2322-ED4D-9060-28FB156164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66415-FB0B-D6F2-F463-B7E05DAA44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D64142-F46C-E2A4-1E75-01477899EE1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BAA645E-3A55-9606-E8D6-FEDED4DD8A33}"/>
              </a:ext>
            </a:extLst>
          </p:cNvPr>
          <p:cNvSpPr>
            <a:spLocks noGrp="1"/>
          </p:cNvSpPr>
          <p:nvPr>
            <p:ph type="sldNum" sz="quarter" idx="5"/>
          </p:nvPr>
        </p:nvSpPr>
        <p:spPr/>
        <p:txBody>
          <a:bodyPr/>
          <a:lstStyle/>
          <a:p>
            <a:fld id="{49436F85-577F-4A92-A47F-D540A2BCC821}" type="slidenum">
              <a:rPr lang="en-GB" smtClean="0"/>
              <a:t>11</a:t>
            </a:fld>
            <a:endParaRPr lang="en-GB" dirty="0"/>
          </a:p>
        </p:txBody>
      </p:sp>
    </p:spTree>
    <p:extLst>
      <p:ext uri="{BB962C8B-B14F-4D97-AF65-F5344CB8AC3E}">
        <p14:creationId xmlns:p14="http://schemas.microsoft.com/office/powerpoint/2010/main" val="22097035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52F0F-8D59-D5C1-9695-224A9F7C6A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8E8457-B84E-D7DC-7FDA-238E06BC09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A09875-A590-AFCE-CA1E-7E91FA0D885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534542E-945D-F37C-CDA8-BDAE7CA4AC16}"/>
              </a:ext>
            </a:extLst>
          </p:cNvPr>
          <p:cNvSpPr>
            <a:spLocks noGrp="1"/>
          </p:cNvSpPr>
          <p:nvPr>
            <p:ph type="sldNum" sz="quarter" idx="5"/>
          </p:nvPr>
        </p:nvSpPr>
        <p:spPr/>
        <p:txBody>
          <a:bodyPr/>
          <a:lstStyle/>
          <a:p>
            <a:fld id="{49436F85-577F-4A92-A47F-D540A2BCC821}" type="slidenum">
              <a:rPr lang="en-GB" smtClean="0"/>
              <a:t>12</a:t>
            </a:fld>
            <a:endParaRPr lang="en-GB" dirty="0"/>
          </a:p>
        </p:txBody>
      </p:sp>
    </p:spTree>
    <p:extLst>
      <p:ext uri="{BB962C8B-B14F-4D97-AF65-F5344CB8AC3E}">
        <p14:creationId xmlns:p14="http://schemas.microsoft.com/office/powerpoint/2010/main" val="6672836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525AB-651D-A564-E9EA-CF5A67F615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2F4597-8FBA-D36D-3427-8CE4C6C3E4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60A59B-A053-8A33-DABC-15EF679C999F}"/>
              </a:ext>
            </a:extLst>
          </p:cNvPr>
          <p:cNvSpPr>
            <a:spLocks noGrp="1"/>
          </p:cNvSpPr>
          <p:nvPr>
            <p:ph type="body" idx="1"/>
          </p:nvPr>
        </p:nvSpPr>
        <p:spPr/>
        <p:txBody>
          <a:bodyPr/>
          <a:lstStyle/>
          <a:p>
            <a:r>
              <a:rPr lang="en-GB" dirty="0"/>
              <a:t>I started with a quick look into AF3’s own scoring of how well the model performed. Most importantly I wanted to make sure that AF3 predicted the target correctly, as to verify that I could use the data.</a:t>
            </a:r>
          </a:p>
        </p:txBody>
      </p:sp>
      <p:sp>
        <p:nvSpPr>
          <p:cNvPr id="4" name="Slide Number Placeholder 3">
            <a:extLst>
              <a:ext uri="{FF2B5EF4-FFF2-40B4-BE49-F238E27FC236}">
                <a16:creationId xmlns:a16="http://schemas.microsoft.com/office/drawing/2014/main" id="{3357026D-870B-6EAB-B97F-B325EE3E20E3}"/>
              </a:ext>
            </a:extLst>
          </p:cNvPr>
          <p:cNvSpPr>
            <a:spLocks noGrp="1"/>
          </p:cNvSpPr>
          <p:nvPr>
            <p:ph type="sldNum" sz="quarter" idx="5"/>
          </p:nvPr>
        </p:nvSpPr>
        <p:spPr/>
        <p:txBody>
          <a:bodyPr/>
          <a:lstStyle/>
          <a:p>
            <a:fld id="{49436F85-577F-4A92-A47F-D540A2BCC821}" type="slidenum">
              <a:rPr lang="en-GB" smtClean="0"/>
              <a:t>13</a:t>
            </a:fld>
            <a:endParaRPr lang="en-GB" dirty="0"/>
          </a:p>
        </p:txBody>
      </p:sp>
    </p:spTree>
    <p:extLst>
      <p:ext uri="{BB962C8B-B14F-4D97-AF65-F5344CB8AC3E}">
        <p14:creationId xmlns:p14="http://schemas.microsoft.com/office/powerpoint/2010/main" val="10114835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06A5F-4B0C-43EE-475B-2F59520B11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CF089D-DBDF-626E-FF65-8BB496D0A5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7A693D-19A7-9641-0AAB-FF668B059062}"/>
              </a:ext>
            </a:extLst>
          </p:cNvPr>
          <p:cNvSpPr>
            <a:spLocks noGrp="1"/>
          </p:cNvSpPr>
          <p:nvPr>
            <p:ph type="body" idx="1"/>
          </p:nvPr>
        </p:nvSpPr>
        <p:spPr/>
        <p:txBody>
          <a:bodyPr/>
          <a:lstStyle/>
          <a:p>
            <a:r>
              <a:rPr lang="en-GB" dirty="0"/>
              <a:t>I want to do something similar with all the models, to verify and confirm that the predicted structures are confident and that the structures are usable (the validity). When reading through other articles, several compared these two metrics which was my reasoning to look at them over others.</a:t>
            </a:r>
          </a:p>
          <a:p>
            <a:endParaRPr lang="en-GB" b="1" dirty="0"/>
          </a:p>
          <a:p>
            <a:r>
              <a:rPr lang="en-GB" b="1" dirty="0"/>
              <a:t>Low PAE (0–5 </a:t>
            </a:r>
            <a:r>
              <a:rPr lang="en-GB" b="1" dirty="0" err="1"/>
              <a:t>Å</a:t>
            </a:r>
            <a:r>
              <a:rPr lang="en-GB" b="1" dirty="0"/>
              <a:t>): </a:t>
            </a:r>
            <a:r>
              <a:rPr lang="en-GB" dirty="0"/>
              <a:t>AF3 is very confident the two chains dock in a specific orientation, strong signal of real binding</a:t>
            </a:r>
            <a:br>
              <a:rPr lang="en-GB" dirty="0"/>
            </a:br>
            <a:r>
              <a:rPr lang="en-GB" b="1" dirty="0"/>
              <a:t>Medium PAE (5–15 </a:t>
            </a:r>
            <a:r>
              <a:rPr lang="en-GB" b="1" dirty="0" err="1"/>
              <a:t>Å</a:t>
            </a:r>
            <a:r>
              <a:rPr lang="en-GB" b="1" dirty="0"/>
              <a:t>): </a:t>
            </a:r>
            <a:r>
              <a:rPr lang="en-GB" dirty="0"/>
              <a:t>Interface may be flexible or weak, could be real or transient</a:t>
            </a:r>
            <a:br>
              <a:rPr lang="en-GB" dirty="0"/>
            </a:br>
            <a:r>
              <a:rPr lang="en-GB" b="1" dirty="0"/>
              <a:t>High PAE (&gt;20 </a:t>
            </a:r>
            <a:r>
              <a:rPr lang="en-GB" b="1" dirty="0" err="1"/>
              <a:t>Å</a:t>
            </a:r>
            <a:r>
              <a:rPr lang="en-GB" b="1" dirty="0"/>
              <a:t>): </a:t>
            </a:r>
            <a:r>
              <a:rPr lang="en-GB" dirty="0"/>
              <a:t>AF3 is NOT confident about docking, usually means </a:t>
            </a:r>
            <a:r>
              <a:rPr lang="en-GB" b="1" dirty="0"/>
              <a:t>no reliable binding interface</a:t>
            </a:r>
          </a:p>
          <a:p>
            <a:endParaRPr lang="en-GB" b="1" dirty="0"/>
          </a:p>
          <a:p>
            <a:r>
              <a:rPr lang="en-GB" b="0" dirty="0"/>
              <a:t>If interface PAE is low, AF3 thing the proteins ”snap together”, while if it’s high AF3 is a bit confused</a:t>
            </a:r>
            <a:br>
              <a:rPr lang="en-GB" b="0" dirty="0"/>
            </a:br>
            <a:br>
              <a:rPr lang="en-GB" b="0" dirty="0"/>
            </a:br>
            <a:r>
              <a:rPr lang="en-GB" b="1" dirty="0" err="1"/>
              <a:t>ipTM</a:t>
            </a:r>
            <a:r>
              <a:rPr lang="en-GB" b="1" dirty="0"/>
              <a:t>: </a:t>
            </a:r>
            <a:r>
              <a:rPr lang="en-GB" b="0" dirty="0"/>
              <a:t>Only focus on interchain residue pairs. Flexible regions </a:t>
            </a:r>
            <a:r>
              <a:rPr lang="en-GB" b="0" dirty="0" err="1"/>
              <a:t>fx</a:t>
            </a:r>
            <a:r>
              <a:rPr lang="en-GB" b="0" dirty="0"/>
              <a:t> common in peptides can artificially reduce </a:t>
            </a:r>
            <a:r>
              <a:rPr lang="en-GB" b="0" dirty="0" err="1"/>
              <a:t>ipTM</a:t>
            </a:r>
            <a:r>
              <a:rPr lang="en-GB" b="0" dirty="0"/>
              <a:t>. </a:t>
            </a:r>
            <a:br>
              <a:rPr lang="en-GB" b="1" dirty="0"/>
            </a:br>
            <a:r>
              <a:rPr lang="en-GB" b="1" dirty="0"/>
              <a:t>&gt; 0.8: </a:t>
            </a:r>
            <a:r>
              <a:rPr lang="en-GB" dirty="0"/>
              <a:t>High-confidence interface; interaction likely correct</a:t>
            </a:r>
            <a:br>
              <a:rPr lang="en-GB" dirty="0"/>
            </a:br>
            <a:r>
              <a:rPr lang="en-GB" b="1" dirty="0"/>
              <a:t>0.6–0.8: </a:t>
            </a:r>
            <a:r>
              <a:rPr lang="en-GB" dirty="0"/>
              <a:t>Grey zone; could be correct or wrong.</a:t>
            </a:r>
            <a:br>
              <a:rPr lang="en-GB" dirty="0"/>
            </a:br>
            <a:r>
              <a:rPr lang="en-GB" b="1" dirty="0"/>
              <a:t>&lt; 0.6: </a:t>
            </a:r>
            <a:r>
              <a:rPr lang="en-GB" dirty="0"/>
              <a:t>Likely an incorrect interaction/interface</a:t>
            </a:r>
          </a:p>
          <a:p>
            <a:endParaRPr lang="en-GB" dirty="0"/>
          </a:p>
          <a:p>
            <a:r>
              <a:rPr lang="en-GB" dirty="0"/>
              <a:t>Wanted to look at this comparison to see if AF3 was confident about both the relative position and contacts between binder + target but from two different metrics. And it seems like the higher the </a:t>
            </a:r>
            <a:r>
              <a:rPr lang="en-GB" dirty="0" err="1"/>
              <a:t>ipTM</a:t>
            </a:r>
            <a:r>
              <a:rPr lang="en-GB" dirty="0"/>
              <a:t> the lower the interface PAE, so at least we see some agreement between these metrics on the positioning of the chains and contact between them. </a:t>
            </a:r>
          </a:p>
          <a:p>
            <a:endParaRPr lang="en-GB" b="0" dirty="0"/>
          </a:p>
          <a:p>
            <a:endParaRPr lang="en-GB" dirty="0"/>
          </a:p>
        </p:txBody>
      </p:sp>
      <p:sp>
        <p:nvSpPr>
          <p:cNvPr id="4" name="Slide Number Placeholder 3">
            <a:extLst>
              <a:ext uri="{FF2B5EF4-FFF2-40B4-BE49-F238E27FC236}">
                <a16:creationId xmlns:a16="http://schemas.microsoft.com/office/drawing/2014/main" id="{6AC5EF29-AF9D-97A1-0F06-9EC598D55506}"/>
              </a:ext>
            </a:extLst>
          </p:cNvPr>
          <p:cNvSpPr>
            <a:spLocks noGrp="1"/>
          </p:cNvSpPr>
          <p:nvPr>
            <p:ph type="sldNum" sz="quarter" idx="5"/>
          </p:nvPr>
        </p:nvSpPr>
        <p:spPr/>
        <p:txBody>
          <a:bodyPr/>
          <a:lstStyle/>
          <a:p>
            <a:fld id="{49436F85-577F-4A92-A47F-D540A2BCC821}" type="slidenum">
              <a:rPr lang="en-GB" smtClean="0"/>
              <a:t>14</a:t>
            </a:fld>
            <a:endParaRPr lang="en-GB" dirty="0"/>
          </a:p>
        </p:txBody>
      </p:sp>
    </p:spTree>
    <p:extLst>
      <p:ext uri="{BB962C8B-B14F-4D97-AF65-F5344CB8AC3E}">
        <p14:creationId xmlns:p14="http://schemas.microsoft.com/office/powerpoint/2010/main" val="19112398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C400B-BFAC-0412-8D85-B63794F285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5762B6-CE94-D872-EC52-07CDFEFF49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26DA00-EA51-F233-7991-9BAC2870D0EE}"/>
              </a:ext>
            </a:extLst>
          </p:cNvPr>
          <p:cNvSpPr>
            <a:spLocks noGrp="1"/>
          </p:cNvSpPr>
          <p:nvPr>
            <p:ph type="body" idx="1"/>
          </p:nvPr>
        </p:nvSpPr>
        <p:spPr/>
        <p:txBody>
          <a:bodyPr/>
          <a:lstStyle/>
          <a:p>
            <a:r>
              <a:rPr lang="en-GB" dirty="0"/>
              <a:t>This should also be done after categorising into nanobodies and proteins.</a:t>
            </a:r>
          </a:p>
        </p:txBody>
      </p:sp>
      <p:sp>
        <p:nvSpPr>
          <p:cNvPr id="4" name="Slide Number Placeholder 3">
            <a:extLst>
              <a:ext uri="{FF2B5EF4-FFF2-40B4-BE49-F238E27FC236}">
                <a16:creationId xmlns:a16="http://schemas.microsoft.com/office/drawing/2014/main" id="{4C126130-3845-7F85-76F2-D158EC210901}"/>
              </a:ext>
            </a:extLst>
          </p:cNvPr>
          <p:cNvSpPr>
            <a:spLocks noGrp="1"/>
          </p:cNvSpPr>
          <p:nvPr>
            <p:ph type="sldNum" sz="quarter" idx="5"/>
          </p:nvPr>
        </p:nvSpPr>
        <p:spPr/>
        <p:txBody>
          <a:bodyPr/>
          <a:lstStyle/>
          <a:p>
            <a:fld id="{49436F85-577F-4A92-A47F-D540A2BCC821}" type="slidenum">
              <a:rPr lang="en-GB" smtClean="0"/>
              <a:t>15</a:t>
            </a:fld>
            <a:endParaRPr lang="en-GB" dirty="0"/>
          </a:p>
        </p:txBody>
      </p:sp>
    </p:spTree>
    <p:extLst>
      <p:ext uri="{BB962C8B-B14F-4D97-AF65-F5344CB8AC3E}">
        <p14:creationId xmlns:p14="http://schemas.microsoft.com/office/powerpoint/2010/main" val="38382435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GB" dirty="0"/>
              <a:t>RMSD of the binder when aligned on the binder: The overall fold of the binder</a:t>
            </a:r>
          </a:p>
          <a:p>
            <a:pPr marL="171450" indent="-171450">
              <a:buFontTx/>
              <a:buChar char="-"/>
            </a:pPr>
            <a:r>
              <a:rPr lang="en-GB" dirty="0"/>
              <a:t>RMSD of the binder when aligned on the target: Orientation of the binder with respect to the target</a:t>
            </a:r>
          </a:p>
          <a:p>
            <a:pPr marL="171450" indent="-171450">
              <a:buFontTx/>
              <a:buChar char="-"/>
            </a:pPr>
            <a:endParaRPr lang="en-GB" dirty="0"/>
          </a:p>
          <a:p>
            <a:pPr marL="171450" indent="-171450">
              <a:buFontTx/>
              <a:buChar char="-"/>
            </a:pPr>
            <a:r>
              <a:rPr lang="en-GB" dirty="0"/>
              <a:t>In general to see how agreeable the models are in regards to the overall fold of the binder and the orientation of the binder in respect to target.</a:t>
            </a:r>
          </a:p>
        </p:txBody>
      </p:sp>
      <p:sp>
        <p:nvSpPr>
          <p:cNvPr id="4" name="Slide Number Placeholder 3"/>
          <p:cNvSpPr>
            <a:spLocks noGrp="1"/>
          </p:cNvSpPr>
          <p:nvPr>
            <p:ph type="sldNum" sz="quarter" idx="5"/>
          </p:nvPr>
        </p:nvSpPr>
        <p:spPr/>
        <p:txBody>
          <a:bodyPr/>
          <a:lstStyle/>
          <a:p>
            <a:fld id="{49436F85-577F-4A92-A47F-D540A2BCC821}" type="slidenum">
              <a:rPr lang="en-GB" smtClean="0"/>
              <a:t>16</a:t>
            </a:fld>
            <a:endParaRPr lang="en-GB" dirty="0"/>
          </a:p>
        </p:txBody>
      </p:sp>
    </p:spTree>
    <p:extLst>
      <p:ext uri="{BB962C8B-B14F-4D97-AF65-F5344CB8AC3E}">
        <p14:creationId xmlns:p14="http://schemas.microsoft.com/office/powerpoint/2010/main" val="41747300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38A6B-E9C8-292B-988D-2159C868F9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AA2251-F8BA-BB9F-BADC-338FE4C2E3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A6FE03-5145-E3F9-403E-F44F62AE43B2}"/>
              </a:ext>
            </a:extLst>
          </p:cNvPr>
          <p:cNvSpPr>
            <a:spLocks noGrp="1"/>
          </p:cNvSpPr>
          <p:nvPr>
            <p:ph type="body" idx="1"/>
          </p:nvPr>
        </p:nvSpPr>
        <p:spPr/>
        <p:txBody>
          <a:bodyPr/>
          <a:lstStyle/>
          <a:p>
            <a:r>
              <a:rPr lang="en-GB" dirty="0"/>
              <a:t>Biggest difference is seen on the overall fold of the binder, which also was to be expected as we know these models can have a hard time with antibodies.</a:t>
            </a:r>
          </a:p>
        </p:txBody>
      </p:sp>
      <p:sp>
        <p:nvSpPr>
          <p:cNvPr id="4" name="Slide Number Placeholder 3">
            <a:extLst>
              <a:ext uri="{FF2B5EF4-FFF2-40B4-BE49-F238E27FC236}">
                <a16:creationId xmlns:a16="http://schemas.microsoft.com/office/drawing/2014/main" id="{D90F5025-FDCB-50BC-1792-2B63DD766CBE}"/>
              </a:ext>
            </a:extLst>
          </p:cNvPr>
          <p:cNvSpPr>
            <a:spLocks noGrp="1"/>
          </p:cNvSpPr>
          <p:nvPr>
            <p:ph type="sldNum" sz="quarter" idx="5"/>
          </p:nvPr>
        </p:nvSpPr>
        <p:spPr/>
        <p:txBody>
          <a:bodyPr/>
          <a:lstStyle/>
          <a:p>
            <a:fld id="{49436F85-577F-4A92-A47F-D540A2BCC821}" type="slidenum">
              <a:rPr lang="en-GB" smtClean="0"/>
              <a:t>17</a:t>
            </a:fld>
            <a:endParaRPr lang="en-GB" dirty="0"/>
          </a:p>
        </p:txBody>
      </p:sp>
    </p:spTree>
    <p:extLst>
      <p:ext uri="{BB962C8B-B14F-4D97-AF65-F5344CB8AC3E}">
        <p14:creationId xmlns:p14="http://schemas.microsoft.com/office/powerpoint/2010/main" val="6730533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B054B-9B48-84C4-7962-51B81D02BB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88E72C-2AFF-6C18-2187-7F4A9D7B7F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80E364-B332-5B6B-E4D3-9A99594E71A5}"/>
              </a:ext>
            </a:extLst>
          </p:cNvPr>
          <p:cNvSpPr>
            <a:spLocks noGrp="1"/>
          </p:cNvSpPr>
          <p:nvPr>
            <p:ph type="body" idx="1"/>
          </p:nvPr>
        </p:nvSpPr>
        <p:spPr/>
        <p:txBody>
          <a:bodyPr/>
          <a:lstStyle/>
          <a:p>
            <a:pPr marL="171450" indent="-171450">
              <a:buFontTx/>
              <a:buChar char="-"/>
            </a:pPr>
            <a:r>
              <a:rPr lang="en-GB" dirty="0"/>
              <a:t>RMSD of the binder when aligned on the binder: The overall fold of the binder</a:t>
            </a:r>
          </a:p>
          <a:p>
            <a:pPr marL="171450" indent="-171450">
              <a:buFontTx/>
              <a:buChar char="-"/>
            </a:pPr>
            <a:r>
              <a:rPr lang="en-GB" dirty="0"/>
              <a:t>RMSD of the binder when aligned on the target: Orientation of the binder with respect to the target</a:t>
            </a:r>
          </a:p>
          <a:p>
            <a:pPr marL="171450" indent="-171450">
              <a:buFontTx/>
              <a:buChar char="-"/>
            </a:pPr>
            <a:endParaRPr lang="en-GB" dirty="0"/>
          </a:p>
          <a:p>
            <a:pPr marL="171450" indent="-171450">
              <a:buFontTx/>
              <a:buChar char="-"/>
            </a:pPr>
            <a:r>
              <a:rPr lang="en-GB" dirty="0"/>
              <a:t>In general to see how agreeable the models are in regards to the overall fold of the binder and the orientation of the binder in respect to target but this time also divided into experimentally validated binders and non binders. </a:t>
            </a:r>
          </a:p>
          <a:p>
            <a:pPr marL="171450" indent="-171450">
              <a:buFontTx/>
              <a:buChar char="-"/>
            </a:pPr>
            <a:endParaRPr lang="en-GB" dirty="0"/>
          </a:p>
          <a:p>
            <a:pPr marL="171450" indent="-171450">
              <a:buFontTx/>
              <a:buChar char="-"/>
            </a:pPr>
            <a:r>
              <a:rPr lang="en-GB" dirty="0"/>
              <a:t>Spread is way larger for non binders at least for AF2, Boltz and chai.</a:t>
            </a:r>
          </a:p>
        </p:txBody>
      </p:sp>
      <p:sp>
        <p:nvSpPr>
          <p:cNvPr id="4" name="Slide Number Placeholder 3">
            <a:extLst>
              <a:ext uri="{FF2B5EF4-FFF2-40B4-BE49-F238E27FC236}">
                <a16:creationId xmlns:a16="http://schemas.microsoft.com/office/drawing/2014/main" id="{CE15E83B-3C5B-DC4A-887A-5C76E33C29C2}"/>
              </a:ext>
            </a:extLst>
          </p:cNvPr>
          <p:cNvSpPr>
            <a:spLocks noGrp="1"/>
          </p:cNvSpPr>
          <p:nvPr>
            <p:ph type="sldNum" sz="quarter" idx="5"/>
          </p:nvPr>
        </p:nvSpPr>
        <p:spPr/>
        <p:txBody>
          <a:bodyPr/>
          <a:lstStyle/>
          <a:p>
            <a:fld id="{49436F85-577F-4A92-A47F-D540A2BCC821}" type="slidenum">
              <a:rPr lang="en-GB" smtClean="0"/>
              <a:t>18</a:t>
            </a:fld>
            <a:endParaRPr lang="en-GB" dirty="0"/>
          </a:p>
        </p:txBody>
      </p:sp>
    </p:spTree>
    <p:extLst>
      <p:ext uri="{BB962C8B-B14F-4D97-AF65-F5344CB8AC3E}">
        <p14:creationId xmlns:p14="http://schemas.microsoft.com/office/powerpoint/2010/main" val="688779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519C0-312A-1906-10E3-A038D107BF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756CA3-F58F-1E92-AF04-466464D9EA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3D70CD-3609-98CC-CA3E-808E883B41A9}"/>
              </a:ext>
            </a:extLst>
          </p:cNvPr>
          <p:cNvSpPr>
            <a:spLocks noGrp="1"/>
          </p:cNvSpPr>
          <p:nvPr>
            <p:ph type="body" idx="1"/>
          </p:nvPr>
        </p:nvSpPr>
        <p:spPr/>
        <p:txBody>
          <a:bodyPr/>
          <a:lstStyle/>
          <a:p>
            <a:r>
              <a:rPr lang="en-GB" dirty="0"/>
              <a:t>Binder Jaccard: Measures agreement between AF3 and model X on which binder residues are binding.</a:t>
            </a:r>
          </a:p>
          <a:p>
            <a:endParaRPr lang="en-GB" dirty="0"/>
          </a:p>
          <a:p>
            <a:r>
              <a:rPr lang="en-GB" dirty="0"/>
              <a:t>Thinking back to interpretation, the higher the mean value, the more general agreement there is between the models on the residues which are in contact.</a:t>
            </a:r>
          </a:p>
        </p:txBody>
      </p:sp>
      <p:sp>
        <p:nvSpPr>
          <p:cNvPr id="4" name="Slide Number Placeholder 3">
            <a:extLst>
              <a:ext uri="{FF2B5EF4-FFF2-40B4-BE49-F238E27FC236}">
                <a16:creationId xmlns:a16="http://schemas.microsoft.com/office/drawing/2014/main" id="{15DC806E-BE29-81FD-35BC-470778A2B284}"/>
              </a:ext>
            </a:extLst>
          </p:cNvPr>
          <p:cNvSpPr>
            <a:spLocks noGrp="1"/>
          </p:cNvSpPr>
          <p:nvPr>
            <p:ph type="sldNum" sz="quarter" idx="5"/>
          </p:nvPr>
        </p:nvSpPr>
        <p:spPr/>
        <p:txBody>
          <a:bodyPr/>
          <a:lstStyle/>
          <a:p>
            <a:fld id="{49436F85-577F-4A92-A47F-D540A2BCC821}" type="slidenum">
              <a:rPr lang="en-GB" smtClean="0"/>
              <a:t>19</a:t>
            </a:fld>
            <a:endParaRPr lang="en-GB" dirty="0"/>
          </a:p>
        </p:txBody>
      </p:sp>
    </p:spTree>
    <p:extLst>
      <p:ext uri="{BB962C8B-B14F-4D97-AF65-F5344CB8AC3E}">
        <p14:creationId xmlns:p14="http://schemas.microsoft.com/office/powerpoint/2010/main" val="16675402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4D2FA-0686-B572-605F-CEAD8C614E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C0613E-E8A3-8CF0-45E6-6E4AD81612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D5A4D9-73DF-EA5A-A305-015667874557}"/>
              </a:ext>
            </a:extLst>
          </p:cNvPr>
          <p:cNvSpPr>
            <a:spLocks noGrp="1"/>
          </p:cNvSpPr>
          <p:nvPr>
            <p:ph type="body" idx="1"/>
          </p:nvPr>
        </p:nvSpPr>
        <p:spPr/>
        <p:txBody>
          <a:bodyPr/>
          <a:lstStyle/>
          <a:p>
            <a:r>
              <a:rPr lang="en-GB" dirty="0"/>
              <a:t>Target Jaccard: Measure agreement between AF3 and model X on which target residues are binding.</a:t>
            </a:r>
          </a:p>
          <a:p>
            <a:endParaRPr lang="en-GB" dirty="0"/>
          </a:p>
          <a:p>
            <a:r>
              <a:rPr lang="en-GB" dirty="0"/>
              <a:t>Thinking back to interpretation, the higher the mean value, the more general agreement there is between the models on the residues which are in contact.</a:t>
            </a:r>
          </a:p>
        </p:txBody>
      </p:sp>
      <p:sp>
        <p:nvSpPr>
          <p:cNvPr id="4" name="Slide Number Placeholder 3">
            <a:extLst>
              <a:ext uri="{FF2B5EF4-FFF2-40B4-BE49-F238E27FC236}">
                <a16:creationId xmlns:a16="http://schemas.microsoft.com/office/drawing/2014/main" id="{8B844B71-277D-57E5-0CA7-9A96F10D0594}"/>
              </a:ext>
            </a:extLst>
          </p:cNvPr>
          <p:cNvSpPr>
            <a:spLocks noGrp="1"/>
          </p:cNvSpPr>
          <p:nvPr>
            <p:ph type="sldNum" sz="quarter" idx="5"/>
          </p:nvPr>
        </p:nvSpPr>
        <p:spPr/>
        <p:txBody>
          <a:bodyPr/>
          <a:lstStyle/>
          <a:p>
            <a:fld id="{49436F85-577F-4A92-A47F-D540A2BCC821}" type="slidenum">
              <a:rPr lang="en-GB" smtClean="0"/>
              <a:t>20</a:t>
            </a:fld>
            <a:endParaRPr lang="en-GB" dirty="0"/>
          </a:p>
        </p:txBody>
      </p:sp>
    </p:spTree>
    <p:extLst>
      <p:ext uri="{BB962C8B-B14F-4D97-AF65-F5344CB8AC3E}">
        <p14:creationId xmlns:p14="http://schemas.microsoft.com/office/powerpoint/2010/main" val="4939989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EF007-798E-BA2E-6A9E-888BF2C858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0FD57C-D69C-973E-DA50-792D2143A4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23811A-EC8C-56F3-8149-7C0CF987019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Binder Jaccard: Measures agreement between AF3 and model X on which binder residues are binding.</a:t>
            </a:r>
          </a:p>
          <a:p>
            <a:endParaRPr lang="en-GB" dirty="0"/>
          </a:p>
          <a:p>
            <a:r>
              <a:rPr lang="en-GB" dirty="0"/>
              <a:t>Target Jaccard: Measure agreement between AF3 and model X on which target residues are binding.</a:t>
            </a:r>
          </a:p>
          <a:p>
            <a:endParaRPr lang="en-GB" dirty="0"/>
          </a:p>
          <a:p>
            <a:r>
              <a:rPr lang="en-GB" dirty="0"/>
              <a:t>Thinking back to interpretation, the higher the mean value, the more general agreement there is between the models on the residues which are in contact.</a:t>
            </a:r>
          </a:p>
          <a:p>
            <a:endParaRPr lang="en-GB" dirty="0"/>
          </a:p>
          <a:p>
            <a:endParaRPr lang="en-GB" dirty="0"/>
          </a:p>
          <a:p>
            <a:endParaRPr lang="en-GB" dirty="0"/>
          </a:p>
        </p:txBody>
      </p:sp>
      <p:sp>
        <p:nvSpPr>
          <p:cNvPr id="4" name="Slide Number Placeholder 3">
            <a:extLst>
              <a:ext uri="{FF2B5EF4-FFF2-40B4-BE49-F238E27FC236}">
                <a16:creationId xmlns:a16="http://schemas.microsoft.com/office/drawing/2014/main" id="{E379DF37-97D0-0DB2-57BB-D263A7059DEE}"/>
              </a:ext>
            </a:extLst>
          </p:cNvPr>
          <p:cNvSpPr>
            <a:spLocks noGrp="1"/>
          </p:cNvSpPr>
          <p:nvPr>
            <p:ph type="sldNum" sz="quarter" idx="5"/>
          </p:nvPr>
        </p:nvSpPr>
        <p:spPr/>
        <p:txBody>
          <a:bodyPr/>
          <a:lstStyle/>
          <a:p>
            <a:fld id="{49436F85-577F-4A92-A47F-D540A2BCC821}" type="slidenum">
              <a:rPr lang="en-GB" smtClean="0"/>
              <a:t>21</a:t>
            </a:fld>
            <a:endParaRPr lang="en-GB" dirty="0"/>
          </a:p>
        </p:txBody>
      </p:sp>
    </p:spTree>
    <p:extLst>
      <p:ext uri="{BB962C8B-B14F-4D97-AF65-F5344CB8AC3E}">
        <p14:creationId xmlns:p14="http://schemas.microsoft.com/office/powerpoint/2010/main" val="27906064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hyperlink" Target="http://www.designguide.ku.dk/skabeloner/powerpoint/praesentationer/" TargetMode="External"/><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hyperlink" Target="https://designguide.ku.dk/skabeloner/powerpoint/praesentationer/" TargetMode="External"/><Relationship Id="rId4" Type="http://schemas.openxmlformats.org/officeDocument/2006/relationships/hyperlink" Target="https://image.ku.dk/shared/aZwD18034DnM3TYEw9XagEF6kxI6MLkV" TargetMode="External"/><Relationship Id="rId9" Type="http://schemas.openxmlformats.org/officeDocument/2006/relationships/image" Target="../media/image15.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eal small">
    <p:spTree>
      <p:nvGrpSpPr>
        <p:cNvPr id="1" name=""/>
        <p:cNvGrpSpPr/>
        <p:nvPr/>
      </p:nvGrpSpPr>
      <p:grpSpPr>
        <a:xfrm>
          <a:off x="0" y="0"/>
          <a:ext cx="0" cy="0"/>
          <a:chOff x="0" y="0"/>
          <a:chExt cx="0" cy="0"/>
        </a:xfrm>
      </p:grpSpPr>
      <p:sp>
        <p:nvSpPr>
          <p:cNvPr id="11" name="Rectangle 7"/>
          <p:cNvSpPr/>
          <p:nvPr userDrawn="1"/>
        </p:nvSpPr>
        <p:spPr>
          <a:xfrm>
            <a:off x="0" y="0"/>
            <a:ext cx="12198350" cy="6858000"/>
          </a:xfrm>
          <a:prstGeom prst="rect">
            <a:avLst/>
          </a:prstGeom>
          <a:gradFill flip="none" rotWithShape="1">
            <a:gsLst>
              <a:gs pos="0">
                <a:srgbClr val="DDDDDD"/>
              </a:gs>
              <a:gs pos="100000">
                <a:schemeClr val="bg1"/>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1661"/>
          <a:stretch/>
        </p:blipFill>
        <p:spPr>
          <a:xfrm>
            <a:off x="1733575" y="-6016"/>
            <a:ext cx="10465859" cy="6858000"/>
          </a:xfrm>
          <a:prstGeom prst="rect">
            <a:avLst/>
          </a:prstGeom>
        </p:spPr>
      </p:pic>
      <p:sp>
        <p:nvSpPr>
          <p:cNvPr id="20" name="Titel 2">
            <a:extLst>
              <a:ext uri="{FF2B5EF4-FFF2-40B4-BE49-F238E27FC236}">
                <a16:creationId xmlns:a16="http://schemas.microsoft.com/office/drawing/2014/main" id="{916BA171-A8D6-BD97-B474-75F02EF18BA1}"/>
              </a:ext>
            </a:extLst>
          </p:cNvPr>
          <p:cNvSpPr>
            <a:spLocks noGrp="1"/>
          </p:cNvSpPr>
          <p:nvPr>
            <p:ph type="ctrTitle"/>
          </p:nvPr>
        </p:nvSpPr>
        <p:spPr>
          <a:xfrm>
            <a:off x="0" y="2271092"/>
            <a:ext cx="5959476" cy="3895200"/>
          </a:xfrm>
          <a:blipFill>
            <a:blip r:embed="rId3"/>
            <a:stretch>
              <a:fillRect/>
            </a:stretch>
          </a:blipFill>
        </p:spPr>
        <p:txBody>
          <a:bodyPr lIns="540000" tIns="468000" rIns="360000" bIns="2340000" anchor="b" anchorCtr="0">
            <a:noAutofit/>
          </a:bodyPr>
          <a:lstStyle>
            <a:lvl1pPr algn="l">
              <a:lnSpc>
                <a:spcPts val="4000"/>
              </a:lnSpc>
              <a:defRPr sz="3600">
                <a:solidFill>
                  <a:schemeClr val="bg1"/>
                </a:solidFill>
              </a:defRPr>
            </a:lvl1pPr>
          </a:lstStyle>
          <a:p>
            <a:r>
              <a:rPr lang="en-GB" dirty="0"/>
              <a:t>Click to edit Master title style</a:t>
            </a:r>
          </a:p>
        </p:txBody>
      </p:sp>
      <p:sp>
        <p:nvSpPr>
          <p:cNvPr id="10" name="Titel 1"/>
          <p:cNvSpPr>
            <a:spLocks noGrp="1"/>
          </p:cNvSpPr>
          <p:nvPr>
            <p:ph type="body" sz="quarter" idx="14" hasCustomPrompt="1"/>
          </p:nvPr>
        </p:nvSpPr>
        <p:spPr>
          <a:xfrm>
            <a:off x="587375" y="2610941"/>
            <a:ext cx="4946649" cy="1109335"/>
          </a:xfrm>
        </p:spPr>
        <p:txBody>
          <a:bodyPr rIns="0">
            <a:noAutofit/>
          </a:bodyPr>
          <a:lstStyle>
            <a:lvl1pPr marL="0" indent="0">
              <a:lnSpc>
                <a:spcPct val="100000"/>
              </a:lnSpc>
              <a:spcBef>
                <a:spcPts val="0"/>
              </a:spcBef>
              <a:buNone/>
              <a:defRPr sz="3600" baseline="0">
                <a:solidFill>
                  <a:schemeClr val="accent1"/>
                </a:solidFill>
                <a:latin typeface="+mj-lt"/>
              </a:defRPr>
            </a:lvl1pPr>
          </a:lstStyle>
          <a:p>
            <a:pPr lvl="0"/>
            <a:r>
              <a:rPr lang="en-GB" dirty="0"/>
              <a:t>Click to add title</a:t>
            </a:r>
          </a:p>
        </p:txBody>
      </p:sp>
      <p:sp>
        <p:nvSpPr>
          <p:cNvPr id="15" name="Pladsholder til tekst 14"/>
          <p:cNvSpPr>
            <a:spLocks noGrp="1"/>
          </p:cNvSpPr>
          <p:nvPr>
            <p:ph type="body" sz="quarter" idx="13" hasCustomPrompt="1"/>
          </p:nvPr>
        </p:nvSpPr>
        <p:spPr>
          <a:xfrm>
            <a:off x="588963" y="4053600"/>
            <a:ext cx="4946649" cy="899766"/>
          </a:xfrm>
        </p:spPr>
        <p:txBody>
          <a:bodyPr rIns="0">
            <a:noAutofit/>
          </a:bodyPr>
          <a:lstStyle>
            <a:lvl1pPr marL="0" indent="0">
              <a:lnSpc>
                <a:spcPct val="100000"/>
              </a:lnSpc>
              <a:spcBef>
                <a:spcPts val="0"/>
              </a:spcBef>
              <a:buNone/>
              <a:defRPr sz="1800" baseline="0"/>
            </a:lvl1pPr>
          </a:lstStyle>
          <a:p>
            <a:pPr lvl="0"/>
            <a:r>
              <a:rPr lang="en-GB" dirty="0"/>
              <a:t>Name of speaker, UCPH unit, place and date</a:t>
            </a:r>
            <a:br>
              <a:rPr lang="en-GB" dirty="0"/>
            </a:br>
            <a:endParaRPr lang="en-GB" dirty="0"/>
          </a:p>
        </p:txBody>
      </p:sp>
      <p:sp>
        <p:nvSpPr>
          <p:cNvPr id="4" name="Pladsholder til dato 3" hidden="1"/>
          <p:cNvSpPr>
            <a:spLocks noGrp="1"/>
          </p:cNvSpPr>
          <p:nvPr>
            <p:ph type="dt" sz="half" idx="10"/>
          </p:nvPr>
        </p:nvSpPr>
        <p:spPr>
          <a:xfrm>
            <a:off x="0" y="6858000"/>
            <a:ext cx="0" cy="0"/>
          </a:xfrm>
        </p:spPr>
        <p:txBody>
          <a:bodyPr/>
          <a:lstStyle>
            <a:lvl1pPr>
              <a:defRPr sz="100">
                <a:noFill/>
              </a:defRPr>
            </a:lvl1pPr>
          </a:lstStyle>
          <a:p>
            <a:fld id="{664F7F37-C978-4070-A8C9-9984E7C2ABE6}" type="datetime1">
              <a:rPr lang="en-GB" smtClean="0"/>
              <a:t>09/03/2026</a:t>
            </a:fld>
            <a:endParaRPr lang="en-GB" dirty="0"/>
          </a:p>
        </p:txBody>
      </p:sp>
      <p:sp>
        <p:nvSpPr>
          <p:cNvPr id="5" name="Pladsholder til sidefod 4" hidden="1"/>
          <p:cNvSpPr>
            <a:spLocks noGrp="1"/>
          </p:cNvSpPr>
          <p:nvPr>
            <p:ph type="ftr" sz="quarter" idx="11"/>
          </p:nvPr>
        </p:nvSpPr>
        <p:spPr>
          <a:xfrm>
            <a:off x="0" y="6858000"/>
            <a:ext cx="0" cy="0"/>
          </a:xfrm>
        </p:spPr>
        <p:txBody>
          <a:bodyPr/>
          <a:lstStyle>
            <a:lvl1pPr>
              <a:defRPr sz="100">
                <a:noFill/>
              </a:defRPr>
            </a:lvl1pPr>
          </a:lstStyle>
          <a:p>
            <a:endParaRPr lang="en-GB" dirty="0"/>
          </a:p>
        </p:txBody>
      </p:sp>
      <p:sp>
        <p:nvSpPr>
          <p:cNvPr id="6" name="Pladsholder til slidenummer 5" hidden="1"/>
          <p:cNvSpPr>
            <a:spLocks noGrp="1"/>
          </p:cNvSpPr>
          <p:nvPr>
            <p:ph type="sldNum" sz="quarter" idx="12"/>
          </p:nvPr>
        </p:nvSpPr>
        <p:spPr>
          <a:xfrm>
            <a:off x="0" y="6858000"/>
            <a:ext cx="0" cy="0"/>
          </a:xfrm>
        </p:spPr>
        <p:txBody>
          <a:bodyPr/>
          <a:lstStyle>
            <a:lvl1pPr>
              <a:defRPr sz="100">
                <a:noFill/>
              </a:defRPr>
            </a:lvl1pPr>
          </a:lstStyle>
          <a:p>
            <a:fld id="{091A926C-488A-4E3E-9C21-57CAA120E114}" type="slidenum">
              <a:rPr lang="en-GB" smtClean="0"/>
              <a:pPr/>
              <a:t>‹#›</a:t>
            </a:fld>
            <a:endParaRPr lang="en-GB" dirty="0"/>
          </a:p>
        </p:txBody>
      </p:sp>
    </p:spTree>
    <p:extLst>
      <p:ext uri="{BB962C8B-B14F-4D97-AF65-F5344CB8AC3E}">
        <p14:creationId xmlns:p14="http://schemas.microsoft.com/office/powerpoint/2010/main" val="1690682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eal large">
    <p:spTree>
      <p:nvGrpSpPr>
        <p:cNvPr id="1" name=""/>
        <p:cNvGrpSpPr/>
        <p:nvPr/>
      </p:nvGrpSpPr>
      <p:grpSpPr>
        <a:xfrm>
          <a:off x="0" y="0"/>
          <a:ext cx="0" cy="0"/>
          <a:chOff x="0" y="0"/>
          <a:chExt cx="0" cy="0"/>
        </a:xfrm>
      </p:grpSpPr>
      <p:sp>
        <p:nvSpPr>
          <p:cNvPr id="8" name="Rectangle 7"/>
          <p:cNvSpPr/>
          <p:nvPr userDrawn="1"/>
        </p:nvSpPr>
        <p:spPr>
          <a:xfrm>
            <a:off x="0" y="0"/>
            <a:ext cx="12198350" cy="6858000"/>
          </a:xfrm>
          <a:prstGeom prst="rect">
            <a:avLst/>
          </a:prstGeom>
          <a:gradFill flip="none" rotWithShape="1">
            <a:gsLst>
              <a:gs pos="0">
                <a:srgbClr val="DDDDDD"/>
              </a:gs>
              <a:gs pos="100000">
                <a:schemeClr val="bg1"/>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pic>
        <p:nvPicPr>
          <p:cNvPr id="7" name="Picture 8"/>
          <p:cNvPicPr>
            <a:picLocks noChangeAspect="1"/>
          </p:cNvPicPr>
          <p:nvPr userDrawn="1"/>
        </p:nvPicPr>
        <p:blipFill rotWithShape="1">
          <a:blip r:embed="rId2">
            <a:extLst>
              <a:ext uri="{28A0092B-C50C-407E-A947-70E740481C1C}">
                <a14:useLocalDpi xmlns:a14="http://schemas.microsoft.com/office/drawing/2010/main" val="0"/>
              </a:ext>
            </a:extLst>
          </a:blip>
          <a:srcRect t="-1661"/>
          <a:stretch/>
        </p:blipFill>
        <p:spPr>
          <a:xfrm>
            <a:off x="1733575" y="-6016"/>
            <a:ext cx="10465859" cy="6858000"/>
          </a:xfrm>
          <a:prstGeom prst="rect">
            <a:avLst/>
          </a:prstGeom>
        </p:spPr>
      </p:pic>
      <p:sp>
        <p:nvSpPr>
          <p:cNvPr id="11" name="Titel 2">
            <a:extLst>
              <a:ext uri="{FF2B5EF4-FFF2-40B4-BE49-F238E27FC236}">
                <a16:creationId xmlns:a16="http://schemas.microsoft.com/office/drawing/2014/main" id="{F3CC8A4E-DD42-3359-871D-736513372237}"/>
              </a:ext>
            </a:extLst>
          </p:cNvPr>
          <p:cNvSpPr>
            <a:spLocks noGrp="1"/>
          </p:cNvSpPr>
          <p:nvPr>
            <p:ph type="ctrTitle" hasCustomPrompt="1"/>
          </p:nvPr>
        </p:nvSpPr>
        <p:spPr>
          <a:xfrm>
            <a:off x="0" y="691815"/>
            <a:ext cx="5959476" cy="5474035"/>
          </a:xfrm>
          <a:blipFill>
            <a:blip r:embed="rId3"/>
            <a:stretch>
              <a:fillRect/>
            </a:stretch>
          </a:blipFill>
        </p:spPr>
        <p:txBody>
          <a:bodyPr lIns="540000" tIns="468000" rIns="360000" bIns="3384000" anchor="b" anchorCtr="0">
            <a:noAutofit/>
          </a:bodyPr>
          <a:lstStyle>
            <a:lvl1pPr algn="l">
              <a:lnSpc>
                <a:spcPct val="900000"/>
              </a:lnSpc>
              <a:defRPr sz="3600">
                <a:solidFill>
                  <a:schemeClr val="bg1"/>
                </a:solidFill>
              </a:defRPr>
            </a:lvl1pPr>
          </a:lstStyle>
          <a:p>
            <a:r>
              <a:rPr lang="en-GB" dirty="0"/>
              <a:t>master</a:t>
            </a:r>
          </a:p>
        </p:txBody>
      </p:sp>
      <p:sp>
        <p:nvSpPr>
          <p:cNvPr id="12" name="Titel 1"/>
          <p:cNvSpPr>
            <a:spLocks noGrp="1"/>
          </p:cNvSpPr>
          <p:nvPr>
            <p:ph type="body" sz="quarter" idx="14" hasCustomPrompt="1"/>
          </p:nvPr>
        </p:nvSpPr>
        <p:spPr>
          <a:xfrm>
            <a:off x="587375" y="1020200"/>
            <a:ext cx="4946649" cy="1345417"/>
          </a:xfrm>
        </p:spPr>
        <p:txBody>
          <a:bodyPr rIns="0">
            <a:noAutofit/>
          </a:bodyPr>
          <a:lstStyle>
            <a:lvl1pPr marL="0" indent="0">
              <a:lnSpc>
                <a:spcPct val="100000"/>
              </a:lnSpc>
              <a:spcBef>
                <a:spcPts val="0"/>
              </a:spcBef>
              <a:buNone/>
              <a:defRPr sz="3600" baseline="0">
                <a:solidFill>
                  <a:schemeClr val="accent1"/>
                </a:solidFill>
                <a:latin typeface="+mj-lt"/>
              </a:defRPr>
            </a:lvl1pPr>
          </a:lstStyle>
          <a:p>
            <a:pPr lvl="0"/>
            <a:r>
              <a:rPr lang="en-GB" dirty="0"/>
              <a:t>Click to add title</a:t>
            </a:r>
          </a:p>
        </p:txBody>
      </p:sp>
      <p:sp>
        <p:nvSpPr>
          <p:cNvPr id="37" name="Undertitel 2"/>
          <p:cNvSpPr>
            <a:spLocks noGrp="1"/>
          </p:cNvSpPr>
          <p:nvPr>
            <p:ph type="subTitle" idx="1" hasCustomPrompt="1"/>
          </p:nvPr>
        </p:nvSpPr>
        <p:spPr>
          <a:xfrm>
            <a:off x="588964" y="3007285"/>
            <a:ext cx="4946648" cy="726435"/>
          </a:xfrm>
        </p:spPr>
        <p:txBody>
          <a:bodyPr rIns="0">
            <a:noAutofit/>
          </a:bodyPr>
          <a:lstStyle>
            <a:lvl1pPr marL="0" indent="0" algn="l">
              <a:lnSpc>
                <a:spcPct val="100000"/>
              </a:lnSpc>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add subtitle</a:t>
            </a:r>
          </a:p>
        </p:txBody>
      </p:sp>
      <p:sp>
        <p:nvSpPr>
          <p:cNvPr id="38" name="Pladsholder til tekst 14"/>
          <p:cNvSpPr>
            <a:spLocks noGrp="1"/>
          </p:cNvSpPr>
          <p:nvPr>
            <p:ph type="body" sz="quarter" idx="13" hasCustomPrompt="1"/>
          </p:nvPr>
        </p:nvSpPr>
        <p:spPr>
          <a:xfrm>
            <a:off x="588963" y="4053600"/>
            <a:ext cx="4946649" cy="899766"/>
          </a:xfrm>
        </p:spPr>
        <p:txBody>
          <a:bodyPr rIns="0">
            <a:noAutofit/>
          </a:bodyPr>
          <a:lstStyle>
            <a:lvl1pPr marL="0" indent="0">
              <a:lnSpc>
                <a:spcPct val="100000"/>
              </a:lnSpc>
              <a:spcBef>
                <a:spcPts val="0"/>
              </a:spcBef>
              <a:buNone/>
              <a:defRPr sz="1800" baseline="0"/>
            </a:lvl1pPr>
          </a:lstStyle>
          <a:p>
            <a:pPr lvl="0"/>
            <a:r>
              <a:rPr lang="en-GB" dirty="0"/>
              <a:t>Name of speaker, UCPH unit, place and date</a:t>
            </a:r>
          </a:p>
        </p:txBody>
      </p:sp>
      <p:sp>
        <p:nvSpPr>
          <p:cNvPr id="4" name="Pladsholder til dato 3" hidden="1"/>
          <p:cNvSpPr>
            <a:spLocks noGrp="1"/>
          </p:cNvSpPr>
          <p:nvPr>
            <p:ph type="dt" sz="half" idx="10"/>
          </p:nvPr>
        </p:nvSpPr>
        <p:spPr>
          <a:xfrm>
            <a:off x="0" y="6858000"/>
            <a:ext cx="0" cy="0"/>
          </a:xfrm>
        </p:spPr>
        <p:txBody>
          <a:bodyPr/>
          <a:lstStyle>
            <a:lvl1pPr>
              <a:defRPr sz="100">
                <a:noFill/>
              </a:defRPr>
            </a:lvl1pPr>
          </a:lstStyle>
          <a:p>
            <a:fld id="{41282B6A-0E05-4999-B083-B58431580830}" type="datetime1">
              <a:rPr lang="en-GB" smtClean="0"/>
              <a:t>09/03/2026</a:t>
            </a:fld>
            <a:endParaRPr lang="en-GB" dirty="0"/>
          </a:p>
        </p:txBody>
      </p:sp>
      <p:sp>
        <p:nvSpPr>
          <p:cNvPr id="5" name="Pladsholder til sidefod 4" hidden="1"/>
          <p:cNvSpPr>
            <a:spLocks noGrp="1"/>
          </p:cNvSpPr>
          <p:nvPr>
            <p:ph type="ftr" sz="quarter" idx="11"/>
          </p:nvPr>
        </p:nvSpPr>
        <p:spPr>
          <a:xfrm>
            <a:off x="0" y="6858000"/>
            <a:ext cx="0" cy="0"/>
          </a:xfrm>
        </p:spPr>
        <p:txBody>
          <a:bodyPr/>
          <a:lstStyle>
            <a:lvl1pPr>
              <a:defRPr sz="100">
                <a:noFill/>
              </a:defRPr>
            </a:lvl1pPr>
          </a:lstStyle>
          <a:p>
            <a:endParaRPr lang="en-GB" dirty="0"/>
          </a:p>
        </p:txBody>
      </p:sp>
      <p:sp>
        <p:nvSpPr>
          <p:cNvPr id="6" name="Pladsholder til slidenummer 5" hidden="1"/>
          <p:cNvSpPr>
            <a:spLocks noGrp="1"/>
          </p:cNvSpPr>
          <p:nvPr>
            <p:ph type="sldNum" sz="quarter" idx="12"/>
          </p:nvPr>
        </p:nvSpPr>
        <p:spPr>
          <a:xfrm>
            <a:off x="0" y="6858000"/>
            <a:ext cx="0" cy="0"/>
          </a:xfrm>
        </p:spPr>
        <p:txBody>
          <a:bodyPr/>
          <a:lstStyle>
            <a:lvl1pPr>
              <a:defRPr sz="100">
                <a:noFill/>
              </a:defRPr>
            </a:lvl1pPr>
          </a:lstStyle>
          <a:p>
            <a:fld id="{091A926C-488A-4E3E-9C21-57CAA120E114}" type="slidenum">
              <a:rPr lang="en-GB" smtClean="0"/>
              <a:pPr/>
              <a:t>‹#›</a:t>
            </a:fld>
            <a:endParaRPr lang="en-GB" dirty="0"/>
          </a:p>
        </p:txBody>
      </p:sp>
    </p:spTree>
    <p:extLst>
      <p:ext uri="{BB962C8B-B14F-4D97-AF65-F5344CB8AC3E}">
        <p14:creationId xmlns:p14="http://schemas.microsoft.com/office/powerpoint/2010/main" val="4281795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image small right">
    <p:spTree>
      <p:nvGrpSpPr>
        <p:cNvPr id="1" name=""/>
        <p:cNvGrpSpPr/>
        <p:nvPr/>
      </p:nvGrpSpPr>
      <p:grpSpPr>
        <a:xfrm>
          <a:off x="0" y="0"/>
          <a:ext cx="0" cy="0"/>
          <a:chOff x="0" y="0"/>
          <a:chExt cx="0" cy="0"/>
        </a:xfrm>
      </p:grpSpPr>
      <p:sp>
        <p:nvSpPr>
          <p:cNvPr id="30" name="Pladsholder til billede 9"/>
          <p:cNvSpPr>
            <a:spLocks noGrp="1"/>
          </p:cNvSpPr>
          <p:nvPr>
            <p:ph type="pic" sz="quarter" idx="14" hasCustomPrompt="1"/>
          </p:nvPr>
        </p:nvSpPr>
        <p:spPr>
          <a:xfrm>
            <a:off x="0" y="0"/>
            <a:ext cx="12192000" cy="6858000"/>
          </a:xfrm>
          <a:blipFill>
            <a:blip r:embed="rId2"/>
            <a:stretch>
              <a:fillRect/>
            </a:stretch>
          </a:blipFill>
        </p:spPr>
        <p:txBody>
          <a:bodyPr lIns="1080000" tIns="0" rIns="6408000" anchor="ctr" anchorCtr="0"/>
          <a:lstStyle>
            <a:lvl1pPr marL="0" indent="0" algn="r">
              <a:buNone/>
              <a:defRPr sz="2400" b="1" i="0" baseline="0">
                <a:solidFill>
                  <a:schemeClr val="bg1"/>
                </a:solidFill>
                <a:sym typeface="Wingdings" panose="05000000000000000000" pitchFamily="2" charset="2"/>
              </a:defRPr>
            </a:lvl1pPr>
          </a:lstStyle>
          <a:p>
            <a:r>
              <a:rPr lang="en-GB" dirty="0"/>
              <a:t>Click icon to insert image  </a:t>
            </a:r>
          </a:p>
        </p:txBody>
      </p:sp>
      <p:sp>
        <p:nvSpPr>
          <p:cNvPr id="11" name="Titel 2">
            <a:extLst>
              <a:ext uri="{FF2B5EF4-FFF2-40B4-BE49-F238E27FC236}">
                <a16:creationId xmlns:a16="http://schemas.microsoft.com/office/drawing/2014/main" id="{A35AA5B6-111C-4735-AFC4-EBC2CB1BF4A3}"/>
              </a:ext>
            </a:extLst>
          </p:cNvPr>
          <p:cNvSpPr>
            <a:spLocks noGrp="1"/>
          </p:cNvSpPr>
          <p:nvPr>
            <p:ph type="ctrTitle"/>
          </p:nvPr>
        </p:nvSpPr>
        <p:spPr>
          <a:xfrm>
            <a:off x="6243638" y="2271092"/>
            <a:ext cx="5948362" cy="3895200"/>
          </a:xfrm>
          <a:blipFill>
            <a:blip r:embed="rId3"/>
            <a:stretch>
              <a:fillRect/>
            </a:stretch>
          </a:blipFill>
        </p:spPr>
        <p:txBody>
          <a:bodyPr lIns="360000" tIns="468000" rIns="540000" bIns="2448000" anchor="b" anchorCtr="0">
            <a:noAutofit/>
          </a:bodyPr>
          <a:lstStyle>
            <a:lvl1pPr algn="l">
              <a:lnSpc>
                <a:spcPts val="4000"/>
              </a:lnSpc>
              <a:defRPr sz="3600">
                <a:solidFill>
                  <a:schemeClr val="bg1"/>
                </a:solidFill>
              </a:defRPr>
            </a:lvl1pPr>
          </a:lstStyle>
          <a:p>
            <a:r>
              <a:rPr lang="en-GB" dirty="0"/>
              <a:t>Click to edit Master title style</a:t>
            </a:r>
          </a:p>
        </p:txBody>
      </p:sp>
      <p:sp>
        <p:nvSpPr>
          <p:cNvPr id="10" name="Titel 1"/>
          <p:cNvSpPr>
            <a:spLocks noGrp="1"/>
          </p:cNvSpPr>
          <p:nvPr>
            <p:ph type="body" sz="quarter" idx="15" hasCustomPrompt="1"/>
          </p:nvPr>
        </p:nvSpPr>
        <p:spPr>
          <a:xfrm>
            <a:off x="6622258" y="2610941"/>
            <a:ext cx="4962920" cy="1109335"/>
          </a:xfrm>
        </p:spPr>
        <p:txBody>
          <a:bodyPr rIns="0">
            <a:noAutofit/>
          </a:bodyPr>
          <a:lstStyle>
            <a:lvl1pPr marL="0" indent="0">
              <a:lnSpc>
                <a:spcPct val="100000"/>
              </a:lnSpc>
              <a:spcBef>
                <a:spcPts val="0"/>
              </a:spcBef>
              <a:buNone/>
              <a:defRPr sz="3600" b="0" i="0" baseline="0">
                <a:solidFill>
                  <a:schemeClr val="accent1"/>
                </a:solidFill>
                <a:latin typeface="+mj-lt"/>
              </a:defRPr>
            </a:lvl1pPr>
          </a:lstStyle>
          <a:p>
            <a:pPr lvl="0"/>
            <a:r>
              <a:rPr lang="en-GB" dirty="0"/>
              <a:t>Click to add title</a:t>
            </a:r>
          </a:p>
        </p:txBody>
      </p:sp>
      <p:sp>
        <p:nvSpPr>
          <p:cNvPr id="9" name="Pladsholder til tekst 14"/>
          <p:cNvSpPr>
            <a:spLocks noGrp="1"/>
          </p:cNvSpPr>
          <p:nvPr>
            <p:ph type="body" sz="quarter" idx="13" hasCustomPrompt="1"/>
          </p:nvPr>
        </p:nvSpPr>
        <p:spPr>
          <a:xfrm>
            <a:off x="6622257" y="4053600"/>
            <a:ext cx="4979193" cy="899766"/>
          </a:xfrm>
        </p:spPr>
        <p:txBody>
          <a:bodyPr r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800" b="0" i="0" baseline="0"/>
            </a:lvl1pPr>
          </a:lstStyle>
          <a:p>
            <a:pPr lvl="0"/>
            <a:r>
              <a:rPr lang="en-GB" dirty="0"/>
              <a:t>Name of speaker, UCPH unit, place and date</a:t>
            </a:r>
          </a:p>
        </p:txBody>
      </p:sp>
      <p:sp>
        <p:nvSpPr>
          <p:cNvPr id="4" name="Pladsholder til dato 3"/>
          <p:cNvSpPr>
            <a:spLocks noGrp="1"/>
          </p:cNvSpPr>
          <p:nvPr>
            <p:ph type="dt" sz="half" idx="10"/>
          </p:nvPr>
        </p:nvSpPr>
        <p:spPr>
          <a:xfrm>
            <a:off x="0" y="6858000"/>
            <a:ext cx="0" cy="0"/>
          </a:xfrm>
        </p:spPr>
        <p:txBody>
          <a:bodyPr/>
          <a:lstStyle>
            <a:lvl1pPr>
              <a:defRPr sz="100">
                <a:noFill/>
              </a:defRPr>
            </a:lvl1pPr>
          </a:lstStyle>
          <a:p>
            <a:fld id="{3ECB2203-00D5-4F87-8F9D-D0B17AC42B67}" type="datetime1">
              <a:rPr lang="en-GB" smtClean="0"/>
              <a:t>09/03/2026</a:t>
            </a:fld>
            <a:endParaRPr lang="en-GB" dirty="0"/>
          </a:p>
        </p:txBody>
      </p:sp>
      <p:sp>
        <p:nvSpPr>
          <p:cNvPr id="5" name="Pladsholder til sidefod 4"/>
          <p:cNvSpPr>
            <a:spLocks noGrp="1"/>
          </p:cNvSpPr>
          <p:nvPr>
            <p:ph type="ftr" sz="quarter" idx="11"/>
          </p:nvPr>
        </p:nvSpPr>
        <p:spPr>
          <a:xfrm>
            <a:off x="0" y="6858000"/>
            <a:ext cx="0" cy="0"/>
          </a:xfrm>
        </p:spPr>
        <p:txBody>
          <a:bodyPr/>
          <a:lstStyle>
            <a:lvl1pPr>
              <a:defRPr sz="100">
                <a:noFill/>
              </a:defRPr>
            </a:lvl1pPr>
          </a:lstStyle>
          <a:p>
            <a:endParaRPr lang="en-GB" dirty="0"/>
          </a:p>
        </p:txBody>
      </p:sp>
      <p:sp>
        <p:nvSpPr>
          <p:cNvPr id="6" name="Pladsholder til slidenummer 5"/>
          <p:cNvSpPr>
            <a:spLocks noGrp="1"/>
          </p:cNvSpPr>
          <p:nvPr>
            <p:ph type="sldNum" sz="quarter" idx="12"/>
          </p:nvPr>
        </p:nvSpPr>
        <p:spPr>
          <a:xfrm>
            <a:off x="0" y="6858000"/>
            <a:ext cx="0" cy="0"/>
          </a:xfrm>
        </p:spPr>
        <p:txBody>
          <a:bodyPr/>
          <a:lstStyle>
            <a:lvl1pPr>
              <a:defRPr sz="100">
                <a:noFill/>
              </a:defRPr>
            </a:lvl1pPr>
          </a:lstStyle>
          <a:p>
            <a:fld id="{091A926C-488A-4E3E-9C21-57CAA120E114}" type="slidenum">
              <a:rPr lang="en-GB" smtClean="0"/>
              <a:pPr/>
              <a:t>‹#›</a:t>
            </a:fld>
            <a:endParaRPr lang="en-GB" dirty="0"/>
          </a:p>
        </p:txBody>
      </p:sp>
    </p:spTree>
    <p:extLst>
      <p:ext uri="{BB962C8B-B14F-4D97-AF65-F5344CB8AC3E}">
        <p14:creationId xmlns:p14="http://schemas.microsoft.com/office/powerpoint/2010/main" val="6296796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image large right">
    <p:spTree>
      <p:nvGrpSpPr>
        <p:cNvPr id="1" name=""/>
        <p:cNvGrpSpPr/>
        <p:nvPr/>
      </p:nvGrpSpPr>
      <p:grpSpPr>
        <a:xfrm>
          <a:off x="0" y="0"/>
          <a:ext cx="0" cy="0"/>
          <a:chOff x="0" y="0"/>
          <a:chExt cx="0" cy="0"/>
        </a:xfrm>
      </p:grpSpPr>
      <p:sp>
        <p:nvSpPr>
          <p:cNvPr id="30" name="Pladsholder til billede 9"/>
          <p:cNvSpPr>
            <a:spLocks noGrp="1"/>
          </p:cNvSpPr>
          <p:nvPr>
            <p:ph type="pic" sz="quarter" idx="14" hasCustomPrompt="1"/>
          </p:nvPr>
        </p:nvSpPr>
        <p:spPr>
          <a:xfrm>
            <a:off x="0" y="0"/>
            <a:ext cx="12192000" cy="6858000"/>
          </a:xfrm>
          <a:blipFill>
            <a:blip r:embed="rId2"/>
            <a:stretch>
              <a:fillRect/>
            </a:stretch>
          </a:blipFill>
        </p:spPr>
        <p:txBody>
          <a:bodyPr lIns="1080000" tIns="0" rIns="6408000" anchor="ctr" anchorCtr="0"/>
          <a:lstStyle>
            <a:lvl1pPr marL="0" indent="0" algn="r">
              <a:buNone/>
              <a:defRPr sz="2400" b="1" i="0" baseline="0">
                <a:solidFill>
                  <a:schemeClr val="bg1"/>
                </a:solidFill>
                <a:sym typeface="Wingdings" panose="05000000000000000000" pitchFamily="2" charset="2"/>
              </a:defRPr>
            </a:lvl1pPr>
          </a:lstStyle>
          <a:p>
            <a:r>
              <a:rPr lang="en-GB" dirty="0"/>
              <a:t>Click icon to insert image   </a:t>
            </a:r>
          </a:p>
        </p:txBody>
      </p:sp>
      <p:sp>
        <p:nvSpPr>
          <p:cNvPr id="17" name="Titel 2">
            <a:extLst>
              <a:ext uri="{FF2B5EF4-FFF2-40B4-BE49-F238E27FC236}">
                <a16:creationId xmlns:a16="http://schemas.microsoft.com/office/drawing/2014/main" id="{5841F5BD-07B0-188F-6A65-1A9CB9107526}"/>
              </a:ext>
            </a:extLst>
          </p:cNvPr>
          <p:cNvSpPr>
            <a:spLocks noGrp="1"/>
          </p:cNvSpPr>
          <p:nvPr>
            <p:ph type="ctrTitle" hasCustomPrompt="1"/>
          </p:nvPr>
        </p:nvSpPr>
        <p:spPr>
          <a:xfrm>
            <a:off x="6243638" y="691815"/>
            <a:ext cx="5948362" cy="5474035"/>
          </a:xfrm>
          <a:blipFill>
            <a:blip r:embed="rId3"/>
            <a:stretch>
              <a:fillRect/>
            </a:stretch>
          </a:blipFill>
        </p:spPr>
        <p:txBody>
          <a:bodyPr lIns="360000" tIns="468000" rIns="540000" bIns="3384000" anchor="b" anchorCtr="0">
            <a:noAutofit/>
          </a:bodyPr>
          <a:lstStyle>
            <a:lvl1pPr algn="l">
              <a:lnSpc>
                <a:spcPts val="4000"/>
              </a:lnSpc>
              <a:defRPr sz="3600">
                <a:solidFill>
                  <a:schemeClr val="bg1"/>
                </a:solidFill>
              </a:defRPr>
            </a:lvl1pPr>
          </a:lstStyle>
          <a:p>
            <a:r>
              <a:rPr lang="en-GB" dirty="0"/>
              <a:t>master</a:t>
            </a:r>
          </a:p>
        </p:txBody>
      </p:sp>
      <p:sp>
        <p:nvSpPr>
          <p:cNvPr id="12" name="Pladsholder til tekst 14">
            <a:extLst>
              <a:ext uri="{FF2B5EF4-FFF2-40B4-BE49-F238E27FC236}">
                <a16:creationId xmlns:a16="http://schemas.microsoft.com/office/drawing/2014/main" id="{7AF680B5-5F7B-7C42-BF08-E9B604FEDFF4}"/>
              </a:ext>
            </a:extLst>
          </p:cNvPr>
          <p:cNvSpPr>
            <a:spLocks noGrp="1"/>
          </p:cNvSpPr>
          <p:nvPr>
            <p:ph type="body" sz="quarter" idx="13" hasCustomPrompt="1"/>
          </p:nvPr>
        </p:nvSpPr>
        <p:spPr>
          <a:xfrm>
            <a:off x="6622257" y="4053600"/>
            <a:ext cx="4979193" cy="899766"/>
          </a:xfrm>
        </p:spPr>
        <p:txBody>
          <a:bodyPr rIns="0">
            <a:noAutofit/>
          </a:bodyPr>
          <a:lstStyle>
            <a:lvl1pPr marL="0" indent="0">
              <a:spcBef>
                <a:spcPts val="0"/>
              </a:spcBef>
              <a:buNone/>
              <a:defRPr sz="1800" b="0" i="0" baseline="0"/>
            </a:lvl1pPr>
          </a:lstStyle>
          <a:p>
            <a:pPr lvl="0"/>
            <a:r>
              <a:rPr lang="en-GB" dirty="0"/>
              <a:t>Name of speaker, UCPH unit, place and date</a:t>
            </a:r>
          </a:p>
        </p:txBody>
      </p:sp>
      <p:sp>
        <p:nvSpPr>
          <p:cNvPr id="13" name="Undertitel 2">
            <a:extLst>
              <a:ext uri="{FF2B5EF4-FFF2-40B4-BE49-F238E27FC236}">
                <a16:creationId xmlns:a16="http://schemas.microsoft.com/office/drawing/2014/main" id="{E8639E81-1331-644F-9855-3A9C253754AE}"/>
              </a:ext>
            </a:extLst>
          </p:cNvPr>
          <p:cNvSpPr>
            <a:spLocks noGrp="1"/>
          </p:cNvSpPr>
          <p:nvPr>
            <p:ph type="subTitle" idx="1" hasCustomPrompt="1"/>
          </p:nvPr>
        </p:nvSpPr>
        <p:spPr>
          <a:xfrm>
            <a:off x="6622257" y="3007285"/>
            <a:ext cx="4979193" cy="726435"/>
          </a:xfrm>
        </p:spPr>
        <p:txBody>
          <a:bodyPr>
            <a:noAutofit/>
          </a:bodyPr>
          <a:lstStyle>
            <a:lvl1pPr marL="0" indent="0" algn="l">
              <a:lnSpc>
                <a:spcPct val="100000"/>
              </a:lnSpc>
              <a:buNone/>
              <a:defRPr sz="24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add subtitle</a:t>
            </a:r>
          </a:p>
        </p:txBody>
      </p:sp>
      <p:sp>
        <p:nvSpPr>
          <p:cNvPr id="14" name="Titel 1">
            <a:extLst>
              <a:ext uri="{FF2B5EF4-FFF2-40B4-BE49-F238E27FC236}">
                <a16:creationId xmlns:a16="http://schemas.microsoft.com/office/drawing/2014/main" id="{B7A6A120-00EE-3144-9AB3-0695A4240B49}"/>
              </a:ext>
            </a:extLst>
          </p:cNvPr>
          <p:cNvSpPr>
            <a:spLocks noGrp="1"/>
          </p:cNvSpPr>
          <p:nvPr>
            <p:ph type="body" sz="quarter" idx="15" hasCustomPrompt="1"/>
          </p:nvPr>
        </p:nvSpPr>
        <p:spPr>
          <a:xfrm>
            <a:off x="6622257" y="1020200"/>
            <a:ext cx="4977606" cy="1345417"/>
          </a:xfrm>
        </p:spPr>
        <p:txBody>
          <a:bodyPr rIns="0">
            <a:noAutofit/>
          </a:bodyPr>
          <a:lstStyle>
            <a:lvl1pPr marL="0" indent="0">
              <a:lnSpc>
                <a:spcPct val="100000"/>
              </a:lnSpc>
              <a:spcBef>
                <a:spcPts val="0"/>
              </a:spcBef>
              <a:buNone/>
              <a:defRPr sz="3600" b="0" i="0" baseline="0">
                <a:solidFill>
                  <a:schemeClr val="accent1"/>
                </a:solidFill>
                <a:latin typeface="+mj-lt"/>
              </a:defRPr>
            </a:lvl1pPr>
          </a:lstStyle>
          <a:p>
            <a:pPr lvl="0"/>
            <a:r>
              <a:rPr lang="en-GB" dirty="0"/>
              <a:t>Click to add title</a:t>
            </a:r>
          </a:p>
        </p:txBody>
      </p:sp>
      <p:sp>
        <p:nvSpPr>
          <p:cNvPr id="10" name="Pladsholder til dato 3" hidden="1">
            <a:extLst>
              <a:ext uri="{FF2B5EF4-FFF2-40B4-BE49-F238E27FC236}">
                <a16:creationId xmlns:a16="http://schemas.microsoft.com/office/drawing/2014/main" id="{5D6F800E-E8DB-D1E9-A292-CDCB828E80AD}"/>
              </a:ext>
            </a:extLst>
          </p:cNvPr>
          <p:cNvSpPr>
            <a:spLocks noGrp="1"/>
          </p:cNvSpPr>
          <p:nvPr>
            <p:ph type="dt" sz="half" idx="10"/>
          </p:nvPr>
        </p:nvSpPr>
        <p:spPr>
          <a:xfrm>
            <a:off x="0" y="6858000"/>
            <a:ext cx="0" cy="0"/>
          </a:xfrm>
        </p:spPr>
        <p:txBody>
          <a:bodyPr/>
          <a:lstStyle>
            <a:lvl1pPr>
              <a:defRPr sz="100">
                <a:noFill/>
              </a:defRPr>
            </a:lvl1pPr>
          </a:lstStyle>
          <a:p>
            <a:fld id="{D700EDC7-A33F-4ACB-87EF-882B537199F0}" type="datetime1">
              <a:rPr lang="en-GB" smtClean="0"/>
              <a:t>09/03/2026</a:t>
            </a:fld>
            <a:endParaRPr lang="en-GB" dirty="0"/>
          </a:p>
        </p:txBody>
      </p:sp>
      <p:sp>
        <p:nvSpPr>
          <p:cNvPr id="15" name="Pladsholder til sidefod 4" hidden="1">
            <a:extLst>
              <a:ext uri="{FF2B5EF4-FFF2-40B4-BE49-F238E27FC236}">
                <a16:creationId xmlns:a16="http://schemas.microsoft.com/office/drawing/2014/main" id="{75F96715-1FD5-51ED-7CC1-42E30D0821E3}"/>
              </a:ext>
            </a:extLst>
          </p:cNvPr>
          <p:cNvSpPr>
            <a:spLocks noGrp="1"/>
          </p:cNvSpPr>
          <p:nvPr>
            <p:ph type="ftr" sz="quarter" idx="11"/>
          </p:nvPr>
        </p:nvSpPr>
        <p:spPr>
          <a:xfrm>
            <a:off x="0" y="6858000"/>
            <a:ext cx="0" cy="0"/>
          </a:xfrm>
        </p:spPr>
        <p:txBody>
          <a:bodyPr/>
          <a:lstStyle>
            <a:lvl1pPr>
              <a:defRPr sz="100">
                <a:noFill/>
              </a:defRPr>
            </a:lvl1pPr>
          </a:lstStyle>
          <a:p>
            <a:endParaRPr lang="en-GB" dirty="0"/>
          </a:p>
        </p:txBody>
      </p:sp>
      <p:sp>
        <p:nvSpPr>
          <p:cNvPr id="16" name="Pladsholder til slidenummer 5" hidden="1">
            <a:extLst>
              <a:ext uri="{FF2B5EF4-FFF2-40B4-BE49-F238E27FC236}">
                <a16:creationId xmlns:a16="http://schemas.microsoft.com/office/drawing/2014/main" id="{FF7B57F8-B201-8F25-4597-86F1EE0AFA0C}"/>
              </a:ext>
            </a:extLst>
          </p:cNvPr>
          <p:cNvSpPr>
            <a:spLocks noGrp="1"/>
          </p:cNvSpPr>
          <p:nvPr>
            <p:ph type="sldNum" sz="quarter" idx="12"/>
          </p:nvPr>
        </p:nvSpPr>
        <p:spPr>
          <a:xfrm>
            <a:off x="0" y="6858000"/>
            <a:ext cx="0" cy="0"/>
          </a:xfrm>
        </p:spPr>
        <p:txBody>
          <a:bodyPr/>
          <a:lstStyle>
            <a:lvl1pPr>
              <a:defRPr sz="100">
                <a:noFill/>
              </a:defRPr>
            </a:lvl1pPr>
          </a:lstStyle>
          <a:p>
            <a:fld id="{091A926C-488A-4E3E-9C21-57CAA120E114}" type="slidenum">
              <a:rPr lang="en-GB" smtClean="0"/>
              <a:pPr/>
              <a:t>‹#›</a:t>
            </a:fld>
            <a:endParaRPr lang="en-GB" dirty="0"/>
          </a:p>
        </p:txBody>
      </p:sp>
    </p:spTree>
    <p:extLst>
      <p:ext uri="{BB962C8B-B14F-4D97-AF65-F5344CB8AC3E}">
        <p14:creationId xmlns:p14="http://schemas.microsoft.com/office/powerpoint/2010/main" val="1709872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image small left">
    <p:spTree>
      <p:nvGrpSpPr>
        <p:cNvPr id="1" name=""/>
        <p:cNvGrpSpPr/>
        <p:nvPr/>
      </p:nvGrpSpPr>
      <p:grpSpPr>
        <a:xfrm>
          <a:off x="0" y="0"/>
          <a:ext cx="0" cy="0"/>
          <a:chOff x="0" y="0"/>
          <a:chExt cx="0" cy="0"/>
        </a:xfrm>
      </p:grpSpPr>
      <p:sp>
        <p:nvSpPr>
          <p:cNvPr id="30" name="Pladsholder til billede 9"/>
          <p:cNvSpPr>
            <a:spLocks noGrp="1"/>
          </p:cNvSpPr>
          <p:nvPr>
            <p:ph type="pic" sz="quarter" idx="14" hasCustomPrompt="1"/>
          </p:nvPr>
        </p:nvSpPr>
        <p:spPr>
          <a:xfrm>
            <a:off x="0" y="0"/>
            <a:ext cx="12192000" cy="6858000"/>
          </a:xfrm>
          <a:solidFill>
            <a:schemeClr val="bg1">
              <a:lumMod val="75000"/>
            </a:schemeClr>
          </a:solidFill>
        </p:spPr>
        <p:txBody>
          <a:bodyPr lIns="6408000" tIns="0" rIns="720000" anchor="ctr" anchorCtr="0"/>
          <a:lstStyle>
            <a:lvl1pPr marL="0" indent="0" algn="l" defTabSz="914400" rtl="0" eaLnBrk="1" latinLnBrk="0" hangingPunct="1">
              <a:lnSpc>
                <a:spcPct val="100000"/>
              </a:lnSpc>
              <a:spcBef>
                <a:spcPts val="1000"/>
              </a:spcBef>
              <a:buFont typeface="Arial" panose="020B0604020202020204" pitchFamily="34" charset="0"/>
              <a:buNone/>
              <a:defRPr lang="da-DK" sz="2400" kern="1200" baseline="0" dirty="0">
                <a:solidFill>
                  <a:schemeClr val="bg1"/>
                </a:solidFill>
                <a:latin typeface="+mn-lt"/>
                <a:ea typeface="+mn-ea"/>
                <a:cs typeface="+mn-cs"/>
                <a:sym typeface="Wingdings" panose="05000000000000000000" pitchFamily="2" charset="2"/>
              </a:defRPr>
            </a:lvl1pPr>
          </a:lstStyle>
          <a:p>
            <a:r>
              <a:rPr lang="en-GB" dirty="0"/>
              <a:t> Click icon to insert image</a:t>
            </a:r>
          </a:p>
        </p:txBody>
      </p:sp>
      <p:sp>
        <p:nvSpPr>
          <p:cNvPr id="13" name="Titel 2">
            <a:extLst>
              <a:ext uri="{FF2B5EF4-FFF2-40B4-BE49-F238E27FC236}">
                <a16:creationId xmlns:a16="http://schemas.microsoft.com/office/drawing/2014/main" id="{A98E7E85-8DE3-687D-4837-DB9872BFCE68}"/>
              </a:ext>
            </a:extLst>
          </p:cNvPr>
          <p:cNvSpPr>
            <a:spLocks noGrp="1"/>
          </p:cNvSpPr>
          <p:nvPr>
            <p:ph type="ctrTitle"/>
          </p:nvPr>
        </p:nvSpPr>
        <p:spPr>
          <a:xfrm>
            <a:off x="0" y="2271092"/>
            <a:ext cx="5959476" cy="3895200"/>
          </a:xfrm>
          <a:blipFill>
            <a:blip r:embed="rId2"/>
            <a:stretch>
              <a:fillRect/>
            </a:stretch>
          </a:blipFill>
        </p:spPr>
        <p:txBody>
          <a:bodyPr lIns="540000" tIns="468000" rIns="360000" bIns="2340000" anchor="b" anchorCtr="0">
            <a:noAutofit/>
          </a:bodyPr>
          <a:lstStyle>
            <a:lvl1pPr algn="l">
              <a:lnSpc>
                <a:spcPts val="4000"/>
              </a:lnSpc>
              <a:defRPr sz="3600">
                <a:solidFill>
                  <a:schemeClr val="bg1"/>
                </a:solidFill>
              </a:defRPr>
            </a:lvl1pPr>
          </a:lstStyle>
          <a:p>
            <a:r>
              <a:rPr lang="en-GB" dirty="0"/>
              <a:t>Click to edit Master title style</a:t>
            </a:r>
          </a:p>
        </p:txBody>
      </p:sp>
      <p:sp>
        <p:nvSpPr>
          <p:cNvPr id="9" name="Titel 1"/>
          <p:cNvSpPr>
            <a:spLocks noGrp="1"/>
          </p:cNvSpPr>
          <p:nvPr>
            <p:ph type="body" sz="quarter" idx="15" hasCustomPrompt="1"/>
          </p:nvPr>
        </p:nvSpPr>
        <p:spPr>
          <a:xfrm>
            <a:off x="587375" y="2610941"/>
            <a:ext cx="4946649" cy="1109335"/>
          </a:xfrm>
        </p:spPr>
        <p:txBody>
          <a:bodyPr rIns="0">
            <a:noAutofit/>
          </a:bodyPr>
          <a:lstStyle>
            <a:lvl1pPr marL="0" indent="0">
              <a:lnSpc>
                <a:spcPct val="100000"/>
              </a:lnSpc>
              <a:spcBef>
                <a:spcPts val="0"/>
              </a:spcBef>
              <a:buNone/>
              <a:defRPr sz="3600" baseline="0">
                <a:solidFill>
                  <a:schemeClr val="accent1"/>
                </a:solidFill>
                <a:latin typeface="+mj-lt"/>
              </a:defRPr>
            </a:lvl1pPr>
          </a:lstStyle>
          <a:p>
            <a:pPr lvl="0"/>
            <a:r>
              <a:rPr lang="en-GB" dirty="0"/>
              <a:t>Click to add title</a:t>
            </a:r>
          </a:p>
        </p:txBody>
      </p:sp>
      <p:sp>
        <p:nvSpPr>
          <p:cNvPr id="26" name="Pladsholder til tekst 14"/>
          <p:cNvSpPr>
            <a:spLocks noGrp="1"/>
          </p:cNvSpPr>
          <p:nvPr>
            <p:ph type="body" sz="quarter" idx="13" hasCustomPrompt="1"/>
          </p:nvPr>
        </p:nvSpPr>
        <p:spPr>
          <a:xfrm>
            <a:off x="588963" y="4042705"/>
            <a:ext cx="4983162" cy="899766"/>
          </a:xfrm>
        </p:spPr>
        <p:txBody>
          <a:bodyPr rIns="0">
            <a:noAutofit/>
          </a:bodyPr>
          <a:lstStyle>
            <a:lvl1pPr marL="0" indent="0">
              <a:spcBef>
                <a:spcPts val="0"/>
              </a:spcBef>
              <a:buNone/>
              <a:defRPr sz="1800" baseline="0"/>
            </a:lvl1pPr>
          </a:lstStyle>
          <a:p>
            <a:pPr lvl="0"/>
            <a:r>
              <a:rPr lang="en-GB" dirty="0"/>
              <a:t>Name of speaker, UCPH unit, place and date</a:t>
            </a:r>
          </a:p>
        </p:txBody>
      </p:sp>
      <p:sp>
        <p:nvSpPr>
          <p:cNvPr id="10" name="Pladsholder til dato 3" hidden="1">
            <a:extLst>
              <a:ext uri="{FF2B5EF4-FFF2-40B4-BE49-F238E27FC236}">
                <a16:creationId xmlns:a16="http://schemas.microsoft.com/office/drawing/2014/main" id="{1570F19F-11E9-F8A1-DCD4-0B2BD4223DC2}"/>
              </a:ext>
            </a:extLst>
          </p:cNvPr>
          <p:cNvSpPr>
            <a:spLocks noGrp="1"/>
          </p:cNvSpPr>
          <p:nvPr>
            <p:ph type="dt" sz="half" idx="10"/>
          </p:nvPr>
        </p:nvSpPr>
        <p:spPr>
          <a:xfrm>
            <a:off x="0" y="6858000"/>
            <a:ext cx="0" cy="0"/>
          </a:xfrm>
        </p:spPr>
        <p:txBody>
          <a:bodyPr/>
          <a:lstStyle>
            <a:lvl1pPr>
              <a:defRPr sz="100">
                <a:noFill/>
              </a:defRPr>
            </a:lvl1pPr>
          </a:lstStyle>
          <a:p>
            <a:fld id="{6732F916-FBB8-40A8-BEA6-3A387B65F474}" type="datetime1">
              <a:rPr lang="en-GB" smtClean="0"/>
              <a:t>09/03/2026</a:t>
            </a:fld>
            <a:endParaRPr lang="en-GB" dirty="0"/>
          </a:p>
        </p:txBody>
      </p:sp>
      <p:sp>
        <p:nvSpPr>
          <p:cNvPr id="11" name="Pladsholder til sidefod 4" hidden="1">
            <a:extLst>
              <a:ext uri="{FF2B5EF4-FFF2-40B4-BE49-F238E27FC236}">
                <a16:creationId xmlns:a16="http://schemas.microsoft.com/office/drawing/2014/main" id="{B7D930ED-6F01-0E90-6740-D9E50AA5B833}"/>
              </a:ext>
            </a:extLst>
          </p:cNvPr>
          <p:cNvSpPr>
            <a:spLocks noGrp="1"/>
          </p:cNvSpPr>
          <p:nvPr>
            <p:ph type="ftr" sz="quarter" idx="11"/>
          </p:nvPr>
        </p:nvSpPr>
        <p:spPr>
          <a:xfrm>
            <a:off x="0" y="6858000"/>
            <a:ext cx="0" cy="0"/>
          </a:xfrm>
        </p:spPr>
        <p:txBody>
          <a:bodyPr/>
          <a:lstStyle>
            <a:lvl1pPr>
              <a:defRPr sz="100">
                <a:noFill/>
              </a:defRPr>
            </a:lvl1pPr>
          </a:lstStyle>
          <a:p>
            <a:endParaRPr lang="en-GB" dirty="0"/>
          </a:p>
        </p:txBody>
      </p:sp>
      <p:sp>
        <p:nvSpPr>
          <p:cNvPr id="12" name="Pladsholder til slidenummer 5" hidden="1">
            <a:extLst>
              <a:ext uri="{FF2B5EF4-FFF2-40B4-BE49-F238E27FC236}">
                <a16:creationId xmlns:a16="http://schemas.microsoft.com/office/drawing/2014/main" id="{ADD5A7A0-1930-6FDD-F270-B46368D36A8B}"/>
              </a:ext>
            </a:extLst>
          </p:cNvPr>
          <p:cNvSpPr>
            <a:spLocks noGrp="1"/>
          </p:cNvSpPr>
          <p:nvPr>
            <p:ph type="sldNum" sz="quarter" idx="12"/>
          </p:nvPr>
        </p:nvSpPr>
        <p:spPr>
          <a:xfrm>
            <a:off x="0" y="6858000"/>
            <a:ext cx="0" cy="0"/>
          </a:xfrm>
        </p:spPr>
        <p:txBody>
          <a:bodyPr/>
          <a:lstStyle>
            <a:lvl1pPr>
              <a:defRPr sz="100">
                <a:noFill/>
              </a:defRPr>
            </a:lvl1pPr>
          </a:lstStyle>
          <a:p>
            <a:fld id="{091A926C-488A-4E3E-9C21-57CAA120E114}" type="slidenum">
              <a:rPr lang="en-GB" smtClean="0"/>
              <a:pPr/>
              <a:t>‹#›</a:t>
            </a:fld>
            <a:endParaRPr lang="en-GB" dirty="0"/>
          </a:p>
        </p:txBody>
      </p:sp>
    </p:spTree>
    <p:extLst>
      <p:ext uri="{BB962C8B-B14F-4D97-AF65-F5344CB8AC3E}">
        <p14:creationId xmlns:p14="http://schemas.microsoft.com/office/powerpoint/2010/main" val="2967803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image large left">
    <p:spTree>
      <p:nvGrpSpPr>
        <p:cNvPr id="1" name=""/>
        <p:cNvGrpSpPr/>
        <p:nvPr/>
      </p:nvGrpSpPr>
      <p:grpSpPr>
        <a:xfrm>
          <a:off x="0" y="0"/>
          <a:ext cx="0" cy="0"/>
          <a:chOff x="0" y="0"/>
          <a:chExt cx="0" cy="0"/>
        </a:xfrm>
      </p:grpSpPr>
      <p:sp>
        <p:nvSpPr>
          <p:cNvPr id="10" name="Pladsholder til billede 9"/>
          <p:cNvSpPr>
            <a:spLocks noGrp="1"/>
          </p:cNvSpPr>
          <p:nvPr>
            <p:ph type="pic" sz="quarter" idx="14" hasCustomPrompt="1"/>
          </p:nvPr>
        </p:nvSpPr>
        <p:spPr>
          <a:xfrm>
            <a:off x="0" y="0"/>
            <a:ext cx="12192000" cy="6858000"/>
          </a:xfrm>
          <a:solidFill>
            <a:schemeClr val="bg1">
              <a:lumMod val="75000"/>
            </a:schemeClr>
          </a:solidFill>
        </p:spPr>
        <p:txBody>
          <a:bodyPr lIns="6408000" tIns="0" rIns="720000" anchor="ctr" anchorCtr="0"/>
          <a:lstStyle>
            <a:lvl1pPr marL="0" indent="0" algn="l">
              <a:buNone/>
              <a:defRPr sz="2400" baseline="0">
                <a:solidFill>
                  <a:schemeClr val="bg1"/>
                </a:solidFill>
                <a:sym typeface="Wingdings" panose="05000000000000000000" pitchFamily="2" charset="2"/>
              </a:defRPr>
            </a:lvl1pPr>
          </a:lstStyle>
          <a:p>
            <a:r>
              <a:rPr lang="en-GB" dirty="0"/>
              <a:t> Click icon to insert image</a:t>
            </a:r>
          </a:p>
        </p:txBody>
      </p:sp>
      <p:sp>
        <p:nvSpPr>
          <p:cNvPr id="16" name="Titel 2">
            <a:extLst>
              <a:ext uri="{FF2B5EF4-FFF2-40B4-BE49-F238E27FC236}">
                <a16:creationId xmlns:a16="http://schemas.microsoft.com/office/drawing/2014/main" id="{92A049D1-BE16-6369-9C11-6D9136DAE0D9}"/>
              </a:ext>
            </a:extLst>
          </p:cNvPr>
          <p:cNvSpPr>
            <a:spLocks noGrp="1"/>
          </p:cNvSpPr>
          <p:nvPr>
            <p:ph type="ctrTitle" hasCustomPrompt="1"/>
          </p:nvPr>
        </p:nvSpPr>
        <p:spPr>
          <a:xfrm>
            <a:off x="0" y="691815"/>
            <a:ext cx="5959476" cy="5474035"/>
          </a:xfrm>
          <a:blipFill>
            <a:blip r:embed="rId2"/>
            <a:stretch>
              <a:fillRect/>
            </a:stretch>
          </a:blipFill>
        </p:spPr>
        <p:txBody>
          <a:bodyPr lIns="540000" tIns="468000" rIns="360000" bIns="3384000" anchor="b" anchorCtr="0">
            <a:noAutofit/>
          </a:bodyPr>
          <a:lstStyle>
            <a:lvl1pPr algn="l">
              <a:lnSpc>
                <a:spcPct val="900000"/>
              </a:lnSpc>
              <a:defRPr sz="3600">
                <a:solidFill>
                  <a:schemeClr val="bg1"/>
                </a:solidFill>
              </a:defRPr>
            </a:lvl1pPr>
          </a:lstStyle>
          <a:p>
            <a:r>
              <a:rPr lang="en-GB" dirty="0"/>
              <a:t>master</a:t>
            </a:r>
          </a:p>
        </p:txBody>
      </p:sp>
      <p:sp>
        <p:nvSpPr>
          <p:cNvPr id="12" name="Titel 1"/>
          <p:cNvSpPr>
            <a:spLocks noGrp="1"/>
          </p:cNvSpPr>
          <p:nvPr>
            <p:ph type="body" sz="quarter" idx="15" hasCustomPrompt="1"/>
          </p:nvPr>
        </p:nvSpPr>
        <p:spPr>
          <a:xfrm>
            <a:off x="587375" y="1020200"/>
            <a:ext cx="4946649" cy="1345417"/>
          </a:xfrm>
        </p:spPr>
        <p:txBody>
          <a:bodyPr rIns="0">
            <a:noAutofit/>
          </a:bodyPr>
          <a:lstStyle>
            <a:lvl1pPr marL="0" indent="0">
              <a:lnSpc>
                <a:spcPct val="100000"/>
              </a:lnSpc>
              <a:spcBef>
                <a:spcPts val="0"/>
              </a:spcBef>
              <a:buNone/>
              <a:defRPr sz="3600" baseline="0">
                <a:solidFill>
                  <a:schemeClr val="accent1"/>
                </a:solidFill>
                <a:latin typeface="+mj-lt"/>
              </a:defRPr>
            </a:lvl1pPr>
          </a:lstStyle>
          <a:p>
            <a:pPr lvl="0"/>
            <a:r>
              <a:rPr lang="en-GB" dirty="0"/>
              <a:t>Click to add title</a:t>
            </a:r>
          </a:p>
        </p:txBody>
      </p:sp>
      <p:sp>
        <p:nvSpPr>
          <p:cNvPr id="9" name="Undertitel 2"/>
          <p:cNvSpPr>
            <a:spLocks noGrp="1"/>
          </p:cNvSpPr>
          <p:nvPr>
            <p:ph type="subTitle" idx="1" hasCustomPrompt="1"/>
          </p:nvPr>
        </p:nvSpPr>
        <p:spPr>
          <a:xfrm>
            <a:off x="588962" y="3007285"/>
            <a:ext cx="4946649" cy="726435"/>
          </a:xfrm>
        </p:spPr>
        <p:txBody>
          <a:bodyPr rIns="0">
            <a:noAutofit/>
          </a:bodyPr>
          <a:lstStyle>
            <a:lvl1pPr marL="0" indent="0" algn="l">
              <a:lnSpc>
                <a:spcPct val="100000"/>
              </a:lnSpc>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add subtitle</a:t>
            </a:r>
          </a:p>
        </p:txBody>
      </p:sp>
      <p:sp>
        <p:nvSpPr>
          <p:cNvPr id="11" name="Pladsholder til tekst 14"/>
          <p:cNvSpPr>
            <a:spLocks noGrp="1"/>
          </p:cNvSpPr>
          <p:nvPr>
            <p:ph type="body" sz="quarter" idx="13" hasCustomPrompt="1"/>
          </p:nvPr>
        </p:nvSpPr>
        <p:spPr>
          <a:xfrm>
            <a:off x="588962" y="4053600"/>
            <a:ext cx="4946650" cy="899766"/>
          </a:xfrm>
        </p:spPr>
        <p:txBody>
          <a:bodyPr rIns="0">
            <a:noAutofit/>
          </a:bodyPr>
          <a:lstStyle>
            <a:lvl1pPr marL="0" indent="0">
              <a:lnSpc>
                <a:spcPct val="100000"/>
              </a:lnSpc>
              <a:spcBef>
                <a:spcPts val="0"/>
              </a:spcBef>
              <a:buNone/>
              <a:defRPr sz="1800" baseline="0"/>
            </a:lvl1pPr>
          </a:lstStyle>
          <a:p>
            <a:pPr lvl="0"/>
            <a:r>
              <a:rPr lang="en-GB" dirty="0"/>
              <a:t>Name of speaker, UCPH unit, place and date</a:t>
            </a:r>
          </a:p>
        </p:txBody>
      </p:sp>
      <p:sp>
        <p:nvSpPr>
          <p:cNvPr id="13" name="Pladsholder til dato 3" hidden="1">
            <a:extLst>
              <a:ext uri="{FF2B5EF4-FFF2-40B4-BE49-F238E27FC236}">
                <a16:creationId xmlns:a16="http://schemas.microsoft.com/office/drawing/2014/main" id="{B280A661-856C-E622-1331-CDB60AB08622}"/>
              </a:ext>
            </a:extLst>
          </p:cNvPr>
          <p:cNvSpPr>
            <a:spLocks noGrp="1"/>
          </p:cNvSpPr>
          <p:nvPr>
            <p:ph type="dt" sz="half" idx="10"/>
          </p:nvPr>
        </p:nvSpPr>
        <p:spPr>
          <a:xfrm>
            <a:off x="0" y="6858000"/>
            <a:ext cx="0" cy="0"/>
          </a:xfrm>
        </p:spPr>
        <p:txBody>
          <a:bodyPr/>
          <a:lstStyle>
            <a:lvl1pPr>
              <a:defRPr sz="100">
                <a:noFill/>
              </a:defRPr>
            </a:lvl1pPr>
          </a:lstStyle>
          <a:p>
            <a:fld id="{6C2548D2-4180-4C59-97F2-D3D2E14098F1}" type="datetime1">
              <a:rPr lang="en-GB" smtClean="0"/>
              <a:t>09/03/2026</a:t>
            </a:fld>
            <a:endParaRPr lang="en-GB" dirty="0"/>
          </a:p>
        </p:txBody>
      </p:sp>
      <p:sp>
        <p:nvSpPr>
          <p:cNvPr id="14" name="Pladsholder til sidefod 4" hidden="1">
            <a:extLst>
              <a:ext uri="{FF2B5EF4-FFF2-40B4-BE49-F238E27FC236}">
                <a16:creationId xmlns:a16="http://schemas.microsoft.com/office/drawing/2014/main" id="{82F7776B-57AF-971B-A75B-223AFE263EAC}"/>
              </a:ext>
            </a:extLst>
          </p:cNvPr>
          <p:cNvSpPr>
            <a:spLocks noGrp="1"/>
          </p:cNvSpPr>
          <p:nvPr>
            <p:ph type="ftr" sz="quarter" idx="11"/>
          </p:nvPr>
        </p:nvSpPr>
        <p:spPr>
          <a:xfrm>
            <a:off x="0" y="6858000"/>
            <a:ext cx="0" cy="0"/>
          </a:xfrm>
        </p:spPr>
        <p:txBody>
          <a:bodyPr/>
          <a:lstStyle>
            <a:lvl1pPr>
              <a:defRPr sz="100">
                <a:noFill/>
              </a:defRPr>
            </a:lvl1pPr>
          </a:lstStyle>
          <a:p>
            <a:endParaRPr lang="en-GB" dirty="0"/>
          </a:p>
        </p:txBody>
      </p:sp>
      <p:sp>
        <p:nvSpPr>
          <p:cNvPr id="15" name="Pladsholder til slidenummer 5" hidden="1">
            <a:extLst>
              <a:ext uri="{FF2B5EF4-FFF2-40B4-BE49-F238E27FC236}">
                <a16:creationId xmlns:a16="http://schemas.microsoft.com/office/drawing/2014/main" id="{EFF41101-1901-1836-D8DB-6C08E169D0B8}"/>
              </a:ext>
            </a:extLst>
          </p:cNvPr>
          <p:cNvSpPr>
            <a:spLocks noGrp="1"/>
          </p:cNvSpPr>
          <p:nvPr>
            <p:ph type="sldNum" sz="quarter" idx="12"/>
          </p:nvPr>
        </p:nvSpPr>
        <p:spPr>
          <a:xfrm>
            <a:off x="0" y="6858000"/>
            <a:ext cx="0" cy="0"/>
          </a:xfrm>
        </p:spPr>
        <p:txBody>
          <a:bodyPr/>
          <a:lstStyle>
            <a:lvl1pPr>
              <a:defRPr sz="100">
                <a:noFill/>
              </a:defRPr>
            </a:lvl1pPr>
          </a:lstStyle>
          <a:p>
            <a:fld id="{091A926C-488A-4E3E-9C21-57CAA120E114}" type="slidenum">
              <a:rPr lang="en-GB" smtClean="0"/>
              <a:pPr/>
              <a:t>‹#›</a:t>
            </a:fld>
            <a:endParaRPr lang="en-GB" dirty="0"/>
          </a:p>
        </p:txBody>
      </p:sp>
    </p:spTree>
    <p:extLst>
      <p:ext uri="{BB962C8B-B14F-4D97-AF65-F5344CB8AC3E}">
        <p14:creationId xmlns:p14="http://schemas.microsoft.com/office/powerpoint/2010/main" val="38290818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object">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588963" y="620714"/>
            <a:ext cx="11012488" cy="863599"/>
          </a:xfrm>
        </p:spPr>
        <p:txBody>
          <a:bodyPr/>
          <a:lstStyle>
            <a:lvl1pPr>
              <a:defRPr b="0" i="0" baseline="0"/>
            </a:lvl1pPr>
          </a:lstStyle>
          <a:p>
            <a:pPr lvl="0"/>
            <a:r>
              <a:rPr lang="en-GB" dirty="0"/>
              <a:t>Click to add title</a:t>
            </a:r>
          </a:p>
        </p:txBody>
      </p:sp>
      <p:sp>
        <p:nvSpPr>
          <p:cNvPr id="3" name="Pladsholder til indhold 2"/>
          <p:cNvSpPr>
            <a:spLocks noGrp="1"/>
          </p:cNvSpPr>
          <p:nvPr>
            <p:ph idx="1" hasCustomPrompt="1"/>
          </p:nvPr>
        </p:nvSpPr>
        <p:spPr>
          <a:xfrm>
            <a:off x="588963" y="1628775"/>
            <a:ext cx="11012488" cy="4673600"/>
          </a:xfrm>
        </p:spPr>
        <p:txBody>
          <a:bodyPr vert="horz" lIns="0" tIns="0" rIns="0" bIns="0" rtlCol="0">
            <a:noAutofit/>
          </a:bodyPr>
          <a:lstStyle>
            <a:lvl1pPr>
              <a:defRPr lang="da-DK" b="0" i="0" baseline="0" dirty="0" smtClean="0"/>
            </a:lvl1pPr>
            <a:lvl2pPr>
              <a:defRPr lang="da-DK" b="0" i="0" baseline="0" dirty="0" smtClean="0"/>
            </a:lvl2pPr>
            <a:lvl3pPr>
              <a:defRPr lang="da-DK" b="0" i="0" baseline="0" dirty="0" smtClean="0"/>
            </a:lvl3pPr>
            <a:lvl4pPr marL="719138" indent="0">
              <a:buNone/>
              <a:defRPr/>
            </a:lvl4pPr>
          </a:lstStyle>
          <a:p>
            <a:pPr lvl="0"/>
            <a:r>
              <a:rPr lang="en-GB" dirty="0"/>
              <a:t>Click to add text</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p:txBody>
      </p:sp>
      <p:sp>
        <p:nvSpPr>
          <p:cNvPr id="4" name="Pladsholder til dato 3"/>
          <p:cNvSpPr>
            <a:spLocks noGrp="1"/>
          </p:cNvSpPr>
          <p:nvPr>
            <p:ph type="dt" sz="half" idx="10"/>
          </p:nvPr>
        </p:nvSpPr>
        <p:spPr/>
        <p:txBody>
          <a:bodyPr/>
          <a:lstStyle/>
          <a:p>
            <a:fld id="{544BA8A8-9DAA-499A-8FC3-E3166163C612}" type="datetime1">
              <a:rPr lang="en-GB" smtClean="0"/>
              <a:t>09/03/2026</a:t>
            </a:fld>
            <a:endParaRPr lang="en-GB" dirty="0"/>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27968597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itle and two content objects">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588964" y="620714"/>
            <a:ext cx="11012486" cy="865186"/>
          </a:xfrm>
        </p:spPr>
        <p:txBody>
          <a:bodyPr/>
          <a:lstStyle>
            <a:lvl1pPr>
              <a:defRPr b="0" i="0" baseline="0"/>
            </a:lvl1pPr>
          </a:lstStyle>
          <a:p>
            <a:pPr lvl="0"/>
            <a:r>
              <a:rPr lang="en-GB" dirty="0"/>
              <a:t>Click to add title</a:t>
            </a:r>
          </a:p>
        </p:txBody>
      </p:sp>
      <p:sp>
        <p:nvSpPr>
          <p:cNvPr id="3" name="Pladsholder til indhold 2"/>
          <p:cNvSpPr>
            <a:spLocks noGrp="1"/>
          </p:cNvSpPr>
          <p:nvPr>
            <p:ph sz="half" idx="1" hasCustomPrompt="1"/>
          </p:nvPr>
        </p:nvSpPr>
        <p:spPr>
          <a:xfrm>
            <a:off x="588964" y="1628775"/>
            <a:ext cx="5356800" cy="4672800"/>
          </a:xfrm>
        </p:spPr>
        <p:txBody>
          <a:bodyPr vert="horz" lIns="0" tIns="0" rIns="0" bIns="0" rtlCol="0">
            <a:noAutofit/>
          </a:bodyPr>
          <a:lstStyle>
            <a:lvl1pPr>
              <a:defRPr lang="da-DK" b="0" i="0" baseline="0" dirty="0" smtClean="0"/>
            </a:lvl1pPr>
            <a:lvl2pPr>
              <a:defRPr lang="da-DK" b="0" i="0" baseline="0" dirty="0" smtClean="0"/>
            </a:lvl2pPr>
            <a:lvl3pPr>
              <a:defRPr lang="da-DK" b="0" i="0" baseline="0" dirty="0" smtClean="0"/>
            </a:lvl3pPr>
            <a:lvl4pPr>
              <a:defRPr lang="da-DK" b="0" i="0" baseline="0" dirty="0" smtClean="0"/>
            </a:lvl4pPr>
          </a:lstStyle>
          <a:p>
            <a:pPr lvl="0"/>
            <a:r>
              <a:rPr lang="en-GB" dirty="0"/>
              <a:t>Click to add text</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a:p>
            <a:pPr lvl="3"/>
            <a:endParaRPr lang="en-GB" dirty="0"/>
          </a:p>
        </p:txBody>
      </p:sp>
      <p:sp>
        <p:nvSpPr>
          <p:cNvPr id="4" name="Pladsholder til indhold 3"/>
          <p:cNvSpPr>
            <a:spLocks noGrp="1"/>
          </p:cNvSpPr>
          <p:nvPr>
            <p:ph sz="half" idx="2" hasCustomPrompt="1"/>
          </p:nvPr>
        </p:nvSpPr>
        <p:spPr>
          <a:xfrm>
            <a:off x="6246000" y="1628776"/>
            <a:ext cx="5356800" cy="4672800"/>
          </a:xfrm>
        </p:spPr>
        <p:txBody>
          <a:bodyPr vert="horz" lIns="0" tIns="0" rIns="0" bIns="0" rtlCol="0">
            <a:noAutofit/>
          </a:bodyPr>
          <a:lstStyle>
            <a:lvl1pPr>
              <a:defRPr lang="da-DK" b="0" i="0" baseline="0" dirty="0" smtClean="0"/>
            </a:lvl1pPr>
            <a:lvl2pPr>
              <a:defRPr lang="da-DK" b="0" i="0" baseline="0" dirty="0" smtClean="0"/>
            </a:lvl2pPr>
            <a:lvl3pPr>
              <a:defRPr lang="da-DK" b="0" i="0" baseline="0" dirty="0" smtClean="0"/>
            </a:lvl3pPr>
            <a:lvl4pPr marL="719138" indent="0">
              <a:buNone/>
              <a:defRPr lang="da-DK" dirty="0" smtClean="0"/>
            </a:lvl4pPr>
            <a:lvl5pPr>
              <a:defRPr lang="da-DK" dirty="0"/>
            </a:lvl5pPr>
            <a:lvl8pPr marL="719138" indent="0">
              <a:buNone/>
              <a:defRPr/>
            </a:lvl8pPr>
          </a:lstStyle>
          <a:p>
            <a:pPr lvl="0"/>
            <a:r>
              <a:rPr lang="en-GB" dirty="0"/>
              <a:t>Click to add text</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p:txBody>
      </p:sp>
      <p:sp>
        <p:nvSpPr>
          <p:cNvPr id="5" name="Pladsholder til dato 4"/>
          <p:cNvSpPr>
            <a:spLocks noGrp="1"/>
          </p:cNvSpPr>
          <p:nvPr>
            <p:ph type="dt" sz="half" idx="10"/>
          </p:nvPr>
        </p:nvSpPr>
        <p:spPr/>
        <p:txBody>
          <a:bodyPr/>
          <a:lstStyle/>
          <a:p>
            <a:fld id="{BAE4B30B-D853-4AE6-9B99-718FF91CCB22}" type="datetime1">
              <a:rPr lang="en-GB" smtClean="0"/>
              <a:t>09/03/2026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3754967976"/>
      </p:ext>
    </p:extLst>
  </p:cSld>
  <p:clrMapOvr>
    <a:masterClrMapping/>
  </p:clrMapOvr>
  <p:extLst>
    <p:ext uri="{DCECCB84-F9BA-43D5-87BE-67443E8EF086}">
      <p15:sldGuideLst xmlns:p15="http://schemas.microsoft.com/office/powerpoint/2012/main">
        <p15:guide id="1" pos="3934" userDrawn="1">
          <p15:clr>
            <a:srgbClr val="F26B43"/>
          </p15:clr>
        </p15:guide>
        <p15:guide id="2" pos="3746" userDrawn="1">
          <p15:clr>
            <a:srgbClr val="F26B43"/>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image">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6244651" y="1628775"/>
            <a:ext cx="5356800" cy="4672800"/>
          </a:xfrm>
          <a:solidFill>
            <a:schemeClr val="bg1">
              <a:lumMod val="75000"/>
            </a:schemeClr>
          </a:solidFill>
        </p:spPr>
        <p:txBody>
          <a:bodyPr lIns="360000" tIns="1080000" rIns="360000" anchor="ctr" anchorCtr="0"/>
          <a:lstStyle>
            <a:lvl1pPr marL="0" indent="0" algn="ctr">
              <a:buNone/>
              <a:defRPr sz="2400" baseline="0">
                <a:solidFill>
                  <a:schemeClr val="bg1"/>
                </a:solidFill>
                <a:sym typeface="Wingdings" panose="05000000000000000000" pitchFamily="2" charset="2"/>
              </a:defRPr>
            </a:lvl1pPr>
          </a:lstStyle>
          <a:p>
            <a:r>
              <a:rPr lang="en-GB" dirty="0"/>
              <a:t>Click icon to insert image</a:t>
            </a:r>
          </a:p>
        </p:txBody>
      </p:sp>
      <p:sp>
        <p:nvSpPr>
          <p:cNvPr id="2" name="Titel 1"/>
          <p:cNvSpPr>
            <a:spLocks noGrp="1"/>
          </p:cNvSpPr>
          <p:nvPr>
            <p:ph type="title" hasCustomPrompt="1"/>
          </p:nvPr>
        </p:nvSpPr>
        <p:spPr>
          <a:xfrm>
            <a:off x="588965" y="620712"/>
            <a:ext cx="11012486" cy="865187"/>
          </a:xfrm>
        </p:spPr>
        <p:txBody>
          <a:bodyPr/>
          <a:lstStyle>
            <a:lvl1pPr>
              <a:defRPr b="0" i="0" baseline="0"/>
            </a:lvl1pPr>
          </a:lstStyle>
          <a:p>
            <a:pPr lvl="0"/>
            <a:r>
              <a:rPr lang="en-GB" dirty="0"/>
              <a:t>Click to add title</a:t>
            </a:r>
          </a:p>
        </p:txBody>
      </p:sp>
      <p:sp>
        <p:nvSpPr>
          <p:cNvPr id="3" name="Pladsholder til indhold 2"/>
          <p:cNvSpPr>
            <a:spLocks noGrp="1"/>
          </p:cNvSpPr>
          <p:nvPr>
            <p:ph sz="half" idx="1" hasCustomPrompt="1"/>
          </p:nvPr>
        </p:nvSpPr>
        <p:spPr>
          <a:xfrm>
            <a:off x="588964" y="1628775"/>
            <a:ext cx="5356800" cy="4672800"/>
          </a:xfrm>
        </p:spPr>
        <p:txBody>
          <a:bodyPr vert="horz" lIns="0" tIns="0" rIns="0" bIns="0" rtlCol="0">
            <a:noAutofit/>
          </a:bodyPr>
          <a:lstStyle>
            <a:lvl1pPr>
              <a:defRPr lang="da-DK" b="0" i="0" baseline="0" dirty="0" smtClean="0"/>
            </a:lvl1pPr>
            <a:lvl2pPr>
              <a:defRPr lang="da-DK" b="0" i="0" baseline="0" dirty="0" smtClean="0"/>
            </a:lvl2pPr>
            <a:lvl3pPr>
              <a:defRPr lang="da-DK" b="0" i="0" baseline="0" dirty="0" smtClean="0"/>
            </a:lvl3pPr>
            <a:lvl4pPr>
              <a:defRPr lang="da-DK" dirty="0" smtClean="0"/>
            </a:lvl4pPr>
            <a:lvl5pPr>
              <a:defRPr lang="da-DK" dirty="0"/>
            </a:lvl5pPr>
          </a:lstStyle>
          <a:p>
            <a:pPr lvl="0"/>
            <a:r>
              <a:rPr lang="en-GB" dirty="0"/>
              <a:t>Click to add text</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p:txBody>
      </p:sp>
      <p:sp>
        <p:nvSpPr>
          <p:cNvPr id="5" name="Pladsholder til dato 4"/>
          <p:cNvSpPr>
            <a:spLocks noGrp="1"/>
          </p:cNvSpPr>
          <p:nvPr>
            <p:ph type="dt" sz="half" idx="10"/>
          </p:nvPr>
        </p:nvSpPr>
        <p:spPr/>
        <p:txBody>
          <a:bodyPr/>
          <a:lstStyle/>
          <a:p>
            <a:fld id="{782CEA36-139A-4E3F-B6A0-7BD657AD45E8}" type="datetime1">
              <a:rPr lang="en-GB" smtClean="0"/>
              <a:t>09/03/2026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1017783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588963" y="1628775"/>
            <a:ext cx="11012487" cy="4673600"/>
          </a:xfrm>
          <a:solidFill>
            <a:schemeClr val="bg1">
              <a:lumMod val="75000"/>
            </a:schemeClr>
          </a:solidFill>
        </p:spPr>
        <p:txBody>
          <a:bodyPr lIns="0" tIns="1080000" rIns="0" anchor="ctr" anchorCtr="0"/>
          <a:lstStyle>
            <a:lvl1pPr marL="0" indent="0" algn="ctr">
              <a:buNone/>
              <a:defRPr sz="2400" b="0" i="0" baseline="0">
                <a:solidFill>
                  <a:schemeClr val="bg1"/>
                </a:solidFill>
                <a:sym typeface="Wingdings" panose="05000000000000000000" pitchFamily="2" charset="2"/>
              </a:defRPr>
            </a:lvl1pPr>
          </a:lstStyle>
          <a:p>
            <a:r>
              <a:rPr lang="en-GB" dirty="0"/>
              <a:t>Click icon to insert image</a:t>
            </a:r>
          </a:p>
        </p:txBody>
      </p:sp>
      <p:sp>
        <p:nvSpPr>
          <p:cNvPr id="2" name="Titel 1"/>
          <p:cNvSpPr>
            <a:spLocks noGrp="1"/>
          </p:cNvSpPr>
          <p:nvPr>
            <p:ph type="title" hasCustomPrompt="1"/>
          </p:nvPr>
        </p:nvSpPr>
        <p:spPr>
          <a:xfrm>
            <a:off x="588964" y="620712"/>
            <a:ext cx="11012486" cy="865187"/>
          </a:xfrm>
        </p:spPr>
        <p:txBody>
          <a:bodyPr/>
          <a:lstStyle/>
          <a:p>
            <a:r>
              <a:rPr lang="en-GB" dirty="0"/>
              <a:t>Click to add title</a:t>
            </a:r>
          </a:p>
        </p:txBody>
      </p:sp>
      <p:sp>
        <p:nvSpPr>
          <p:cNvPr id="5" name="Pladsholder til dato 4"/>
          <p:cNvSpPr>
            <a:spLocks noGrp="1"/>
          </p:cNvSpPr>
          <p:nvPr>
            <p:ph type="dt" sz="half" idx="10"/>
          </p:nvPr>
        </p:nvSpPr>
        <p:spPr/>
        <p:txBody>
          <a:bodyPr/>
          <a:lstStyle/>
          <a:p>
            <a:fld id="{1337CCA8-EEC6-4184-AB5B-DDB10B05E1AF}" type="datetime1">
              <a:rPr lang="en-GB" smtClean="0"/>
              <a:t>09/03/2026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36191671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b="0" i="0" baseline="0"/>
            </a:lvl1pPr>
          </a:lstStyle>
          <a:p>
            <a:r>
              <a:rPr lang="en-GB" dirty="0"/>
              <a:t>Click to add title</a:t>
            </a:r>
          </a:p>
        </p:txBody>
      </p:sp>
      <p:sp>
        <p:nvSpPr>
          <p:cNvPr id="3" name="Pladsholder til dato 2"/>
          <p:cNvSpPr>
            <a:spLocks noGrp="1"/>
          </p:cNvSpPr>
          <p:nvPr>
            <p:ph type="dt" sz="half" idx="10"/>
          </p:nvPr>
        </p:nvSpPr>
        <p:spPr/>
        <p:txBody>
          <a:bodyPr/>
          <a:lstStyle/>
          <a:p>
            <a:fld id="{CA98901C-AD74-491C-9322-C106FC5C099A}" type="datetime1">
              <a:rPr lang="en-GB" smtClean="0"/>
              <a:t>09/03/2026</a:t>
            </a:fld>
            <a:endParaRPr lang="en-GB" dirty="0"/>
          </a:p>
        </p:txBody>
      </p:sp>
      <p:sp>
        <p:nvSpPr>
          <p:cNvPr id="4" name="Pladsholder til sidefod 3"/>
          <p:cNvSpPr>
            <a:spLocks noGrp="1"/>
          </p:cNvSpPr>
          <p:nvPr>
            <p:ph type="ftr" sz="quarter" idx="11"/>
          </p:nvPr>
        </p:nvSpPr>
        <p:spPr/>
        <p:txBody>
          <a:bodyPr/>
          <a:lstStyle/>
          <a:p>
            <a:endParaRPr lang="en-GB" dirty="0"/>
          </a:p>
        </p:txBody>
      </p:sp>
      <p:sp>
        <p:nvSpPr>
          <p:cNvPr id="5" name="Pladsholder til slidenummer 4"/>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17609304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dsholder til dato 1"/>
          <p:cNvSpPr>
            <a:spLocks noGrp="1"/>
          </p:cNvSpPr>
          <p:nvPr>
            <p:ph type="dt" sz="half" idx="10"/>
          </p:nvPr>
        </p:nvSpPr>
        <p:spPr/>
        <p:txBody>
          <a:bodyPr/>
          <a:lstStyle/>
          <a:p>
            <a:fld id="{5B3D2672-5B44-4DB0-8EDF-4BB4CF579FAA}" type="datetime1">
              <a:rPr lang="en-GB" smtClean="0"/>
              <a:t>09/03/2026</a:t>
            </a:fld>
            <a:endParaRPr lang="en-GB" dirty="0"/>
          </a:p>
        </p:txBody>
      </p:sp>
      <p:sp>
        <p:nvSpPr>
          <p:cNvPr id="3" name="Pladsholder til sidefod 2"/>
          <p:cNvSpPr>
            <a:spLocks noGrp="1"/>
          </p:cNvSpPr>
          <p:nvPr>
            <p:ph type="ftr" sz="quarter" idx="11"/>
          </p:nvPr>
        </p:nvSpPr>
        <p:spPr/>
        <p:txBody>
          <a:bodyPr/>
          <a:lstStyle/>
          <a:p>
            <a:endParaRPr lang="en-GB" dirty="0"/>
          </a:p>
        </p:txBody>
      </p:sp>
      <p:sp>
        <p:nvSpPr>
          <p:cNvPr id="4" name="Pladsholder til slidenummer 3"/>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36315452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3" name="Pladsholder til dato 3" hidden="1">
            <a:extLst>
              <a:ext uri="{FF2B5EF4-FFF2-40B4-BE49-F238E27FC236}">
                <a16:creationId xmlns:a16="http://schemas.microsoft.com/office/drawing/2014/main" id="{619D26E9-5B2E-9EAD-7ADF-91C2F6F527BC}"/>
              </a:ext>
            </a:extLst>
          </p:cNvPr>
          <p:cNvSpPr>
            <a:spLocks noGrp="1"/>
          </p:cNvSpPr>
          <p:nvPr>
            <p:ph type="dt" sz="half" idx="10"/>
          </p:nvPr>
        </p:nvSpPr>
        <p:spPr>
          <a:xfrm>
            <a:off x="0" y="6858000"/>
            <a:ext cx="0" cy="0"/>
          </a:xfrm>
        </p:spPr>
        <p:txBody>
          <a:bodyPr/>
          <a:lstStyle>
            <a:lvl1pPr>
              <a:defRPr sz="100">
                <a:noFill/>
              </a:defRPr>
            </a:lvl1pPr>
          </a:lstStyle>
          <a:p>
            <a:fld id="{E3466E77-7984-4F3B-92EF-834A85591B11}" type="datetime1">
              <a:rPr lang="en-GB" smtClean="0"/>
              <a:t>09/03/2026</a:t>
            </a:fld>
            <a:endParaRPr lang="en-GB" dirty="0"/>
          </a:p>
        </p:txBody>
      </p:sp>
      <p:sp>
        <p:nvSpPr>
          <p:cNvPr id="4" name="Pladsholder til sidefod 4" hidden="1">
            <a:extLst>
              <a:ext uri="{FF2B5EF4-FFF2-40B4-BE49-F238E27FC236}">
                <a16:creationId xmlns:a16="http://schemas.microsoft.com/office/drawing/2014/main" id="{8A951072-2ED2-FF27-14A1-979FCDF1E51B}"/>
              </a:ext>
            </a:extLst>
          </p:cNvPr>
          <p:cNvSpPr>
            <a:spLocks noGrp="1"/>
          </p:cNvSpPr>
          <p:nvPr>
            <p:ph type="ftr" sz="quarter" idx="11"/>
          </p:nvPr>
        </p:nvSpPr>
        <p:spPr>
          <a:xfrm>
            <a:off x="0" y="6858000"/>
            <a:ext cx="0" cy="0"/>
          </a:xfrm>
        </p:spPr>
        <p:txBody>
          <a:bodyPr/>
          <a:lstStyle>
            <a:lvl1pPr>
              <a:defRPr sz="100">
                <a:noFill/>
              </a:defRPr>
            </a:lvl1pPr>
          </a:lstStyle>
          <a:p>
            <a:endParaRPr lang="en-GB" dirty="0"/>
          </a:p>
        </p:txBody>
      </p:sp>
      <p:sp>
        <p:nvSpPr>
          <p:cNvPr id="5" name="Pladsholder til slidenummer 5" hidden="1">
            <a:extLst>
              <a:ext uri="{FF2B5EF4-FFF2-40B4-BE49-F238E27FC236}">
                <a16:creationId xmlns:a16="http://schemas.microsoft.com/office/drawing/2014/main" id="{E8D58753-B44C-E044-E735-982626059E24}"/>
              </a:ext>
            </a:extLst>
          </p:cNvPr>
          <p:cNvSpPr>
            <a:spLocks noGrp="1"/>
          </p:cNvSpPr>
          <p:nvPr>
            <p:ph type="sldNum" sz="quarter" idx="12"/>
          </p:nvPr>
        </p:nvSpPr>
        <p:spPr>
          <a:xfrm>
            <a:off x="0" y="6858000"/>
            <a:ext cx="0" cy="0"/>
          </a:xfrm>
        </p:spPr>
        <p:txBody>
          <a:bodyPr/>
          <a:lstStyle>
            <a:lvl1pPr>
              <a:defRPr sz="100">
                <a:noFill/>
              </a:defRPr>
            </a:lvl1pPr>
          </a:lstStyle>
          <a:p>
            <a:fld id="{091A926C-488A-4E3E-9C21-57CAA120E114}" type="slidenum">
              <a:rPr lang="en-GB" smtClean="0"/>
              <a:pPr/>
              <a:t>‹#›</a:t>
            </a:fld>
            <a:endParaRPr lang="en-GB" dirty="0"/>
          </a:p>
        </p:txBody>
      </p:sp>
    </p:spTree>
    <p:extLst>
      <p:ext uri="{BB962C8B-B14F-4D97-AF65-F5344CB8AC3E}">
        <p14:creationId xmlns:p14="http://schemas.microsoft.com/office/powerpoint/2010/main" val="42675755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two bullet list">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588964" y="620714"/>
            <a:ext cx="11012486" cy="1008062"/>
          </a:xfrm>
        </p:spPr>
        <p:txBody>
          <a:bodyPr tIns="154800"/>
          <a:lstStyle>
            <a:lvl1pPr>
              <a:defRPr sz="6600" b="1" i="0" cap="all" baseline="0">
                <a:solidFill>
                  <a:schemeClr val="tx1"/>
                </a:solidFill>
              </a:defRPr>
            </a:lvl1pPr>
          </a:lstStyle>
          <a:p>
            <a:pPr lvl="0"/>
            <a:r>
              <a:rPr lang="en-GB" dirty="0"/>
              <a:t>Click to add title</a:t>
            </a:r>
          </a:p>
        </p:txBody>
      </p:sp>
      <p:sp>
        <p:nvSpPr>
          <p:cNvPr id="3" name="Pladsholder til indhold 2"/>
          <p:cNvSpPr>
            <a:spLocks noGrp="1"/>
          </p:cNvSpPr>
          <p:nvPr>
            <p:ph sz="half" idx="1" hasCustomPrompt="1"/>
          </p:nvPr>
        </p:nvSpPr>
        <p:spPr>
          <a:xfrm>
            <a:off x="588964" y="2239315"/>
            <a:ext cx="5356800" cy="4063060"/>
          </a:xfrm>
        </p:spPr>
        <p:txBody>
          <a:bodyPr vert="horz" lIns="0" tIns="0" rIns="0" bIns="0" rtlCol="0">
            <a:noAutofit/>
          </a:bodyPr>
          <a:lstStyle>
            <a:lvl1pPr marL="363600" marR="0" indent="-36360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lang="da-DK" b="0" i="0" baseline="0" dirty="0" smtClean="0">
                <a:solidFill>
                  <a:schemeClr val="tx1"/>
                </a:solidFill>
              </a:defRPr>
            </a:lvl1pPr>
            <a:lvl2pPr>
              <a:defRPr lang="da-DK" b="0" i="0" baseline="0" dirty="0" smtClean="0">
                <a:solidFill>
                  <a:schemeClr val="tx1"/>
                </a:solidFill>
              </a:defRPr>
            </a:lvl2pPr>
            <a:lvl3pPr>
              <a:defRPr lang="da-DK" b="0" i="0" baseline="0" dirty="0" smtClean="0">
                <a:solidFill>
                  <a:schemeClr val="tx1"/>
                </a:solidFill>
              </a:defRPr>
            </a:lvl3pPr>
            <a:lvl4pPr marL="1072800" indent="-352800">
              <a:lnSpc>
                <a:spcPct val="90000"/>
              </a:lnSpc>
              <a:buFont typeface="Arial" panose="020B0604020202020204" pitchFamily="34" charset="0"/>
              <a:buChar char="•"/>
              <a:defRPr lang="da-DK" b="0" i="0" baseline="0" dirty="0" smtClean="0">
                <a:solidFill>
                  <a:schemeClr val="tx1"/>
                </a:solidFill>
              </a:defRPr>
            </a:lvl4pPr>
            <a:lvl5pPr marL="1072800" indent="-352800">
              <a:lnSpc>
                <a:spcPct val="90000"/>
              </a:lnSpc>
              <a:defRPr>
                <a:solidFill>
                  <a:schemeClr val="tx1"/>
                </a:solidFill>
              </a:defRPr>
            </a:lvl5pPr>
            <a:lvl6pPr marL="1072800" indent="-352800">
              <a:lnSpc>
                <a:spcPct val="90000"/>
              </a:lnSpc>
              <a:defRPr>
                <a:solidFill>
                  <a:schemeClr val="tx1"/>
                </a:solidFill>
              </a:defRPr>
            </a:lvl6pPr>
            <a:lvl7pPr marL="1072800" indent="-352800">
              <a:lnSpc>
                <a:spcPct val="90000"/>
              </a:lnSpc>
              <a:defRPr>
                <a:solidFill>
                  <a:schemeClr val="tx1"/>
                </a:solidFill>
              </a:defRPr>
            </a:lvl7pPr>
            <a:lvl8pPr marL="1072800" indent="-352800">
              <a:lnSpc>
                <a:spcPct val="90000"/>
              </a:lnSpc>
              <a:defRPr>
                <a:solidFill>
                  <a:schemeClr val="tx1"/>
                </a:solidFill>
              </a:defRPr>
            </a:lvl8pPr>
            <a:lvl9pPr marL="1072800" indent="-352800">
              <a:lnSpc>
                <a:spcPct val="90000"/>
              </a:lnSpc>
              <a:defRPr>
                <a:solidFill>
                  <a:schemeClr val="tx1"/>
                </a:solidFill>
              </a:defRPr>
            </a:lvl9pPr>
          </a:lstStyle>
          <a:p>
            <a:pPr marL="363600" marR="0" lvl="0" indent="-36360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lang="en-GB" dirty="0"/>
              <a:t>Click to add text</a:t>
            </a:r>
          </a:p>
          <a:p>
            <a:pPr lvl="1"/>
            <a:r>
              <a:rPr lang="en-GB" dirty="0"/>
              <a:t>2</a:t>
            </a:r>
          </a:p>
          <a:p>
            <a:pPr lvl="2"/>
            <a:r>
              <a:rPr lang="en-GB" dirty="0"/>
              <a:t>3</a:t>
            </a:r>
          </a:p>
          <a:p>
            <a:pPr lvl="3"/>
            <a:r>
              <a:rPr lang="en-GB" dirty="0"/>
              <a:t>4</a:t>
            </a:r>
          </a:p>
          <a:p>
            <a:pPr lvl="4"/>
            <a:r>
              <a:rPr lang="en-GB" dirty="0"/>
              <a:t>5</a:t>
            </a:r>
          </a:p>
          <a:p>
            <a:pPr lvl="5"/>
            <a:r>
              <a:rPr lang="en-GB" dirty="0"/>
              <a:t>6</a:t>
            </a:r>
          </a:p>
          <a:p>
            <a:pPr lvl="6"/>
            <a:r>
              <a:rPr lang="en-GB" dirty="0"/>
              <a:t>7</a:t>
            </a:r>
          </a:p>
          <a:p>
            <a:pPr lvl="7"/>
            <a:r>
              <a:rPr lang="en-GB" dirty="0"/>
              <a:t>8</a:t>
            </a:r>
          </a:p>
          <a:p>
            <a:pPr lvl="8"/>
            <a:r>
              <a:rPr lang="en-GB" dirty="0"/>
              <a:t>9</a:t>
            </a:r>
          </a:p>
        </p:txBody>
      </p:sp>
      <p:sp>
        <p:nvSpPr>
          <p:cNvPr id="14" name="Pladsholder til indhold 3">
            <a:extLst>
              <a:ext uri="{FF2B5EF4-FFF2-40B4-BE49-F238E27FC236}">
                <a16:creationId xmlns:a16="http://schemas.microsoft.com/office/drawing/2014/main" id="{D13A21B6-F7F5-D15B-402D-6C21868F8788}"/>
              </a:ext>
            </a:extLst>
          </p:cNvPr>
          <p:cNvSpPr>
            <a:spLocks noGrp="1"/>
          </p:cNvSpPr>
          <p:nvPr>
            <p:ph sz="half" idx="2" hasCustomPrompt="1"/>
          </p:nvPr>
        </p:nvSpPr>
        <p:spPr>
          <a:xfrm>
            <a:off x="6246000" y="2239315"/>
            <a:ext cx="5356800" cy="4063061"/>
          </a:xfrm>
        </p:spPr>
        <p:txBody>
          <a:bodyPr vert="horz" lIns="0" tIns="0" rIns="0" bIns="0" rtlCol="0">
            <a:noAutofit/>
          </a:bodyPr>
          <a:lstStyle>
            <a:lvl1pPr>
              <a:defRPr lang="da-DK" b="0" i="0" baseline="0" dirty="0" smtClean="0"/>
            </a:lvl1pPr>
            <a:lvl2pPr>
              <a:defRPr lang="da-DK" b="0" i="0" baseline="0" dirty="0" smtClean="0"/>
            </a:lvl2pPr>
            <a:lvl3pPr marL="1072800" indent="-352800">
              <a:lnSpc>
                <a:spcPct val="90000"/>
              </a:lnSpc>
              <a:defRPr lang="da-DK" b="0" i="0" baseline="0" dirty="0" smtClean="0"/>
            </a:lvl3pPr>
            <a:lvl4pPr marL="1072800" indent="-352800">
              <a:lnSpc>
                <a:spcPct val="90000"/>
              </a:lnSpc>
              <a:buFont typeface="Arial" panose="020B0604020202020204" pitchFamily="34" charset="0"/>
              <a:buChar char="•"/>
              <a:defRPr lang="da-DK" dirty="0" smtClean="0"/>
            </a:lvl4pPr>
            <a:lvl5pPr marL="1072800" indent="-352800">
              <a:lnSpc>
                <a:spcPct val="90000"/>
              </a:lnSpc>
              <a:defRPr lang="da-DK" dirty="0"/>
            </a:lvl5pPr>
            <a:lvl6pPr marL="1072800" indent="-352800">
              <a:lnSpc>
                <a:spcPct val="90000"/>
              </a:lnSpc>
              <a:defRPr/>
            </a:lvl6pPr>
            <a:lvl7pPr marL="1072800" indent="-352800">
              <a:lnSpc>
                <a:spcPct val="90000"/>
              </a:lnSpc>
              <a:defRPr/>
            </a:lvl7pPr>
            <a:lvl8pPr marL="1072800" indent="-352800">
              <a:lnSpc>
                <a:spcPct val="90000"/>
              </a:lnSpc>
              <a:buFont typeface="Arial" panose="020B0604020202020204" pitchFamily="34" charset="0"/>
              <a:buChar char="•"/>
              <a:defRPr/>
            </a:lvl8pPr>
            <a:lvl9pPr marL="1072800" indent="-352800">
              <a:lnSpc>
                <a:spcPct val="90000"/>
              </a:lnSpc>
              <a:defRPr/>
            </a:lvl9pPr>
          </a:lstStyle>
          <a:p>
            <a:pPr lvl="0"/>
            <a:r>
              <a:rPr lang="en-GB" dirty="0"/>
              <a:t>Click to add text</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a:p>
            <a:pPr lvl="3"/>
            <a:r>
              <a:rPr lang="en-GB" dirty="0"/>
              <a:t>4</a:t>
            </a:r>
          </a:p>
          <a:p>
            <a:pPr lvl="4"/>
            <a:r>
              <a:rPr lang="en-GB" dirty="0"/>
              <a:t>5</a:t>
            </a:r>
          </a:p>
          <a:p>
            <a:pPr lvl="5"/>
            <a:r>
              <a:rPr lang="en-GB" dirty="0"/>
              <a:t>6</a:t>
            </a:r>
          </a:p>
          <a:p>
            <a:pPr lvl="6"/>
            <a:r>
              <a:rPr lang="en-GB" dirty="0"/>
              <a:t>7</a:t>
            </a:r>
          </a:p>
          <a:p>
            <a:pPr lvl="7"/>
            <a:r>
              <a:rPr lang="en-GB" dirty="0"/>
              <a:t>8</a:t>
            </a:r>
          </a:p>
          <a:p>
            <a:pPr lvl="8"/>
            <a:r>
              <a:rPr lang="en-GB" dirty="0"/>
              <a:t>9</a:t>
            </a:r>
          </a:p>
        </p:txBody>
      </p:sp>
      <p:sp>
        <p:nvSpPr>
          <p:cNvPr id="5" name="Pladsholder til dato 4"/>
          <p:cNvSpPr>
            <a:spLocks noGrp="1"/>
          </p:cNvSpPr>
          <p:nvPr>
            <p:ph type="dt" sz="half" idx="10"/>
          </p:nvPr>
        </p:nvSpPr>
        <p:spPr/>
        <p:txBody>
          <a:bodyPr/>
          <a:lstStyle/>
          <a:p>
            <a:fld id="{2FC8E691-BE0D-4934-9C30-12FC42105A2C}" type="datetime1">
              <a:rPr lang="en-GB" smtClean="0"/>
              <a:t>09/03/2026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
        <p:nvSpPr>
          <p:cNvPr id="8" name="TextBox 1">
            <a:extLst>
              <a:ext uri="{FF2B5EF4-FFF2-40B4-BE49-F238E27FC236}">
                <a16:creationId xmlns:a16="http://schemas.microsoft.com/office/drawing/2014/main" id="{C25972C5-CAD7-9DDE-E435-195811719418}"/>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bg1"/>
                </a:solidFill>
                <a:latin typeface="Microsoft New Tai Lue"/>
              </a:rPr>
              <a:t>Highlight words </a:t>
            </a:r>
            <a:r>
              <a:rPr lang="en-GB" sz="1400" b="0" dirty="0">
                <a:solidFill>
                  <a:schemeClr val="bg1"/>
                </a:solidFill>
                <a:latin typeface="Microsoft New Tai Lue"/>
              </a:rPr>
              <a:t>in headline using </a:t>
            </a:r>
            <a:r>
              <a:rPr lang="en-GB" sz="1400" b="1" dirty="0">
                <a:solidFill>
                  <a:schemeClr val="bg1"/>
                </a:solidFill>
                <a:latin typeface="Microsoft New Tai Lue"/>
              </a:rPr>
              <a:t>bold   </a:t>
            </a:r>
            <a:endParaRPr lang="en-GB" sz="1400" b="0" dirty="0">
              <a:solidFill>
                <a:schemeClr val="bg1"/>
              </a:solidFill>
              <a:latin typeface="Microsoft New Tai Lue"/>
            </a:endParaRPr>
          </a:p>
        </p:txBody>
      </p:sp>
    </p:spTree>
    <p:extLst>
      <p:ext uri="{BB962C8B-B14F-4D97-AF65-F5344CB8AC3E}">
        <p14:creationId xmlns:p14="http://schemas.microsoft.com/office/powerpoint/2010/main" val="42638169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934" userDrawn="1">
          <p15:clr>
            <a:srgbClr val="F26B43"/>
          </p15:clr>
        </p15:guide>
        <p15:guide id="2" pos="3746" userDrawn="1">
          <p15:clr>
            <a:srgbClr val="F26B43"/>
          </p15:clr>
        </p15:guide>
        <p15:guide id="3" orient="horz" pos="1410" userDrawn="1">
          <p15:clr>
            <a:srgbClr val="F26B43"/>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one bullet list">
    <p:bg>
      <p:bgPr>
        <a:solidFill>
          <a:schemeClr val="accent4"/>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588963" y="620714"/>
            <a:ext cx="11012488" cy="863599"/>
          </a:xfrm>
        </p:spPr>
        <p:txBody>
          <a:bodyPr/>
          <a:lstStyle>
            <a:lvl1pPr>
              <a:defRPr sz="3200" b="1" i="0" baseline="0">
                <a:solidFill>
                  <a:schemeClr val="tx1"/>
                </a:solidFill>
              </a:defRPr>
            </a:lvl1pPr>
          </a:lstStyle>
          <a:p>
            <a:pPr lvl="0"/>
            <a:r>
              <a:rPr lang="en-GB" dirty="0"/>
              <a:t>Click to add title</a:t>
            </a:r>
          </a:p>
        </p:txBody>
      </p:sp>
      <p:sp>
        <p:nvSpPr>
          <p:cNvPr id="3" name="Pladsholder til indhold 3"/>
          <p:cNvSpPr>
            <a:spLocks noGrp="1"/>
          </p:cNvSpPr>
          <p:nvPr>
            <p:ph idx="1" hasCustomPrompt="1"/>
          </p:nvPr>
        </p:nvSpPr>
        <p:spPr>
          <a:xfrm>
            <a:off x="588963" y="1628775"/>
            <a:ext cx="11012488" cy="4673600"/>
          </a:xfrm>
        </p:spPr>
        <p:txBody>
          <a:bodyPr vert="horz" lIns="0" tIns="0" rIns="0" bIns="0" rtlCol="0">
            <a:noAutofit/>
          </a:bodyPr>
          <a:lstStyle>
            <a:lvl1pPr marL="342900" indent="-342900">
              <a:buFont typeface="Arial" panose="020B0604020202020204" pitchFamily="34" charset="0"/>
              <a:buChar char="•"/>
              <a:defRPr lang="da-DK" sz="3200" b="0" i="0" baseline="0" dirty="0" smtClean="0">
                <a:solidFill>
                  <a:schemeClr val="tx1"/>
                </a:solidFill>
              </a:defRPr>
            </a:lvl1pPr>
            <a:lvl2pPr>
              <a:defRPr lang="da-DK" b="0" i="0" baseline="0" dirty="0" smtClean="0">
                <a:solidFill>
                  <a:schemeClr val="tx1"/>
                </a:solidFill>
              </a:defRPr>
            </a:lvl2pPr>
            <a:lvl3pPr>
              <a:defRPr lang="da-DK" b="0" i="0" baseline="0" dirty="0" smtClean="0">
                <a:solidFill>
                  <a:schemeClr val="tx1"/>
                </a:solidFill>
              </a:defRPr>
            </a:lvl3pPr>
            <a:lvl4pPr marL="1072800" indent="-352800">
              <a:buFont typeface="Arial" panose="020B0604020202020204" pitchFamily="34" charset="0"/>
              <a:buChar char="•"/>
              <a:defRPr/>
            </a:lvl4pPr>
          </a:lstStyle>
          <a:p>
            <a:pPr lvl="0"/>
            <a:r>
              <a:rPr lang="en-GB" dirty="0"/>
              <a:t>Click to add text</a:t>
            </a:r>
          </a:p>
        </p:txBody>
      </p:sp>
      <p:sp>
        <p:nvSpPr>
          <p:cNvPr id="4" name="Pladsholder til dato 3"/>
          <p:cNvSpPr>
            <a:spLocks noGrp="1"/>
          </p:cNvSpPr>
          <p:nvPr>
            <p:ph type="dt" sz="half" idx="10"/>
          </p:nvPr>
        </p:nvSpPr>
        <p:spPr/>
        <p:txBody>
          <a:bodyPr/>
          <a:lstStyle/>
          <a:p>
            <a:fld id="{833ABE37-F289-4BB8-B1E0-101EB4AC95E3}" type="datetime1">
              <a:rPr lang="en-GB" smtClean="0"/>
              <a:t>09/03/2026</a:t>
            </a:fld>
            <a:endParaRPr lang="en-GB" dirty="0"/>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3411748873"/>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1"/>
        </a:solidFill>
        <a:effectLst/>
      </p:bgPr>
    </p:bg>
    <p:spTree>
      <p:nvGrpSpPr>
        <p:cNvPr id="1" name=""/>
        <p:cNvGrpSpPr/>
        <p:nvPr/>
      </p:nvGrpSpPr>
      <p:grpSpPr>
        <a:xfrm>
          <a:off x="0" y="0"/>
          <a:ext cx="0" cy="0"/>
          <a:chOff x="0" y="0"/>
          <a:chExt cx="0" cy="0"/>
        </a:xfrm>
      </p:grpSpPr>
      <p:sp>
        <p:nvSpPr>
          <p:cNvPr id="10" name="Tekstfelt 8">
            <a:extLst>
              <a:ext uri="{FF2B5EF4-FFF2-40B4-BE49-F238E27FC236}">
                <a16:creationId xmlns:a16="http://schemas.microsoft.com/office/drawing/2014/main" id="{3E866D85-79EE-184D-80E1-3ED545621736}"/>
              </a:ext>
            </a:extLst>
          </p:cNvPr>
          <p:cNvSpPr txBox="1"/>
          <p:nvPr userDrawn="1"/>
        </p:nvSpPr>
        <p:spPr>
          <a:xfrm>
            <a:off x="421280" y="612884"/>
            <a:ext cx="1167618" cy="871429"/>
          </a:xfrm>
          <a:prstGeom prst="rect">
            <a:avLst/>
          </a:prstGeom>
          <a:noFill/>
        </p:spPr>
        <p:txBody>
          <a:bodyPr wrap="square" rtlCol="0">
            <a:noAutofit/>
          </a:bodyPr>
          <a:lstStyle/>
          <a:p>
            <a:r>
              <a:rPr lang="en-GB" sz="15000" b="1" dirty="0">
                <a:solidFill>
                  <a:schemeClr val="tx1"/>
                </a:solidFill>
              </a:rPr>
              <a:t>”</a:t>
            </a:r>
          </a:p>
        </p:txBody>
      </p:sp>
      <p:sp>
        <p:nvSpPr>
          <p:cNvPr id="11" name="Pladsholder til tekst 9">
            <a:extLst>
              <a:ext uri="{FF2B5EF4-FFF2-40B4-BE49-F238E27FC236}">
                <a16:creationId xmlns:a16="http://schemas.microsoft.com/office/drawing/2014/main" id="{1B53F7DA-513D-4E4A-A901-E83A56F29ACB}"/>
              </a:ext>
            </a:extLst>
          </p:cNvPr>
          <p:cNvSpPr>
            <a:spLocks noGrp="1"/>
          </p:cNvSpPr>
          <p:nvPr>
            <p:ph type="body" sz="quarter" idx="15" hasCustomPrompt="1"/>
          </p:nvPr>
        </p:nvSpPr>
        <p:spPr>
          <a:xfrm>
            <a:off x="588963" y="1628775"/>
            <a:ext cx="11012487" cy="4114799"/>
          </a:xfrm>
          <a:noFill/>
        </p:spPr>
        <p:txBody>
          <a:bodyPr lIns="0" tIns="0" rIns="0" bIns="0" anchor="t" anchorCtr="0"/>
          <a:lstStyle>
            <a:lvl1pPr marL="0" indent="0" algn="l" defTabSz="914400" rtl="0" eaLnBrk="1" latinLnBrk="0" hangingPunct="1">
              <a:lnSpc>
                <a:spcPct val="90000"/>
              </a:lnSpc>
              <a:buFont typeface="Arial" panose="020B0604020202020204" pitchFamily="34" charset="0"/>
              <a:buNone/>
              <a:defRPr lang="da-DK" sz="4800" b="0" kern="1200" cap="none" baseline="0" dirty="0" smtClean="0">
                <a:solidFill>
                  <a:schemeClr val="tx1"/>
                </a:solidFill>
                <a:latin typeface="+mn-lt"/>
                <a:ea typeface="+mn-ea"/>
                <a:cs typeface="+mn-cs"/>
              </a:defRPr>
            </a:lvl1pPr>
            <a:lvl2pPr marL="0" indent="0" algn="l" defTabSz="914400" rtl="0" eaLnBrk="1" latinLnBrk="0" hangingPunct="1">
              <a:lnSpc>
                <a:spcPct val="90000"/>
              </a:lnSpc>
              <a:buFont typeface="Arial" panose="020B0604020202020204" pitchFamily="34" charset="0"/>
              <a:buNone/>
              <a:defRPr lang="da-DK" sz="4800" b="1" kern="1200" cap="all" baseline="0" dirty="0" smtClean="0">
                <a:solidFill>
                  <a:schemeClr val="bg1"/>
                </a:solidFill>
                <a:latin typeface="+mn-lt"/>
                <a:ea typeface="+mn-ea"/>
                <a:cs typeface="+mn-cs"/>
              </a:defRPr>
            </a:lvl2pPr>
            <a:lvl3pPr marL="0" indent="0" algn="l" defTabSz="914400" rtl="0" eaLnBrk="1" latinLnBrk="0" hangingPunct="1">
              <a:lnSpc>
                <a:spcPct val="90000"/>
              </a:lnSpc>
              <a:buFont typeface="Arial" panose="020B0604020202020204" pitchFamily="34" charset="0"/>
              <a:buNone/>
              <a:defRPr lang="da-DK" sz="4800" b="1" kern="1200" cap="all" baseline="0" dirty="0" smtClean="0">
                <a:solidFill>
                  <a:schemeClr val="bg1"/>
                </a:solidFill>
                <a:latin typeface="+mn-lt"/>
                <a:ea typeface="+mn-ea"/>
                <a:cs typeface="+mn-cs"/>
              </a:defRPr>
            </a:lvl3pPr>
            <a:lvl4pPr marL="0" indent="0" algn="l" defTabSz="914400" rtl="0" eaLnBrk="1" latinLnBrk="0" hangingPunct="1">
              <a:lnSpc>
                <a:spcPct val="90000"/>
              </a:lnSpc>
              <a:buFont typeface="Arial" panose="020B0604020202020204" pitchFamily="34" charset="0"/>
              <a:buNone/>
              <a:defRPr lang="da-DK" sz="4800" b="1" kern="1200" cap="all" baseline="0" dirty="0" smtClean="0">
                <a:solidFill>
                  <a:schemeClr val="bg1"/>
                </a:solidFill>
                <a:latin typeface="+mn-lt"/>
                <a:ea typeface="+mn-ea"/>
                <a:cs typeface="+mn-cs"/>
              </a:defRPr>
            </a:lvl4pPr>
            <a:lvl5pPr marL="0" indent="0" algn="l" defTabSz="914400" rtl="0" eaLnBrk="1" latinLnBrk="0" hangingPunct="1">
              <a:lnSpc>
                <a:spcPct val="90000"/>
              </a:lnSpc>
              <a:buFont typeface="Arial" panose="020B0604020202020204" pitchFamily="34" charset="0"/>
              <a:buNone/>
              <a:defRPr lang="da-DK" sz="4800" b="1" kern="1200" cap="all" baseline="0" dirty="0">
                <a:solidFill>
                  <a:schemeClr val="bg1"/>
                </a:solidFill>
                <a:latin typeface="+mn-lt"/>
                <a:ea typeface="+mn-ea"/>
                <a:cs typeface="+mn-cs"/>
              </a:defRPr>
            </a:lvl5pPr>
          </a:lstStyle>
          <a:p>
            <a:pPr lvl="0"/>
            <a:r>
              <a:rPr lang="en-GB" dirty="0"/>
              <a:t>Click to add text</a:t>
            </a:r>
          </a:p>
        </p:txBody>
      </p:sp>
      <p:sp>
        <p:nvSpPr>
          <p:cNvPr id="12" name="Pladsholder til tekst 14">
            <a:extLst>
              <a:ext uri="{FF2B5EF4-FFF2-40B4-BE49-F238E27FC236}">
                <a16:creationId xmlns:a16="http://schemas.microsoft.com/office/drawing/2014/main" id="{E095D626-8544-1B49-AD85-894AF4011815}"/>
              </a:ext>
            </a:extLst>
          </p:cNvPr>
          <p:cNvSpPr>
            <a:spLocks noGrp="1"/>
          </p:cNvSpPr>
          <p:nvPr>
            <p:ph type="body" sz="quarter" idx="13" hasCustomPrompt="1"/>
          </p:nvPr>
        </p:nvSpPr>
        <p:spPr>
          <a:xfrm>
            <a:off x="590400" y="5934971"/>
            <a:ext cx="11012400" cy="367404"/>
          </a:xfrm>
        </p:spPr>
        <p:txBody>
          <a:bodyPr anchor="b" anchorCtr="0">
            <a:noAutofit/>
          </a:bodyPr>
          <a:lstStyle>
            <a:lvl1pPr marL="0" indent="0">
              <a:spcBef>
                <a:spcPts val="500"/>
              </a:spcBef>
              <a:buNone/>
              <a:defRPr sz="2400" b="0" baseline="0">
                <a:solidFill>
                  <a:schemeClr val="tx1"/>
                </a:solidFill>
              </a:defRPr>
            </a:lvl1pPr>
          </a:lstStyle>
          <a:p>
            <a:pPr lvl="0"/>
            <a:r>
              <a:rPr lang="en-GB" dirty="0"/>
              <a:t>Name, source</a:t>
            </a:r>
          </a:p>
        </p:txBody>
      </p:sp>
      <p:sp>
        <p:nvSpPr>
          <p:cNvPr id="4" name="Pladsholder til dato 3"/>
          <p:cNvSpPr>
            <a:spLocks noGrp="1"/>
          </p:cNvSpPr>
          <p:nvPr>
            <p:ph type="dt" sz="half" idx="10"/>
          </p:nvPr>
        </p:nvSpPr>
        <p:spPr/>
        <p:txBody>
          <a:bodyPr/>
          <a:lstStyle/>
          <a:p>
            <a:fld id="{B5674BC4-6516-49EF-A62A-EB81A07AF391}" type="datetime1">
              <a:rPr lang="en-GB" smtClean="0"/>
              <a:t>09/03/2026</a:t>
            </a:fld>
            <a:endParaRPr lang="en-GB" dirty="0"/>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809868431"/>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heading">
    <p:bg>
      <p:bgPr>
        <a:solidFill>
          <a:schemeClr val="accent4"/>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B606056-13C4-B341-9D8B-68EA38303651}"/>
              </a:ext>
            </a:extLst>
          </p:cNvPr>
          <p:cNvSpPr>
            <a:spLocks noGrp="1"/>
          </p:cNvSpPr>
          <p:nvPr>
            <p:ph type="body" sz="quarter" idx="13" hasCustomPrompt="1"/>
          </p:nvPr>
        </p:nvSpPr>
        <p:spPr>
          <a:xfrm>
            <a:off x="0" y="2527812"/>
            <a:ext cx="12192000" cy="955506"/>
          </a:xfrm>
          <a:noFill/>
        </p:spPr>
        <p:txBody>
          <a:bodyPr anchor="b" anchorCtr="0"/>
          <a:lstStyle>
            <a:lvl1pPr marL="0" indent="0" algn="ctr">
              <a:buFontTx/>
              <a:buNone/>
              <a:defRPr sz="6600" b="1" baseline="0">
                <a:solidFill>
                  <a:schemeClr val="tx1"/>
                </a:solidFill>
              </a:defRPr>
            </a:lvl1pPr>
          </a:lstStyle>
          <a:p>
            <a:pPr lvl="0"/>
            <a:r>
              <a:rPr lang="en-GB" dirty="0"/>
              <a:t>Click to add text</a:t>
            </a:r>
          </a:p>
        </p:txBody>
      </p:sp>
      <p:sp>
        <p:nvSpPr>
          <p:cNvPr id="10" name="Text Placeholder 4">
            <a:extLst>
              <a:ext uri="{FF2B5EF4-FFF2-40B4-BE49-F238E27FC236}">
                <a16:creationId xmlns:a16="http://schemas.microsoft.com/office/drawing/2014/main" id="{9FA67884-B97F-CB46-AABC-75F5273BB984}"/>
              </a:ext>
            </a:extLst>
          </p:cNvPr>
          <p:cNvSpPr>
            <a:spLocks noGrp="1"/>
          </p:cNvSpPr>
          <p:nvPr>
            <p:ph type="body" sz="quarter" idx="15" hasCustomPrompt="1"/>
          </p:nvPr>
        </p:nvSpPr>
        <p:spPr>
          <a:xfrm>
            <a:off x="0" y="3559852"/>
            <a:ext cx="12192000" cy="955506"/>
          </a:xfrm>
          <a:noFill/>
        </p:spPr>
        <p:txBody>
          <a:bodyPr/>
          <a:lstStyle>
            <a:lvl1pPr marL="0" indent="0" algn="ctr">
              <a:buFontTx/>
              <a:buNone/>
              <a:defRPr sz="6600" b="0" baseline="0">
                <a:solidFill>
                  <a:schemeClr val="tx1"/>
                </a:solidFill>
              </a:defRPr>
            </a:lvl1pPr>
          </a:lstStyle>
          <a:p>
            <a:pPr lvl="0"/>
            <a:r>
              <a:rPr lang="en-GB" dirty="0"/>
              <a:t>Click to add text</a:t>
            </a:r>
          </a:p>
        </p:txBody>
      </p:sp>
      <p:sp>
        <p:nvSpPr>
          <p:cNvPr id="4" name="Pladsholder til dato 3"/>
          <p:cNvSpPr>
            <a:spLocks noGrp="1"/>
          </p:cNvSpPr>
          <p:nvPr>
            <p:ph type="dt" sz="half" idx="10"/>
          </p:nvPr>
        </p:nvSpPr>
        <p:spPr/>
        <p:txBody>
          <a:bodyPr/>
          <a:lstStyle/>
          <a:p>
            <a:fld id="{C7ED15D5-9A7E-477A-A544-9723531FD0FA}" type="datetime1">
              <a:rPr lang="en-GB" smtClean="0"/>
              <a:t>09/03/2026</a:t>
            </a:fld>
            <a:endParaRPr lang="en-GB" dirty="0"/>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1885453114"/>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Numbers">
    <p:bg>
      <p:bgPr>
        <a:solidFill>
          <a:schemeClr val="accent4"/>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8BDF7CB8-A29D-FD7D-E01C-9FA290029336}"/>
              </a:ext>
            </a:extLst>
          </p:cNvPr>
          <p:cNvSpPr>
            <a:spLocks noGrp="1" noChangeAspect="1"/>
          </p:cNvSpPr>
          <p:nvPr>
            <p:ph type="body" sz="quarter" idx="38" hasCustomPrompt="1"/>
          </p:nvPr>
        </p:nvSpPr>
        <p:spPr>
          <a:xfrm>
            <a:off x="593043" y="992701"/>
            <a:ext cx="1162800" cy="1162800"/>
          </a:xfrm>
          <a:prstGeom prst="ellipse">
            <a:avLst/>
          </a:prstGeom>
          <a:solidFill>
            <a:schemeClr val="tx1">
              <a:alpha val="20000"/>
            </a:schemeClr>
          </a:solidFill>
        </p:spPr>
        <p:txBody>
          <a:bodyPr tIns="72000" anchor="ctr" anchorCtr="0"/>
          <a:lstStyle>
            <a:lvl1pPr marL="0" indent="0" algn="ctr">
              <a:spcBef>
                <a:spcPts val="0"/>
              </a:spcBef>
              <a:buNone/>
              <a:defRPr sz="6000" b="1"/>
            </a:lvl1pPr>
          </a:lstStyle>
          <a:p>
            <a:pPr lvl="0"/>
            <a:r>
              <a:rPr lang="en-GB" dirty="0"/>
              <a:t>1</a:t>
            </a:r>
          </a:p>
        </p:txBody>
      </p:sp>
      <p:sp>
        <p:nvSpPr>
          <p:cNvPr id="9" name="Text Placeholder 8">
            <a:extLst>
              <a:ext uri="{FF2B5EF4-FFF2-40B4-BE49-F238E27FC236}">
                <a16:creationId xmlns:a16="http://schemas.microsoft.com/office/drawing/2014/main" id="{80999F43-7DCD-0386-4C37-C66F637D75F4}"/>
              </a:ext>
            </a:extLst>
          </p:cNvPr>
          <p:cNvSpPr>
            <a:spLocks noGrp="1"/>
          </p:cNvSpPr>
          <p:nvPr>
            <p:ph type="body" sz="quarter" idx="39" hasCustomPrompt="1"/>
          </p:nvPr>
        </p:nvSpPr>
        <p:spPr>
          <a:xfrm>
            <a:off x="1935309" y="992701"/>
            <a:ext cx="3590534" cy="1162800"/>
          </a:xfrm>
        </p:spPr>
        <p:txBody>
          <a:bodyPr anchor="ctr" anchorCtr="0"/>
          <a:lstStyle>
            <a:lvl1pPr marL="0" indent="0">
              <a:spcBef>
                <a:spcPts val="0"/>
              </a:spcBef>
              <a:buNone/>
              <a:defRPr sz="2800" b="1"/>
            </a:lvl1pPr>
            <a:lvl2pPr marL="0" indent="0">
              <a:buNone/>
              <a:defRPr sz="2800" b="1"/>
            </a:lvl2pPr>
            <a:lvl3pPr marL="0" indent="0">
              <a:buNone/>
              <a:defRPr sz="2800" b="1"/>
            </a:lvl3pPr>
            <a:lvl4pPr marL="0" indent="0">
              <a:buNone/>
              <a:defRPr sz="2800" b="1"/>
            </a:lvl4pPr>
            <a:lvl5pPr marL="0" indent="0">
              <a:buNone/>
              <a:defRPr sz="2800" b="1"/>
            </a:lvl5pPr>
          </a:lstStyle>
          <a:p>
            <a:pPr lvl="0"/>
            <a:r>
              <a:rPr lang="en-GB" dirty="0"/>
              <a:t>Click to add text</a:t>
            </a:r>
          </a:p>
        </p:txBody>
      </p:sp>
      <p:sp>
        <p:nvSpPr>
          <p:cNvPr id="13" name="Text Placeholder 12">
            <a:extLst>
              <a:ext uri="{FF2B5EF4-FFF2-40B4-BE49-F238E27FC236}">
                <a16:creationId xmlns:a16="http://schemas.microsoft.com/office/drawing/2014/main" id="{5A0FE321-409A-CB41-0D2F-3A239A66393D}"/>
              </a:ext>
            </a:extLst>
          </p:cNvPr>
          <p:cNvSpPr>
            <a:spLocks noGrp="1" noChangeAspect="1"/>
          </p:cNvSpPr>
          <p:nvPr>
            <p:ph type="body" sz="quarter" idx="40" hasCustomPrompt="1"/>
          </p:nvPr>
        </p:nvSpPr>
        <p:spPr>
          <a:xfrm>
            <a:off x="6092802" y="911224"/>
            <a:ext cx="1162800" cy="1162800"/>
          </a:xfrm>
          <a:prstGeom prst="ellipse">
            <a:avLst/>
          </a:prstGeom>
          <a:solidFill>
            <a:schemeClr val="tx1">
              <a:alpha val="20000"/>
            </a:schemeClr>
          </a:solidFill>
        </p:spPr>
        <p:txBody>
          <a:bodyPr tIns="72000" anchor="ctr" anchorCtr="0"/>
          <a:lstStyle>
            <a:lvl1pPr marL="0" indent="0" algn="ctr">
              <a:buNone/>
              <a:defRPr sz="6000" b="1"/>
            </a:lvl1pPr>
          </a:lstStyle>
          <a:p>
            <a:pPr lvl="0"/>
            <a:r>
              <a:rPr lang="en-GB" dirty="0"/>
              <a:t>2</a:t>
            </a:r>
          </a:p>
        </p:txBody>
      </p:sp>
      <p:sp>
        <p:nvSpPr>
          <p:cNvPr id="16" name="Text Placeholder 15">
            <a:extLst>
              <a:ext uri="{FF2B5EF4-FFF2-40B4-BE49-F238E27FC236}">
                <a16:creationId xmlns:a16="http://schemas.microsoft.com/office/drawing/2014/main" id="{E85D9037-4808-3FB4-8291-164C228C83E2}"/>
              </a:ext>
            </a:extLst>
          </p:cNvPr>
          <p:cNvSpPr>
            <a:spLocks noGrp="1"/>
          </p:cNvSpPr>
          <p:nvPr>
            <p:ph type="body" sz="quarter" idx="41" hasCustomPrompt="1"/>
          </p:nvPr>
        </p:nvSpPr>
        <p:spPr>
          <a:xfrm>
            <a:off x="7438265" y="911224"/>
            <a:ext cx="3705822" cy="1162800"/>
          </a:xfrm>
        </p:spPr>
        <p:txBody>
          <a:bodyPr anchor="ctr" anchorCtr="0"/>
          <a:lstStyle>
            <a:lvl1pPr marL="0" indent="0">
              <a:lnSpc>
                <a:spcPct val="100000"/>
              </a:lnSpc>
              <a:spcBef>
                <a:spcPts val="0"/>
              </a:spcBef>
              <a:spcAft>
                <a:spcPts val="0"/>
              </a:spcAft>
              <a:buNone/>
              <a:defRPr sz="2800" b="1"/>
            </a:lvl1pPr>
            <a:lvl2pPr marL="0" indent="0">
              <a:lnSpc>
                <a:spcPct val="100000"/>
              </a:lnSpc>
              <a:spcBef>
                <a:spcPts val="0"/>
              </a:spcBef>
              <a:spcAft>
                <a:spcPts val="0"/>
              </a:spcAft>
              <a:buNone/>
              <a:defRPr sz="2800" b="1"/>
            </a:lvl2pPr>
            <a:lvl3pPr marL="0" indent="0">
              <a:lnSpc>
                <a:spcPct val="100000"/>
              </a:lnSpc>
              <a:spcBef>
                <a:spcPts val="0"/>
              </a:spcBef>
              <a:spcAft>
                <a:spcPts val="0"/>
              </a:spcAft>
              <a:buNone/>
              <a:defRPr sz="2800" b="1"/>
            </a:lvl3pPr>
            <a:lvl4pPr marL="0" indent="0">
              <a:lnSpc>
                <a:spcPct val="100000"/>
              </a:lnSpc>
              <a:spcBef>
                <a:spcPts val="0"/>
              </a:spcBef>
              <a:spcAft>
                <a:spcPts val="0"/>
              </a:spcAft>
              <a:buNone/>
              <a:defRPr sz="2800" b="1"/>
            </a:lvl4pPr>
            <a:lvl5pPr marL="0" indent="0">
              <a:lnSpc>
                <a:spcPct val="100000"/>
              </a:lnSpc>
              <a:spcBef>
                <a:spcPts val="0"/>
              </a:spcBef>
              <a:spcAft>
                <a:spcPts val="0"/>
              </a:spcAft>
              <a:buNone/>
              <a:defRPr sz="2800" b="1"/>
            </a:lvl5pPr>
          </a:lstStyle>
          <a:p>
            <a:pPr lvl="0"/>
            <a:r>
              <a:rPr lang="en-GB" dirty="0"/>
              <a:t>Click to add text</a:t>
            </a:r>
          </a:p>
        </p:txBody>
      </p:sp>
      <p:sp>
        <p:nvSpPr>
          <p:cNvPr id="18" name="Text Placeholder 17">
            <a:extLst>
              <a:ext uri="{FF2B5EF4-FFF2-40B4-BE49-F238E27FC236}">
                <a16:creationId xmlns:a16="http://schemas.microsoft.com/office/drawing/2014/main" id="{34F98610-1AA8-ED76-CB97-422A1761A39E}"/>
              </a:ext>
            </a:extLst>
          </p:cNvPr>
          <p:cNvSpPr>
            <a:spLocks noGrp="1"/>
          </p:cNvSpPr>
          <p:nvPr>
            <p:ph type="body" sz="quarter" idx="42" hasCustomPrompt="1"/>
          </p:nvPr>
        </p:nvSpPr>
        <p:spPr>
          <a:xfrm>
            <a:off x="2272868" y="2409825"/>
            <a:ext cx="1162800" cy="1162800"/>
          </a:xfrm>
          <a:prstGeom prst="ellipse">
            <a:avLst/>
          </a:prstGeom>
          <a:solidFill>
            <a:schemeClr val="tx1">
              <a:alpha val="20000"/>
            </a:schemeClr>
          </a:solidFill>
        </p:spPr>
        <p:txBody>
          <a:bodyPr tIns="72000" anchor="ctr" anchorCtr="0"/>
          <a:lstStyle>
            <a:lvl1pPr marL="0" indent="0" algn="ctr">
              <a:buNone/>
              <a:defRPr sz="6000" b="1"/>
            </a:lvl1pPr>
            <a:lvl2pPr marL="360363" indent="0" algn="ctr">
              <a:buNone/>
              <a:defRPr sz="2800" b="1"/>
            </a:lvl2pPr>
            <a:lvl3pPr marL="720000" indent="0" algn="ctr">
              <a:buNone/>
              <a:defRPr sz="2800" b="1"/>
            </a:lvl3pPr>
            <a:lvl4pPr marL="720000" indent="0" algn="ctr">
              <a:buNone/>
              <a:defRPr sz="2800" b="1"/>
            </a:lvl4pPr>
            <a:lvl5pPr marL="720000" indent="0" algn="ctr">
              <a:buNone/>
              <a:defRPr sz="2800" b="1"/>
            </a:lvl5pPr>
          </a:lstStyle>
          <a:p>
            <a:pPr lvl="0"/>
            <a:r>
              <a:rPr lang="en-GB" dirty="0"/>
              <a:t>3</a:t>
            </a:r>
          </a:p>
        </p:txBody>
      </p:sp>
      <p:sp>
        <p:nvSpPr>
          <p:cNvPr id="20" name="Text Placeholder 19">
            <a:extLst>
              <a:ext uri="{FF2B5EF4-FFF2-40B4-BE49-F238E27FC236}">
                <a16:creationId xmlns:a16="http://schemas.microsoft.com/office/drawing/2014/main" id="{04C99C31-A019-EB05-99AD-9B5C4892C3E5}"/>
              </a:ext>
            </a:extLst>
          </p:cNvPr>
          <p:cNvSpPr>
            <a:spLocks noGrp="1"/>
          </p:cNvSpPr>
          <p:nvPr>
            <p:ph type="body" sz="quarter" idx="43" hasCustomPrompt="1"/>
          </p:nvPr>
        </p:nvSpPr>
        <p:spPr>
          <a:xfrm>
            <a:off x="3620656" y="2409825"/>
            <a:ext cx="3113087" cy="1162800"/>
          </a:xfrm>
        </p:spPr>
        <p:txBody>
          <a:bodyPr anchor="ctr" anchorCtr="0"/>
          <a:lstStyle>
            <a:lvl1pPr marL="0" indent="0">
              <a:lnSpc>
                <a:spcPct val="100000"/>
              </a:lnSpc>
              <a:spcBef>
                <a:spcPts val="0"/>
              </a:spcBef>
              <a:spcAft>
                <a:spcPts val="0"/>
              </a:spcAft>
              <a:buNone/>
              <a:defRPr sz="2800" b="1"/>
            </a:lvl1pPr>
            <a:lvl2pPr marL="0" indent="0">
              <a:buNone/>
              <a:defRPr sz="2800" b="1"/>
            </a:lvl2pPr>
            <a:lvl3pPr marL="0" indent="0">
              <a:buNone/>
              <a:defRPr sz="2800" b="1"/>
            </a:lvl3pPr>
            <a:lvl4pPr marL="0" indent="0">
              <a:buNone/>
              <a:defRPr sz="2800" b="1"/>
            </a:lvl4pPr>
            <a:lvl5pPr marL="0" indent="0">
              <a:buNone/>
              <a:defRPr sz="2800" b="1"/>
            </a:lvl5pPr>
          </a:lstStyle>
          <a:p>
            <a:pPr lvl="0"/>
            <a:r>
              <a:rPr lang="en-GB" dirty="0"/>
              <a:t>Click to add text</a:t>
            </a:r>
          </a:p>
        </p:txBody>
      </p:sp>
      <p:sp>
        <p:nvSpPr>
          <p:cNvPr id="22" name="Text Placeholder 21">
            <a:extLst>
              <a:ext uri="{FF2B5EF4-FFF2-40B4-BE49-F238E27FC236}">
                <a16:creationId xmlns:a16="http://schemas.microsoft.com/office/drawing/2014/main" id="{DA112A83-1D6E-E31B-3869-56E056FE8E0E}"/>
              </a:ext>
            </a:extLst>
          </p:cNvPr>
          <p:cNvSpPr>
            <a:spLocks noGrp="1"/>
          </p:cNvSpPr>
          <p:nvPr>
            <p:ph type="body" sz="quarter" idx="44" hasCustomPrompt="1"/>
          </p:nvPr>
        </p:nvSpPr>
        <p:spPr>
          <a:xfrm>
            <a:off x="7188200" y="2970213"/>
            <a:ext cx="1162800" cy="1162800"/>
          </a:xfrm>
          <a:prstGeom prst="ellipse">
            <a:avLst/>
          </a:prstGeom>
          <a:solidFill>
            <a:schemeClr val="tx1">
              <a:alpha val="20000"/>
            </a:schemeClr>
          </a:solidFill>
        </p:spPr>
        <p:txBody>
          <a:bodyPr tIns="72000" anchor="ctr" anchorCtr="0"/>
          <a:lstStyle>
            <a:lvl1pPr marL="0" indent="0" algn="ctr">
              <a:buNone/>
              <a:defRPr sz="6000" b="1"/>
            </a:lvl1pPr>
            <a:lvl2pPr marL="360363" indent="0" algn="ctr">
              <a:buNone/>
              <a:defRPr sz="2800" b="1"/>
            </a:lvl2pPr>
            <a:lvl3pPr marL="720000" indent="0" algn="ctr">
              <a:buNone/>
              <a:defRPr sz="2800" b="1"/>
            </a:lvl3pPr>
            <a:lvl4pPr marL="720000" indent="0" algn="ctr">
              <a:buNone/>
              <a:defRPr sz="2800" b="1"/>
            </a:lvl4pPr>
            <a:lvl5pPr marL="720000" indent="0" algn="ctr">
              <a:buNone/>
              <a:defRPr sz="2800" b="1"/>
            </a:lvl5pPr>
          </a:lstStyle>
          <a:p>
            <a:pPr lvl="0"/>
            <a:r>
              <a:rPr lang="en-GB" dirty="0"/>
              <a:t>4</a:t>
            </a:r>
          </a:p>
        </p:txBody>
      </p:sp>
      <p:sp>
        <p:nvSpPr>
          <p:cNvPr id="24" name="Text Placeholder 23">
            <a:extLst>
              <a:ext uri="{FF2B5EF4-FFF2-40B4-BE49-F238E27FC236}">
                <a16:creationId xmlns:a16="http://schemas.microsoft.com/office/drawing/2014/main" id="{F5507CD6-BB87-26DA-1CB3-C86DBC2ACD10}"/>
              </a:ext>
            </a:extLst>
          </p:cNvPr>
          <p:cNvSpPr>
            <a:spLocks noGrp="1"/>
          </p:cNvSpPr>
          <p:nvPr>
            <p:ph type="body" sz="quarter" idx="45" hasCustomPrompt="1"/>
          </p:nvPr>
        </p:nvSpPr>
        <p:spPr>
          <a:xfrm>
            <a:off x="8535988" y="2970213"/>
            <a:ext cx="3065462" cy="1162800"/>
          </a:xfrm>
        </p:spPr>
        <p:txBody>
          <a:bodyPr anchor="ctr" anchorCtr="0"/>
          <a:lstStyle>
            <a:lvl1pPr marL="0" indent="0">
              <a:lnSpc>
                <a:spcPct val="100000"/>
              </a:lnSpc>
              <a:spcBef>
                <a:spcPts val="0"/>
              </a:spcBef>
              <a:spcAft>
                <a:spcPts val="0"/>
              </a:spcAft>
              <a:buNone/>
              <a:defRPr sz="2800" b="1"/>
            </a:lvl1pPr>
            <a:lvl2pPr marL="0" indent="0">
              <a:lnSpc>
                <a:spcPct val="100000"/>
              </a:lnSpc>
              <a:spcBef>
                <a:spcPts val="0"/>
              </a:spcBef>
              <a:spcAft>
                <a:spcPts val="0"/>
              </a:spcAft>
              <a:buNone/>
              <a:defRPr sz="2800" b="1"/>
            </a:lvl2pPr>
            <a:lvl3pPr marL="0" indent="0">
              <a:lnSpc>
                <a:spcPct val="100000"/>
              </a:lnSpc>
              <a:spcBef>
                <a:spcPts val="0"/>
              </a:spcBef>
              <a:spcAft>
                <a:spcPts val="0"/>
              </a:spcAft>
              <a:buNone/>
              <a:defRPr sz="2800" b="1"/>
            </a:lvl3pPr>
            <a:lvl4pPr marL="0" indent="0">
              <a:lnSpc>
                <a:spcPct val="100000"/>
              </a:lnSpc>
              <a:spcBef>
                <a:spcPts val="0"/>
              </a:spcBef>
              <a:spcAft>
                <a:spcPts val="0"/>
              </a:spcAft>
              <a:buNone/>
              <a:defRPr sz="2800" b="1"/>
            </a:lvl4pPr>
            <a:lvl5pPr marL="0" indent="0">
              <a:lnSpc>
                <a:spcPct val="100000"/>
              </a:lnSpc>
              <a:spcBef>
                <a:spcPts val="0"/>
              </a:spcBef>
              <a:spcAft>
                <a:spcPts val="0"/>
              </a:spcAft>
              <a:buNone/>
              <a:defRPr sz="2800" b="1"/>
            </a:lvl5pPr>
          </a:lstStyle>
          <a:p>
            <a:pPr lvl="0"/>
            <a:r>
              <a:rPr lang="en-GB" dirty="0"/>
              <a:t>Click to add text</a:t>
            </a:r>
          </a:p>
        </p:txBody>
      </p:sp>
      <p:sp>
        <p:nvSpPr>
          <p:cNvPr id="31" name="Text Placeholder 30">
            <a:extLst>
              <a:ext uri="{FF2B5EF4-FFF2-40B4-BE49-F238E27FC236}">
                <a16:creationId xmlns:a16="http://schemas.microsoft.com/office/drawing/2014/main" id="{2EED4611-1BCD-13B0-4F45-DAEAB3529025}"/>
              </a:ext>
            </a:extLst>
          </p:cNvPr>
          <p:cNvSpPr>
            <a:spLocks noGrp="1"/>
          </p:cNvSpPr>
          <p:nvPr>
            <p:ph type="body" sz="quarter" idx="46" hasCustomPrompt="1"/>
          </p:nvPr>
        </p:nvSpPr>
        <p:spPr>
          <a:xfrm>
            <a:off x="1458913" y="4498975"/>
            <a:ext cx="1162800" cy="1162800"/>
          </a:xfrm>
          <a:prstGeom prst="ellipse">
            <a:avLst/>
          </a:prstGeom>
          <a:solidFill>
            <a:schemeClr val="tx1">
              <a:alpha val="20000"/>
            </a:schemeClr>
          </a:solidFill>
        </p:spPr>
        <p:txBody>
          <a:bodyPr tIns="72000" anchor="ctr" anchorCtr="0"/>
          <a:lstStyle>
            <a:lvl1pPr marL="0" indent="0" algn="ctr">
              <a:buNone/>
              <a:defRPr sz="6000" b="1"/>
            </a:lvl1pPr>
            <a:lvl2pPr marL="360363" indent="0" algn="ctr">
              <a:buNone/>
              <a:defRPr sz="2800" b="1"/>
            </a:lvl2pPr>
            <a:lvl3pPr marL="720000" indent="0" algn="ctr">
              <a:buNone/>
              <a:defRPr sz="2800" b="1"/>
            </a:lvl3pPr>
            <a:lvl4pPr marL="720000" indent="0" algn="ctr">
              <a:buNone/>
              <a:defRPr sz="2800" b="1"/>
            </a:lvl4pPr>
            <a:lvl5pPr marL="720000" indent="0" algn="ctr">
              <a:buNone/>
              <a:defRPr sz="2800" b="1"/>
            </a:lvl5pPr>
          </a:lstStyle>
          <a:p>
            <a:pPr lvl="0"/>
            <a:r>
              <a:rPr lang="en-GB" dirty="0"/>
              <a:t>5</a:t>
            </a:r>
          </a:p>
        </p:txBody>
      </p:sp>
      <p:sp>
        <p:nvSpPr>
          <p:cNvPr id="33" name="Text Placeholder 32">
            <a:extLst>
              <a:ext uri="{FF2B5EF4-FFF2-40B4-BE49-F238E27FC236}">
                <a16:creationId xmlns:a16="http://schemas.microsoft.com/office/drawing/2014/main" id="{B3B6A4E6-E617-BAD1-0112-A96754231B66}"/>
              </a:ext>
            </a:extLst>
          </p:cNvPr>
          <p:cNvSpPr>
            <a:spLocks noGrp="1"/>
          </p:cNvSpPr>
          <p:nvPr>
            <p:ph type="body" sz="quarter" idx="47" hasCustomPrompt="1"/>
          </p:nvPr>
        </p:nvSpPr>
        <p:spPr>
          <a:xfrm>
            <a:off x="2814435" y="4498975"/>
            <a:ext cx="2938665" cy="1162800"/>
          </a:xfrm>
        </p:spPr>
        <p:txBody>
          <a:bodyPr anchor="ctr" anchorCtr="0"/>
          <a:lstStyle>
            <a:lvl1pPr marL="0" indent="0">
              <a:lnSpc>
                <a:spcPct val="100000"/>
              </a:lnSpc>
              <a:spcBef>
                <a:spcPts val="0"/>
              </a:spcBef>
              <a:spcAft>
                <a:spcPts val="0"/>
              </a:spcAft>
              <a:buNone/>
              <a:defRPr sz="2800" b="1"/>
            </a:lvl1pPr>
            <a:lvl2pPr marL="0" indent="0">
              <a:lnSpc>
                <a:spcPct val="100000"/>
              </a:lnSpc>
              <a:spcBef>
                <a:spcPts val="0"/>
              </a:spcBef>
              <a:spcAft>
                <a:spcPts val="0"/>
              </a:spcAft>
              <a:buNone/>
              <a:defRPr sz="2800" b="1"/>
            </a:lvl2pPr>
            <a:lvl3pPr marL="0" indent="0">
              <a:lnSpc>
                <a:spcPct val="100000"/>
              </a:lnSpc>
              <a:spcBef>
                <a:spcPts val="0"/>
              </a:spcBef>
              <a:spcAft>
                <a:spcPts val="0"/>
              </a:spcAft>
              <a:buNone/>
              <a:defRPr sz="2800" b="1"/>
            </a:lvl3pPr>
            <a:lvl4pPr marL="0" indent="0">
              <a:lnSpc>
                <a:spcPct val="100000"/>
              </a:lnSpc>
              <a:spcBef>
                <a:spcPts val="0"/>
              </a:spcBef>
              <a:spcAft>
                <a:spcPts val="0"/>
              </a:spcAft>
              <a:buNone/>
              <a:defRPr sz="2800" b="1"/>
            </a:lvl4pPr>
            <a:lvl5pPr marL="0" indent="0">
              <a:lnSpc>
                <a:spcPct val="100000"/>
              </a:lnSpc>
              <a:spcBef>
                <a:spcPts val="0"/>
              </a:spcBef>
              <a:spcAft>
                <a:spcPts val="0"/>
              </a:spcAft>
              <a:buNone/>
              <a:defRPr sz="2800" b="1"/>
            </a:lvl5pPr>
          </a:lstStyle>
          <a:p>
            <a:pPr lvl="0"/>
            <a:r>
              <a:rPr lang="en-GB" dirty="0"/>
              <a:t>Click to add text</a:t>
            </a:r>
          </a:p>
        </p:txBody>
      </p:sp>
      <p:sp>
        <p:nvSpPr>
          <p:cNvPr id="35" name="Text Placeholder 34">
            <a:extLst>
              <a:ext uri="{FF2B5EF4-FFF2-40B4-BE49-F238E27FC236}">
                <a16:creationId xmlns:a16="http://schemas.microsoft.com/office/drawing/2014/main" id="{0135649F-22C1-794A-F31C-7DC6EA04B2E5}"/>
              </a:ext>
            </a:extLst>
          </p:cNvPr>
          <p:cNvSpPr>
            <a:spLocks noGrp="1"/>
          </p:cNvSpPr>
          <p:nvPr>
            <p:ph type="body" sz="quarter" idx="48" hasCustomPrompt="1"/>
          </p:nvPr>
        </p:nvSpPr>
        <p:spPr>
          <a:xfrm>
            <a:off x="6372225" y="5138044"/>
            <a:ext cx="1162800" cy="1162800"/>
          </a:xfrm>
          <a:prstGeom prst="ellipse">
            <a:avLst/>
          </a:prstGeom>
          <a:solidFill>
            <a:schemeClr val="tx1">
              <a:alpha val="20000"/>
            </a:schemeClr>
          </a:solidFill>
        </p:spPr>
        <p:txBody>
          <a:bodyPr tIns="72000" anchor="ctr" anchorCtr="0"/>
          <a:lstStyle>
            <a:lvl1pPr marL="0" indent="0" algn="ctr">
              <a:buNone/>
              <a:defRPr sz="6000" b="1"/>
            </a:lvl1pPr>
            <a:lvl2pPr marL="360363" indent="0" algn="ctr">
              <a:buNone/>
              <a:defRPr sz="2800" b="1"/>
            </a:lvl2pPr>
            <a:lvl3pPr marL="720000" indent="0" algn="ctr">
              <a:buNone/>
              <a:defRPr sz="2800" b="1"/>
            </a:lvl3pPr>
            <a:lvl4pPr marL="720000" indent="0" algn="ctr">
              <a:buNone/>
              <a:defRPr sz="2800" b="1"/>
            </a:lvl4pPr>
            <a:lvl5pPr marL="720000" indent="0" algn="ctr">
              <a:buNone/>
              <a:defRPr sz="2800" b="1"/>
            </a:lvl5pPr>
          </a:lstStyle>
          <a:p>
            <a:pPr lvl="0"/>
            <a:r>
              <a:rPr lang="en-GB" dirty="0"/>
              <a:t>6</a:t>
            </a:r>
          </a:p>
        </p:txBody>
      </p:sp>
      <p:sp>
        <p:nvSpPr>
          <p:cNvPr id="37" name="Text Placeholder 36">
            <a:extLst>
              <a:ext uri="{FF2B5EF4-FFF2-40B4-BE49-F238E27FC236}">
                <a16:creationId xmlns:a16="http://schemas.microsoft.com/office/drawing/2014/main" id="{35999C3D-9DB2-8B28-1D0E-EDC2C950F687}"/>
              </a:ext>
            </a:extLst>
          </p:cNvPr>
          <p:cNvSpPr>
            <a:spLocks noGrp="1"/>
          </p:cNvSpPr>
          <p:nvPr>
            <p:ph type="body" sz="quarter" idx="49" hasCustomPrompt="1"/>
          </p:nvPr>
        </p:nvSpPr>
        <p:spPr>
          <a:xfrm>
            <a:off x="7720013" y="5138044"/>
            <a:ext cx="3343275" cy="1162800"/>
          </a:xfrm>
        </p:spPr>
        <p:txBody>
          <a:bodyPr anchor="ctr" anchorCtr="0"/>
          <a:lstStyle>
            <a:lvl1pPr marL="0" indent="0">
              <a:lnSpc>
                <a:spcPct val="100000"/>
              </a:lnSpc>
              <a:spcBef>
                <a:spcPts val="0"/>
              </a:spcBef>
              <a:spcAft>
                <a:spcPts val="0"/>
              </a:spcAft>
              <a:buNone/>
              <a:defRPr sz="2800" b="1"/>
            </a:lvl1pPr>
            <a:lvl2pPr marL="0" indent="0">
              <a:lnSpc>
                <a:spcPct val="100000"/>
              </a:lnSpc>
              <a:spcBef>
                <a:spcPts val="0"/>
              </a:spcBef>
              <a:spcAft>
                <a:spcPts val="0"/>
              </a:spcAft>
              <a:buNone/>
              <a:defRPr sz="2800" b="1"/>
            </a:lvl2pPr>
            <a:lvl3pPr marL="0" indent="0">
              <a:lnSpc>
                <a:spcPct val="100000"/>
              </a:lnSpc>
              <a:spcBef>
                <a:spcPts val="0"/>
              </a:spcBef>
              <a:spcAft>
                <a:spcPts val="0"/>
              </a:spcAft>
              <a:buNone/>
              <a:defRPr sz="2800" b="1"/>
            </a:lvl3pPr>
            <a:lvl4pPr marL="0" indent="0">
              <a:lnSpc>
                <a:spcPct val="100000"/>
              </a:lnSpc>
              <a:spcBef>
                <a:spcPts val="0"/>
              </a:spcBef>
              <a:spcAft>
                <a:spcPts val="0"/>
              </a:spcAft>
              <a:buNone/>
              <a:defRPr sz="2800" b="1"/>
            </a:lvl4pPr>
            <a:lvl5pPr marL="0" indent="0">
              <a:lnSpc>
                <a:spcPct val="100000"/>
              </a:lnSpc>
              <a:spcBef>
                <a:spcPts val="0"/>
              </a:spcBef>
              <a:spcAft>
                <a:spcPts val="0"/>
              </a:spcAft>
              <a:buNone/>
              <a:defRPr sz="2800" b="1"/>
            </a:lvl5pPr>
          </a:lstStyle>
          <a:p>
            <a:pPr lvl="0"/>
            <a:r>
              <a:rPr lang="en-GB" dirty="0"/>
              <a:t>Click to add text</a:t>
            </a:r>
          </a:p>
        </p:txBody>
      </p:sp>
      <p:sp>
        <p:nvSpPr>
          <p:cNvPr id="4" name="Pladsholder til dato 3"/>
          <p:cNvSpPr>
            <a:spLocks noGrp="1"/>
          </p:cNvSpPr>
          <p:nvPr>
            <p:ph type="dt" sz="half" idx="10"/>
          </p:nvPr>
        </p:nvSpPr>
        <p:spPr/>
        <p:txBody>
          <a:bodyPr/>
          <a:lstStyle/>
          <a:p>
            <a:fld id="{73B240AC-C468-4DBB-AF86-AC5724FDA50F}" type="datetime1">
              <a:rPr lang="en-GB" smtClean="0"/>
              <a:t>09/03/2026</a:t>
            </a:fld>
            <a:endParaRPr lang="en-GB" dirty="0"/>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a:t>
            </a:fld>
            <a:endParaRPr lang="en-GB" dirty="0"/>
          </a:p>
        </p:txBody>
      </p:sp>
      <p:sp>
        <p:nvSpPr>
          <p:cNvPr id="3" name="TextBox 1">
            <a:extLst>
              <a:ext uri="{FF2B5EF4-FFF2-40B4-BE49-F238E27FC236}">
                <a16:creationId xmlns:a16="http://schemas.microsoft.com/office/drawing/2014/main" id="{7268BAA3-AF98-A946-16EB-29ED74D4E93C}"/>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bg1"/>
                </a:solidFill>
                <a:latin typeface="Microsoft New Tai Lue"/>
              </a:rPr>
              <a:t>Highlight words </a:t>
            </a:r>
            <a:r>
              <a:rPr lang="en-GB" sz="1400" b="0" dirty="0">
                <a:solidFill>
                  <a:schemeClr val="bg1"/>
                </a:solidFill>
                <a:latin typeface="Microsoft New Tai Lue"/>
              </a:rPr>
              <a:t>in text using </a:t>
            </a:r>
            <a:r>
              <a:rPr lang="en-GB" sz="1400" b="1" dirty="0">
                <a:solidFill>
                  <a:schemeClr val="bg1"/>
                </a:solidFill>
                <a:latin typeface="Microsoft New Tai Lue"/>
              </a:rPr>
              <a:t>bold   </a:t>
            </a:r>
            <a:endParaRPr lang="en-GB" sz="1400" b="0" dirty="0">
              <a:solidFill>
                <a:schemeClr val="bg1"/>
              </a:solidFill>
              <a:latin typeface="Microsoft New Tai Lue"/>
            </a:endParaRPr>
          </a:p>
        </p:txBody>
      </p:sp>
    </p:spTree>
    <p:extLst>
      <p:ext uri="{BB962C8B-B14F-4D97-AF65-F5344CB8AC3E}">
        <p14:creationId xmlns:p14="http://schemas.microsoft.com/office/powerpoint/2010/main" val="2784342020"/>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rrow">
    <p:bg>
      <p:bgPr>
        <a:solidFill>
          <a:schemeClr val="accent6"/>
        </a:solidFill>
        <a:effectLst/>
      </p:bgPr>
    </p:bg>
    <p:spTree>
      <p:nvGrpSpPr>
        <p:cNvPr id="1" name=""/>
        <p:cNvGrpSpPr/>
        <p:nvPr/>
      </p:nvGrpSpPr>
      <p:grpSpPr>
        <a:xfrm>
          <a:off x="0" y="0"/>
          <a:ext cx="0" cy="0"/>
          <a:chOff x="0" y="0"/>
          <a:chExt cx="0" cy="0"/>
        </a:xfrm>
      </p:grpSpPr>
      <p:sp>
        <p:nvSpPr>
          <p:cNvPr id="4" name="Pladsholder til dato 3"/>
          <p:cNvSpPr>
            <a:spLocks noGrp="1"/>
          </p:cNvSpPr>
          <p:nvPr>
            <p:ph type="dt" sz="half" idx="10"/>
          </p:nvPr>
        </p:nvSpPr>
        <p:spPr/>
        <p:txBody>
          <a:bodyPr/>
          <a:lstStyle/>
          <a:p>
            <a:fld id="{E66547F2-18C7-4623-927B-09989FC5CA4D}" type="datetime1">
              <a:rPr lang="en-GB" smtClean="0"/>
              <a:t>09/03/2026</a:t>
            </a:fld>
            <a:endParaRPr lang="en-GB" dirty="0"/>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a:t>
            </a:fld>
            <a:endParaRPr lang="en-GB" dirty="0"/>
          </a:p>
        </p:txBody>
      </p:sp>
      <p:sp>
        <p:nvSpPr>
          <p:cNvPr id="2" name="TextBox 1">
            <a:extLst>
              <a:ext uri="{FF2B5EF4-FFF2-40B4-BE49-F238E27FC236}">
                <a16:creationId xmlns:a16="http://schemas.microsoft.com/office/drawing/2014/main" id="{2556C2CA-F7BC-1643-99E7-A7AF34D16F06}"/>
              </a:ext>
            </a:extLst>
          </p:cNvPr>
          <p:cNvSpPr txBox="1"/>
          <p:nvPr userDrawn="1"/>
        </p:nvSpPr>
        <p:spPr>
          <a:xfrm>
            <a:off x="-1219200" y="-222738"/>
            <a:ext cx="0" cy="0"/>
          </a:xfrm>
          <a:prstGeom prst="rect">
            <a:avLst/>
          </a:prstGeom>
        </p:spPr>
        <p:txBody>
          <a:bodyPr vert="horz" wrap="none" lIns="0" tIns="0" rIns="0" bIns="0" rtlCol="0" anchor="t"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endParaRPr lang="en-GB" sz="4800" b="1" dirty="0">
              <a:solidFill>
                <a:prstClr val="white"/>
              </a:solidFill>
              <a:latin typeface="Microsoft New Tai Lue"/>
            </a:endParaRPr>
          </a:p>
        </p:txBody>
      </p:sp>
      <p:sp>
        <p:nvSpPr>
          <p:cNvPr id="10" name="TextBox 9">
            <a:extLst>
              <a:ext uri="{FF2B5EF4-FFF2-40B4-BE49-F238E27FC236}">
                <a16:creationId xmlns:a16="http://schemas.microsoft.com/office/drawing/2014/main" id="{8C392B83-0AC6-A343-9007-FC3430F06E87}"/>
              </a:ext>
            </a:extLst>
          </p:cNvPr>
          <p:cNvSpPr txBox="1"/>
          <p:nvPr userDrawn="1"/>
        </p:nvSpPr>
        <p:spPr>
          <a:xfrm>
            <a:off x="4531540" y="2322414"/>
            <a:ext cx="0" cy="0"/>
          </a:xfrm>
          <a:prstGeom prst="rect">
            <a:avLst/>
          </a:prstGeom>
        </p:spPr>
        <p:txBody>
          <a:bodyPr vert="horz" wrap="none" lIns="0" tIns="0" rIns="0" bIns="0" rtlCol="0" anchor="t"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endParaRPr lang="en-GB" sz="4800" b="1" dirty="0">
              <a:solidFill>
                <a:prstClr val="white"/>
              </a:solidFill>
              <a:latin typeface="Microsoft New Tai Lue"/>
            </a:endParaRPr>
          </a:p>
        </p:txBody>
      </p:sp>
      <p:sp>
        <p:nvSpPr>
          <p:cNvPr id="3" name="Title 2">
            <a:extLst>
              <a:ext uri="{FF2B5EF4-FFF2-40B4-BE49-F238E27FC236}">
                <a16:creationId xmlns:a16="http://schemas.microsoft.com/office/drawing/2014/main" id="{2B0ACD76-9286-81DA-B95A-33C567818DB3}"/>
              </a:ext>
            </a:extLst>
          </p:cNvPr>
          <p:cNvSpPr>
            <a:spLocks noGrp="1"/>
          </p:cNvSpPr>
          <p:nvPr>
            <p:ph type="title" hasCustomPrompt="1"/>
          </p:nvPr>
        </p:nvSpPr>
        <p:spPr>
          <a:xfrm>
            <a:off x="588963" y="620712"/>
            <a:ext cx="11012488" cy="864859"/>
          </a:xfrm>
        </p:spPr>
        <p:txBody>
          <a:bodyPr/>
          <a:lstStyle>
            <a:lvl1pPr>
              <a:defRPr b="1">
                <a:solidFill>
                  <a:schemeClr val="tx1"/>
                </a:solidFill>
              </a:defRPr>
            </a:lvl1pPr>
          </a:lstStyle>
          <a:p>
            <a:pPr lvl="0"/>
            <a:r>
              <a:rPr lang="en-GB" dirty="0"/>
              <a:t>Click to add text</a:t>
            </a:r>
          </a:p>
        </p:txBody>
      </p:sp>
      <p:sp>
        <p:nvSpPr>
          <p:cNvPr id="39" name="Text Placeholder 6">
            <a:extLst>
              <a:ext uri="{FF2B5EF4-FFF2-40B4-BE49-F238E27FC236}">
                <a16:creationId xmlns:a16="http://schemas.microsoft.com/office/drawing/2014/main" id="{79DDD350-47B3-3DAF-DDC1-39725F8B959E}"/>
              </a:ext>
            </a:extLst>
          </p:cNvPr>
          <p:cNvSpPr>
            <a:spLocks noGrp="1" noChangeAspect="1"/>
          </p:cNvSpPr>
          <p:nvPr>
            <p:ph type="body" sz="quarter" idx="38" hasCustomPrompt="1"/>
          </p:nvPr>
        </p:nvSpPr>
        <p:spPr>
          <a:xfrm>
            <a:off x="1478044" y="1850705"/>
            <a:ext cx="701479" cy="701479"/>
          </a:xfrm>
          <a:prstGeom prst="ellipse">
            <a:avLst/>
          </a:prstGeom>
          <a:blipFill>
            <a:blip r:embed="rId2">
              <a:extLst>
                <a:ext uri="{96DAC541-7B7A-43D3-8B79-37D633B846F1}">
                  <asvg:svgBlip xmlns:asvg="http://schemas.microsoft.com/office/drawing/2016/SVG/main" r:embed="rId3"/>
                </a:ext>
              </a:extLst>
            </a:blip>
            <a:stretch>
              <a:fillRect/>
            </a:stretch>
          </a:blipFill>
        </p:spPr>
        <p:txBody>
          <a:bodyPr wrap="none" lIns="936000" tIns="72000" rIns="0" bIns="0" anchor="ctr" anchorCtr="0"/>
          <a:lstStyle>
            <a:lvl1pPr marL="0" indent="0" algn="l">
              <a:spcBef>
                <a:spcPts val="0"/>
              </a:spcBef>
              <a:buNone/>
              <a:defRPr sz="2800" b="1">
                <a:solidFill>
                  <a:schemeClr val="tx1"/>
                </a:solidFill>
              </a:defRPr>
            </a:lvl1pPr>
          </a:lstStyle>
          <a:p>
            <a:pPr lvl="0"/>
            <a:r>
              <a:rPr lang="en-GB" dirty="0"/>
              <a:t>Click to add text</a:t>
            </a:r>
          </a:p>
        </p:txBody>
      </p:sp>
      <p:sp>
        <p:nvSpPr>
          <p:cNvPr id="40" name="Text Placeholder 6">
            <a:extLst>
              <a:ext uri="{FF2B5EF4-FFF2-40B4-BE49-F238E27FC236}">
                <a16:creationId xmlns:a16="http://schemas.microsoft.com/office/drawing/2014/main" id="{D6F92D26-3C4A-BE86-A701-D767C111FE07}"/>
              </a:ext>
            </a:extLst>
          </p:cNvPr>
          <p:cNvSpPr>
            <a:spLocks noGrp="1" noChangeAspect="1"/>
          </p:cNvSpPr>
          <p:nvPr>
            <p:ph type="body" sz="quarter" idx="39" hasCustomPrompt="1"/>
          </p:nvPr>
        </p:nvSpPr>
        <p:spPr>
          <a:xfrm>
            <a:off x="5358802" y="2416707"/>
            <a:ext cx="701479" cy="701479"/>
          </a:xfrm>
          <a:prstGeom prst="ellipse">
            <a:avLst/>
          </a:prstGeom>
          <a:blipFill>
            <a:blip r:embed="rId2">
              <a:extLst>
                <a:ext uri="{96DAC541-7B7A-43D3-8B79-37D633B846F1}">
                  <asvg:svgBlip xmlns:asvg="http://schemas.microsoft.com/office/drawing/2016/SVG/main" r:embed="rId3"/>
                </a:ext>
              </a:extLst>
            </a:blip>
            <a:stretch>
              <a:fillRect/>
            </a:stretch>
          </a:blipFill>
        </p:spPr>
        <p:txBody>
          <a:bodyPr wrap="none" lIns="936000" tIns="72000" rIns="0" bIns="0" anchor="ctr" anchorCtr="0"/>
          <a:lstStyle>
            <a:lvl1pPr marL="0" indent="0" algn="l">
              <a:spcBef>
                <a:spcPts val="0"/>
              </a:spcBef>
              <a:buNone/>
              <a:defRPr sz="2800" b="1">
                <a:solidFill>
                  <a:schemeClr val="tx1"/>
                </a:solidFill>
              </a:defRPr>
            </a:lvl1pPr>
          </a:lstStyle>
          <a:p>
            <a:pPr lvl="0"/>
            <a:r>
              <a:rPr lang="en-GB" dirty="0"/>
              <a:t>Click to add text</a:t>
            </a:r>
          </a:p>
        </p:txBody>
      </p:sp>
      <p:sp>
        <p:nvSpPr>
          <p:cNvPr id="41" name="Text Placeholder 6">
            <a:extLst>
              <a:ext uri="{FF2B5EF4-FFF2-40B4-BE49-F238E27FC236}">
                <a16:creationId xmlns:a16="http://schemas.microsoft.com/office/drawing/2014/main" id="{376900F8-7802-5F50-6A9A-E75ED0B3EC0B}"/>
              </a:ext>
            </a:extLst>
          </p:cNvPr>
          <p:cNvSpPr>
            <a:spLocks noGrp="1" noChangeAspect="1"/>
          </p:cNvSpPr>
          <p:nvPr>
            <p:ph type="body" sz="quarter" idx="40" hasCustomPrompt="1"/>
          </p:nvPr>
        </p:nvSpPr>
        <p:spPr>
          <a:xfrm>
            <a:off x="2869616" y="3779962"/>
            <a:ext cx="701479" cy="701479"/>
          </a:xfrm>
          <a:prstGeom prst="ellipse">
            <a:avLst/>
          </a:prstGeom>
          <a:blipFill>
            <a:blip r:embed="rId2">
              <a:extLst>
                <a:ext uri="{96DAC541-7B7A-43D3-8B79-37D633B846F1}">
                  <asvg:svgBlip xmlns:asvg="http://schemas.microsoft.com/office/drawing/2016/SVG/main" r:embed="rId3"/>
                </a:ext>
              </a:extLst>
            </a:blip>
            <a:stretch>
              <a:fillRect/>
            </a:stretch>
          </a:blipFill>
        </p:spPr>
        <p:txBody>
          <a:bodyPr wrap="none" lIns="936000" tIns="72000" rIns="0" bIns="0" anchor="ctr" anchorCtr="0"/>
          <a:lstStyle>
            <a:lvl1pPr marL="0" indent="0" algn="l">
              <a:spcBef>
                <a:spcPts val="0"/>
              </a:spcBef>
              <a:buNone/>
              <a:defRPr sz="2800" b="1">
                <a:solidFill>
                  <a:schemeClr val="tx1"/>
                </a:solidFill>
              </a:defRPr>
            </a:lvl1pPr>
          </a:lstStyle>
          <a:p>
            <a:pPr lvl="0"/>
            <a:r>
              <a:rPr lang="en-GB" dirty="0"/>
              <a:t>Click to add text</a:t>
            </a:r>
          </a:p>
        </p:txBody>
      </p:sp>
      <p:sp>
        <p:nvSpPr>
          <p:cNvPr id="42" name="Text Placeholder 6">
            <a:extLst>
              <a:ext uri="{FF2B5EF4-FFF2-40B4-BE49-F238E27FC236}">
                <a16:creationId xmlns:a16="http://schemas.microsoft.com/office/drawing/2014/main" id="{246C4547-72A6-0EEC-A5AF-48DBCE377E13}"/>
              </a:ext>
            </a:extLst>
          </p:cNvPr>
          <p:cNvSpPr>
            <a:spLocks noGrp="1" noChangeAspect="1"/>
          </p:cNvSpPr>
          <p:nvPr>
            <p:ph type="body" sz="quarter" idx="41" hasCustomPrompt="1"/>
          </p:nvPr>
        </p:nvSpPr>
        <p:spPr>
          <a:xfrm>
            <a:off x="7101336" y="4168447"/>
            <a:ext cx="701479" cy="701479"/>
          </a:xfrm>
          <a:prstGeom prst="ellipse">
            <a:avLst/>
          </a:prstGeom>
          <a:blipFill>
            <a:blip r:embed="rId2">
              <a:extLst>
                <a:ext uri="{96DAC541-7B7A-43D3-8B79-37D633B846F1}">
                  <asvg:svgBlip xmlns:asvg="http://schemas.microsoft.com/office/drawing/2016/SVG/main" r:embed="rId3"/>
                </a:ext>
              </a:extLst>
            </a:blip>
            <a:stretch>
              <a:fillRect/>
            </a:stretch>
          </a:blipFill>
        </p:spPr>
        <p:txBody>
          <a:bodyPr wrap="none" lIns="936000" tIns="72000" rIns="0" bIns="0" anchor="ctr" anchorCtr="0"/>
          <a:lstStyle>
            <a:lvl1pPr marL="0" indent="0" algn="l">
              <a:spcBef>
                <a:spcPts val="0"/>
              </a:spcBef>
              <a:buNone/>
              <a:defRPr sz="2800" b="1">
                <a:solidFill>
                  <a:schemeClr val="tx1"/>
                </a:solidFill>
              </a:defRPr>
            </a:lvl1pPr>
          </a:lstStyle>
          <a:p>
            <a:pPr lvl="0"/>
            <a:r>
              <a:rPr lang="en-GB" dirty="0"/>
              <a:t>Click to add text</a:t>
            </a:r>
          </a:p>
        </p:txBody>
      </p:sp>
      <p:sp>
        <p:nvSpPr>
          <p:cNvPr id="16" name="Text Placeholder 15">
            <a:extLst>
              <a:ext uri="{FF2B5EF4-FFF2-40B4-BE49-F238E27FC236}">
                <a16:creationId xmlns:a16="http://schemas.microsoft.com/office/drawing/2014/main" id="{EC0FCDE3-3080-15ED-F757-BF51628B67D5}"/>
              </a:ext>
            </a:extLst>
          </p:cNvPr>
          <p:cNvSpPr>
            <a:spLocks noGrp="1"/>
          </p:cNvSpPr>
          <p:nvPr>
            <p:ph type="body" sz="quarter" idx="42" hasCustomPrompt="1"/>
          </p:nvPr>
        </p:nvSpPr>
        <p:spPr>
          <a:xfrm>
            <a:off x="588964" y="5623418"/>
            <a:ext cx="11012486" cy="678958"/>
          </a:xfrm>
        </p:spPr>
        <p:txBody>
          <a:bodyPr anchor="b" anchorCtr="0"/>
          <a:lstStyle>
            <a:lvl1pPr marL="0" indent="0" algn="r">
              <a:lnSpc>
                <a:spcPct val="100000"/>
              </a:lnSpc>
              <a:spcBef>
                <a:spcPts val="500"/>
              </a:spcBef>
              <a:spcAft>
                <a:spcPts val="0"/>
              </a:spcAft>
              <a:buFont typeface="Arial" panose="020B0604020202020204" pitchFamily="34" charset="0"/>
              <a:buNone/>
              <a:defRPr sz="2800"/>
            </a:lvl1pPr>
            <a:lvl2pPr marL="0" indent="0">
              <a:lnSpc>
                <a:spcPct val="100000"/>
              </a:lnSpc>
              <a:spcBef>
                <a:spcPts val="1000"/>
              </a:spcBef>
              <a:spcAft>
                <a:spcPts val="0"/>
              </a:spcAft>
              <a:buFont typeface="Arial" panose="020B0604020202020204" pitchFamily="34" charset="0"/>
              <a:buNone/>
              <a:defRPr sz="2800"/>
            </a:lvl2pPr>
            <a:lvl3pPr marL="0" indent="0">
              <a:lnSpc>
                <a:spcPct val="100000"/>
              </a:lnSpc>
              <a:spcBef>
                <a:spcPts val="1000"/>
              </a:spcBef>
              <a:spcAft>
                <a:spcPts val="0"/>
              </a:spcAft>
              <a:buFont typeface="Arial" panose="020B0604020202020204" pitchFamily="34" charset="0"/>
              <a:buNone/>
              <a:defRPr sz="2800"/>
            </a:lvl3pPr>
            <a:lvl4pPr marL="0" indent="0">
              <a:lnSpc>
                <a:spcPct val="100000"/>
              </a:lnSpc>
              <a:spcBef>
                <a:spcPts val="1000"/>
              </a:spcBef>
              <a:spcAft>
                <a:spcPts val="0"/>
              </a:spcAft>
              <a:buFont typeface="Arial" panose="020B0604020202020204" pitchFamily="34" charset="0"/>
              <a:buNone/>
              <a:defRPr sz="2800"/>
            </a:lvl4pPr>
            <a:lvl5pPr marL="0" indent="0">
              <a:lnSpc>
                <a:spcPct val="100000"/>
              </a:lnSpc>
              <a:spcBef>
                <a:spcPts val="1000"/>
              </a:spcBef>
              <a:spcAft>
                <a:spcPts val="0"/>
              </a:spcAft>
              <a:buFont typeface="Arial" panose="020B0604020202020204" pitchFamily="34" charset="0"/>
              <a:buNone/>
              <a:defRPr sz="2800"/>
            </a:lvl5pPr>
            <a:lvl6pPr marL="0" indent="0">
              <a:lnSpc>
                <a:spcPct val="100000"/>
              </a:lnSpc>
              <a:spcBef>
                <a:spcPts val="1000"/>
              </a:spcBef>
              <a:spcAft>
                <a:spcPts val="0"/>
              </a:spcAft>
              <a:buNone/>
              <a:defRPr sz="2800"/>
            </a:lvl6pPr>
            <a:lvl7pPr marL="0" indent="0">
              <a:lnSpc>
                <a:spcPct val="100000"/>
              </a:lnSpc>
              <a:spcBef>
                <a:spcPts val="1000"/>
              </a:spcBef>
              <a:spcAft>
                <a:spcPts val="0"/>
              </a:spcAft>
              <a:buNone/>
              <a:defRPr sz="2800"/>
            </a:lvl7pPr>
            <a:lvl8pPr marL="0" indent="0">
              <a:lnSpc>
                <a:spcPct val="100000"/>
              </a:lnSpc>
              <a:spcBef>
                <a:spcPts val="1000"/>
              </a:spcBef>
              <a:spcAft>
                <a:spcPts val="0"/>
              </a:spcAft>
              <a:buNone/>
              <a:defRPr sz="2800"/>
            </a:lvl8pPr>
            <a:lvl9pPr marL="0" indent="0">
              <a:lnSpc>
                <a:spcPct val="100000"/>
              </a:lnSpc>
              <a:spcBef>
                <a:spcPts val="1000"/>
              </a:spcBef>
              <a:spcAft>
                <a:spcPts val="0"/>
              </a:spcAft>
              <a:buNone/>
              <a:defRPr sz="2800"/>
            </a:lvl9pPr>
          </a:lstStyle>
          <a:p>
            <a:pPr lvl="0"/>
            <a:r>
              <a:rPr lang="en-GB" dirty="0"/>
              <a:t>...click to add text</a:t>
            </a:r>
          </a:p>
        </p:txBody>
      </p:sp>
      <p:sp>
        <p:nvSpPr>
          <p:cNvPr id="7" name="TextBox 1">
            <a:extLst>
              <a:ext uri="{FF2B5EF4-FFF2-40B4-BE49-F238E27FC236}">
                <a16:creationId xmlns:a16="http://schemas.microsoft.com/office/drawing/2014/main" id="{74B0C9B8-9199-DB66-C3E1-5BCBE19EE6D9}"/>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bg1"/>
                </a:solidFill>
                <a:latin typeface="Microsoft New Tai Lue"/>
              </a:rPr>
              <a:t>Highlight words </a:t>
            </a:r>
            <a:r>
              <a:rPr lang="en-GB" sz="1400" b="0" dirty="0">
                <a:solidFill>
                  <a:schemeClr val="bg1"/>
                </a:solidFill>
                <a:latin typeface="Microsoft New Tai Lue"/>
              </a:rPr>
              <a:t>in headline using </a:t>
            </a:r>
            <a:r>
              <a:rPr lang="en-GB" sz="1400" b="1" dirty="0">
                <a:solidFill>
                  <a:schemeClr val="bg1"/>
                </a:solidFill>
                <a:latin typeface="Microsoft New Tai Lue"/>
              </a:rPr>
              <a:t>bold   </a:t>
            </a:r>
            <a:endParaRPr lang="en-GB" sz="1400" b="0" dirty="0">
              <a:solidFill>
                <a:schemeClr val="bg1"/>
              </a:solidFill>
              <a:latin typeface="Microsoft New Tai Lue"/>
            </a:endParaRPr>
          </a:p>
        </p:txBody>
      </p:sp>
    </p:spTree>
    <p:extLst>
      <p:ext uri="{BB962C8B-B14F-4D97-AF65-F5344CB8AC3E}">
        <p14:creationId xmlns:p14="http://schemas.microsoft.com/office/powerpoint/2010/main" val="1720734107"/>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images">
    <p:bg>
      <p:bgPr>
        <a:solidFill>
          <a:schemeClr val="accent4"/>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589757" y="842657"/>
            <a:ext cx="11012486" cy="1141268"/>
          </a:xfrm>
        </p:spPr>
        <p:txBody>
          <a:bodyPr/>
          <a:lstStyle>
            <a:lvl1pPr>
              <a:lnSpc>
                <a:spcPct val="90000"/>
              </a:lnSpc>
              <a:defRPr sz="6600" b="1" i="0" cap="all" baseline="0">
                <a:solidFill>
                  <a:schemeClr val="bg1"/>
                </a:solidFill>
              </a:defRPr>
            </a:lvl1pPr>
          </a:lstStyle>
          <a:p>
            <a:pPr lvl="0"/>
            <a:r>
              <a:rPr lang="en-GB" dirty="0"/>
              <a:t>Click to add title</a:t>
            </a:r>
          </a:p>
        </p:txBody>
      </p:sp>
      <p:sp>
        <p:nvSpPr>
          <p:cNvPr id="5" name="Pladsholder til dato 4"/>
          <p:cNvSpPr>
            <a:spLocks noGrp="1"/>
          </p:cNvSpPr>
          <p:nvPr>
            <p:ph type="dt" sz="half" idx="10"/>
          </p:nvPr>
        </p:nvSpPr>
        <p:spPr/>
        <p:txBody>
          <a:bodyPr/>
          <a:lstStyle/>
          <a:p>
            <a:fld id="{9F325BB6-14D6-4C5D-A392-87B2F024F171}" type="datetime1">
              <a:rPr lang="en-GB" smtClean="0"/>
              <a:t>09/03/2026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
        <p:nvSpPr>
          <p:cNvPr id="8" name="Pladsholder til billede 9">
            <a:extLst>
              <a:ext uri="{FF2B5EF4-FFF2-40B4-BE49-F238E27FC236}">
                <a16:creationId xmlns:a16="http://schemas.microsoft.com/office/drawing/2014/main" id="{EE1B35E0-A5B1-1748-D054-2575D7411CC7}"/>
              </a:ext>
            </a:extLst>
          </p:cNvPr>
          <p:cNvSpPr>
            <a:spLocks noGrp="1"/>
          </p:cNvSpPr>
          <p:nvPr>
            <p:ph type="pic" sz="quarter" idx="14" hasCustomPrompt="1"/>
          </p:nvPr>
        </p:nvSpPr>
        <p:spPr>
          <a:xfrm rot="21402571">
            <a:off x="985914" y="2449156"/>
            <a:ext cx="4115489" cy="2817262"/>
          </a:xfrm>
          <a:solidFill>
            <a:schemeClr val="bg1">
              <a:lumMod val="65000"/>
            </a:schemeClr>
          </a:solidFill>
          <a:ln w="146050" cap="flat">
            <a:solidFill>
              <a:schemeClr val="bg1"/>
            </a:solidFill>
            <a:miter lim="800000"/>
          </a:ln>
        </p:spPr>
        <p:txBody>
          <a:bodyPr lIns="0" tIns="1080000" rIns="0" anchor="ctr" anchorCtr="1"/>
          <a:lstStyle>
            <a:lvl1pPr marL="0" indent="0" algn="ctr">
              <a:buNone/>
              <a:defRPr sz="2400" baseline="0">
                <a:solidFill>
                  <a:schemeClr val="bg1"/>
                </a:solidFill>
                <a:sym typeface="Wingdings" panose="05000000000000000000" pitchFamily="2" charset="2"/>
              </a:defRPr>
            </a:lvl1pPr>
          </a:lstStyle>
          <a:p>
            <a:r>
              <a:rPr lang="en-GB" dirty="0"/>
              <a:t>Click icon to insert image</a:t>
            </a:r>
          </a:p>
        </p:txBody>
      </p:sp>
      <p:sp>
        <p:nvSpPr>
          <p:cNvPr id="9" name="Pladsholder til billede 9">
            <a:extLst>
              <a:ext uri="{FF2B5EF4-FFF2-40B4-BE49-F238E27FC236}">
                <a16:creationId xmlns:a16="http://schemas.microsoft.com/office/drawing/2014/main" id="{E815A343-B052-E851-8FDF-17976A3957D9}"/>
              </a:ext>
            </a:extLst>
          </p:cNvPr>
          <p:cNvSpPr>
            <a:spLocks noGrp="1"/>
          </p:cNvSpPr>
          <p:nvPr>
            <p:ph type="pic" sz="quarter" idx="15" hasCustomPrompt="1"/>
          </p:nvPr>
        </p:nvSpPr>
        <p:spPr>
          <a:xfrm rot="533356">
            <a:off x="5893725" y="2510306"/>
            <a:ext cx="5462634" cy="3596788"/>
          </a:xfrm>
          <a:solidFill>
            <a:schemeClr val="bg1">
              <a:lumMod val="65000"/>
            </a:schemeClr>
          </a:solidFill>
          <a:ln w="146050" cap="flat">
            <a:solidFill>
              <a:schemeClr val="bg1"/>
            </a:solidFill>
            <a:miter lim="800000"/>
          </a:ln>
        </p:spPr>
        <p:txBody>
          <a:bodyPr lIns="360000" tIns="1080000" rIns="360000" anchor="ctr" anchorCtr="1"/>
          <a:lstStyle>
            <a:lvl1pPr marL="0" indent="0" algn="ctr">
              <a:buNone/>
              <a:defRPr sz="2400" baseline="0">
                <a:solidFill>
                  <a:schemeClr val="bg1"/>
                </a:solidFill>
                <a:sym typeface="Wingdings" panose="05000000000000000000" pitchFamily="2" charset="2"/>
              </a:defRPr>
            </a:lvl1pPr>
          </a:lstStyle>
          <a:p>
            <a:r>
              <a:rPr lang="en-GB" dirty="0"/>
              <a:t>Click icon to insert image</a:t>
            </a:r>
          </a:p>
        </p:txBody>
      </p:sp>
      <p:sp>
        <p:nvSpPr>
          <p:cNvPr id="3" name="TextBox 2">
            <a:extLst>
              <a:ext uri="{FF2B5EF4-FFF2-40B4-BE49-F238E27FC236}">
                <a16:creationId xmlns:a16="http://schemas.microsoft.com/office/drawing/2014/main" id="{3D5F33A7-1D81-AB36-A3BB-FC35AF2B3579}"/>
              </a:ext>
            </a:extLst>
          </p:cNvPr>
          <p:cNvSpPr txBox="1"/>
          <p:nvPr userDrawn="1"/>
        </p:nvSpPr>
        <p:spPr>
          <a:xfrm>
            <a:off x="0" y="-310243"/>
            <a:ext cx="6825343" cy="310243"/>
          </a:xfrm>
          <a:prstGeom prst="rect">
            <a:avLst/>
          </a:prstGeom>
        </p:spPr>
        <p:txBody>
          <a:bodyPr vert="horz" wrap="square" lIns="0" tIns="0" rIns="0" bIns="0" rtlCol="0" anchor="t"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endParaRPr lang="en-GB" sz="4800" b="1" dirty="0">
              <a:solidFill>
                <a:prstClr val="white"/>
              </a:solidFill>
              <a:latin typeface="Microsoft New Tai Lue"/>
            </a:endParaRPr>
          </a:p>
        </p:txBody>
      </p:sp>
      <p:sp>
        <p:nvSpPr>
          <p:cNvPr id="4" name="TextBox 1">
            <a:extLst>
              <a:ext uri="{FF2B5EF4-FFF2-40B4-BE49-F238E27FC236}">
                <a16:creationId xmlns:a16="http://schemas.microsoft.com/office/drawing/2014/main" id="{B102B45B-BE10-0955-7D2B-71607E79FE0D}"/>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tx1"/>
                </a:solidFill>
                <a:latin typeface="Microsoft New Tai Lue"/>
              </a:rPr>
              <a:t>Highlight words </a:t>
            </a:r>
            <a:r>
              <a:rPr lang="en-GB" sz="1400" b="0" dirty="0">
                <a:solidFill>
                  <a:schemeClr val="tx1"/>
                </a:solidFill>
                <a:latin typeface="Microsoft New Tai Lue"/>
              </a:rPr>
              <a:t>in headline using </a:t>
            </a:r>
            <a:r>
              <a:rPr lang="en-GB" sz="1400" b="1" dirty="0">
                <a:solidFill>
                  <a:schemeClr val="tx1"/>
                </a:solidFill>
                <a:latin typeface="Microsoft New Tai Lue"/>
              </a:rPr>
              <a:t>bold   </a:t>
            </a:r>
            <a:endParaRPr lang="en-GB" sz="1400" b="0" dirty="0">
              <a:solidFill>
                <a:schemeClr val="tx1"/>
              </a:solidFill>
              <a:latin typeface="Microsoft New Tai Lue"/>
            </a:endParaRPr>
          </a:p>
        </p:txBody>
      </p:sp>
    </p:spTree>
    <p:extLst>
      <p:ext uri="{BB962C8B-B14F-4D97-AF65-F5344CB8AC3E}">
        <p14:creationId xmlns:p14="http://schemas.microsoft.com/office/powerpoint/2010/main" val="42610652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images">
    <p:bg>
      <p:bgPr>
        <a:solidFill>
          <a:schemeClr val="accent1"/>
        </a:solidFill>
        <a:effectLst/>
      </p:bgPr>
    </p:bg>
    <p:spTree>
      <p:nvGrpSpPr>
        <p:cNvPr id="1" name=""/>
        <p:cNvGrpSpPr/>
        <p:nvPr/>
      </p:nvGrpSpPr>
      <p:grpSpPr>
        <a:xfrm>
          <a:off x="0" y="0"/>
          <a:ext cx="0" cy="0"/>
          <a:chOff x="0" y="0"/>
          <a:chExt cx="0" cy="0"/>
        </a:xfrm>
      </p:grpSpPr>
      <p:sp>
        <p:nvSpPr>
          <p:cNvPr id="5" name="Pladsholder til dato 4"/>
          <p:cNvSpPr>
            <a:spLocks noGrp="1"/>
          </p:cNvSpPr>
          <p:nvPr>
            <p:ph type="dt" sz="half" idx="10"/>
          </p:nvPr>
        </p:nvSpPr>
        <p:spPr/>
        <p:txBody>
          <a:bodyPr/>
          <a:lstStyle/>
          <a:p>
            <a:fld id="{C81AEE70-9EF6-4011-9FEC-8E4C1B37B6E7}" type="datetime1">
              <a:rPr lang="en-GB" smtClean="0"/>
              <a:t>09/03/2026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
        <p:nvSpPr>
          <p:cNvPr id="8" name="Pladsholder til billede 9">
            <a:extLst>
              <a:ext uri="{FF2B5EF4-FFF2-40B4-BE49-F238E27FC236}">
                <a16:creationId xmlns:a16="http://schemas.microsoft.com/office/drawing/2014/main" id="{EE1B35E0-A5B1-1748-D054-2575D7411CC7}"/>
              </a:ext>
            </a:extLst>
          </p:cNvPr>
          <p:cNvSpPr>
            <a:spLocks noGrp="1"/>
          </p:cNvSpPr>
          <p:nvPr>
            <p:ph type="pic" sz="quarter" idx="14" hasCustomPrompt="1"/>
          </p:nvPr>
        </p:nvSpPr>
        <p:spPr>
          <a:xfrm>
            <a:off x="589757" y="2890520"/>
            <a:ext cx="3433685" cy="3403600"/>
          </a:xfrm>
          <a:solidFill>
            <a:schemeClr val="bg1">
              <a:lumMod val="65000"/>
            </a:schemeClr>
          </a:solidFill>
          <a:ln w="76200" cap="flat">
            <a:noFill/>
            <a:miter lim="800000"/>
          </a:ln>
          <a:effectLst>
            <a:outerShdw blurRad="50800" dist="38100" dir="2700000" algn="tl" rotWithShape="0">
              <a:prstClr val="black">
                <a:alpha val="40000"/>
              </a:prstClr>
            </a:outerShdw>
          </a:effectLst>
        </p:spPr>
        <p:txBody>
          <a:bodyPr lIns="0" tIns="1188000" rIns="0" anchor="ctr" anchorCtr="1"/>
          <a:lstStyle>
            <a:lvl1pPr marL="0" indent="0" algn="ctr">
              <a:buNone/>
              <a:defRPr sz="2000" baseline="0">
                <a:solidFill>
                  <a:schemeClr val="bg1"/>
                </a:solidFill>
                <a:sym typeface="Wingdings" panose="05000000000000000000" pitchFamily="2" charset="2"/>
              </a:defRPr>
            </a:lvl1pPr>
          </a:lstStyle>
          <a:p>
            <a:r>
              <a:rPr lang="en-GB" dirty="0"/>
              <a:t>Click icon to insert image</a:t>
            </a:r>
          </a:p>
        </p:txBody>
      </p:sp>
      <p:sp>
        <p:nvSpPr>
          <p:cNvPr id="9" name="Pladsholder til billede 9">
            <a:extLst>
              <a:ext uri="{FF2B5EF4-FFF2-40B4-BE49-F238E27FC236}">
                <a16:creationId xmlns:a16="http://schemas.microsoft.com/office/drawing/2014/main" id="{E815A343-B052-E851-8FDF-17976A3957D9}"/>
              </a:ext>
            </a:extLst>
          </p:cNvPr>
          <p:cNvSpPr>
            <a:spLocks noGrp="1"/>
          </p:cNvSpPr>
          <p:nvPr>
            <p:ph type="pic" sz="quarter" idx="15" hasCustomPrompt="1"/>
          </p:nvPr>
        </p:nvSpPr>
        <p:spPr>
          <a:xfrm>
            <a:off x="5852160" y="612233"/>
            <a:ext cx="5749290" cy="5681887"/>
          </a:xfrm>
          <a:solidFill>
            <a:schemeClr val="bg1">
              <a:lumMod val="75000"/>
            </a:schemeClr>
          </a:solidFill>
          <a:ln w="76200" cap="flat">
            <a:noFill/>
            <a:miter lim="800000"/>
          </a:ln>
          <a:effectLst>
            <a:outerShdw blurRad="50800" dist="38100" dir="2700000" algn="tl" rotWithShape="0">
              <a:prstClr val="black">
                <a:alpha val="40000"/>
              </a:prstClr>
            </a:outerShdw>
          </a:effectLst>
        </p:spPr>
        <p:txBody>
          <a:bodyPr lIns="540000" tIns="1080000" rIns="540000" anchor="ctr" anchorCtr="1"/>
          <a:lstStyle>
            <a:lvl1pPr marL="0" indent="0" algn="ctr">
              <a:buNone/>
              <a:defRPr sz="2400" baseline="0">
                <a:solidFill>
                  <a:schemeClr val="bg1"/>
                </a:solidFill>
                <a:sym typeface="Wingdings" panose="05000000000000000000" pitchFamily="2" charset="2"/>
              </a:defRPr>
            </a:lvl1pPr>
          </a:lstStyle>
          <a:p>
            <a:r>
              <a:rPr lang="en-GB" dirty="0"/>
              <a:t>Click icon to insert image</a:t>
            </a:r>
          </a:p>
        </p:txBody>
      </p:sp>
      <p:sp>
        <p:nvSpPr>
          <p:cNvPr id="10" name="Pladsholder til billede 9">
            <a:extLst>
              <a:ext uri="{FF2B5EF4-FFF2-40B4-BE49-F238E27FC236}">
                <a16:creationId xmlns:a16="http://schemas.microsoft.com/office/drawing/2014/main" id="{43FCB96B-CD6D-B9F3-A688-74E5893485CB}"/>
              </a:ext>
            </a:extLst>
          </p:cNvPr>
          <p:cNvSpPr>
            <a:spLocks noGrp="1"/>
          </p:cNvSpPr>
          <p:nvPr>
            <p:ph type="pic" sz="quarter" idx="16" hasCustomPrompt="1"/>
          </p:nvPr>
        </p:nvSpPr>
        <p:spPr>
          <a:xfrm>
            <a:off x="2855041" y="1961476"/>
            <a:ext cx="2336801" cy="2294929"/>
          </a:xfrm>
          <a:solidFill>
            <a:schemeClr val="bg1">
              <a:lumMod val="85000"/>
            </a:schemeClr>
          </a:solidFill>
          <a:ln w="76200" cap="flat">
            <a:noFill/>
            <a:miter lim="800000"/>
          </a:ln>
          <a:effectLst>
            <a:outerShdw blurRad="50800" dist="38100" dir="2700000" algn="tl" rotWithShape="0">
              <a:prstClr val="black">
                <a:alpha val="40000"/>
              </a:prstClr>
            </a:outerShdw>
          </a:effectLst>
        </p:spPr>
        <p:txBody>
          <a:bodyPr lIns="0" tIns="1188000" rIns="0" anchor="ctr" anchorCtr="1"/>
          <a:lstStyle>
            <a:lvl1pPr marL="0" indent="0" algn="ctr">
              <a:buNone/>
              <a:defRPr sz="1800" baseline="0">
                <a:solidFill>
                  <a:schemeClr val="bg1"/>
                </a:solidFill>
                <a:sym typeface="Wingdings" panose="05000000000000000000" pitchFamily="2" charset="2"/>
              </a:defRPr>
            </a:lvl1pPr>
          </a:lstStyle>
          <a:p>
            <a:r>
              <a:rPr lang="en-GB" dirty="0"/>
              <a:t>Click icon                       to insert image</a:t>
            </a:r>
          </a:p>
        </p:txBody>
      </p:sp>
      <p:sp>
        <p:nvSpPr>
          <p:cNvPr id="3" name="Title 2">
            <a:extLst>
              <a:ext uri="{FF2B5EF4-FFF2-40B4-BE49-F238E27FC236}">
                <a16:creationId xmlns:a16="http://schemas.microsoft.com/office/drawing/2014/main" id="{D623C8CB-D006-2AF2-DF37-08254005FBC6}"/>
              </a:ext>
            </a:extLst>
          </p:cNvPr>
          <p:cNvSpPr>
            <a:spLocks noGrp="1"/>
          </p:cNvSpPr>
          <p:nvPr>
            <p:ph type="title" hasCustomPrompt="1"/>
          </p:nvPr>
        </p:nvSpPr>
        <p:spPr>
          <a:xfrm>
            <a:off x="588965" y="620713"/>
            <a:ext cx="4602877" cy="1008061"/>
          </a:xfrm>
        </p:spPr>
        <p:txBody>
          <a:bodyPr/>
          <a:lstStyle>
            <a:lvl1pPr>
              <a:defRPr b="1">
                <a:solidFill>
                  <a:schemeClr val="bg1"/>
                </a:solidFill>
              </a:defRPr>
            </a:lvl1pPr>
          </a:lstStyle>
          <a:p>
            <a:r>
              <a:rPr lang="en-GB" dirty="0"/>
              <a:t>Click to add title</a:t>
            </a:r>
          </a:p>
        </p:txBody>
      </p:sp>
    </p:spTree>
    <p:extLst>
      <p:ext uri="{BB962C8B-B14F-4D97-AF65-F5344CB8AC3E}">
        <p14:creationId xmlns:p14="http://schemas.microsoft.com/office/powerpoint/2010/main" val="29057143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mage with text right">
    <p:bg>
      <p:bgPr>
        <a:solidFill>
          <a:schemeClr val="accent1"/>
        </a:solidFill>
        <a:effectLst/>
      </p:bgPr>
    </p:bg>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rot="20891566">
            <a:off x="1018941" y="1976793"/>
            <a:ext cx="3832754" cy="3749640"/>
          </a:xfrm>
          <a:solidFill>
            <a:schemeClr val="tx1">
              <a:lumMod val="65000"/>
            </a:schemeClr>
          </a:solidFill>
          <a:ln w="146050" cap="flat">
            <a:solidFill>
              <a:schemeClr val="tx1"/>
            </a:solidFill>
            <a:miter lim="800000"/>
          </a:ln>
        </p:spPr>
        <p:txBody>
          <a:bodyPr lIns="0" tIns="1224000" rIns="0" anchor="ctr" anchorCtr="1"/>
          <a:lstStyle>
            <a:lvl1pPr marL="0" indent="0" algn="ctr">
              <a:buNone/>
              <a:defRPr sz="2400" baseline="0">
                <a:solidFill>
                  <a:schemeClr val="tx1"/>
                </a:solidFill>
                <a:sym typeface="Wingdings" panose="05000000000000000000" pitchFamily="2" charset="2"/>
              </a:defRPr>
            </a:lvl1pPr>
          </a:lstStyle>
          <a:p>
            <a:r>
              <a:rPr lang="en-GB" dirty="0"/>
              <a:t>Click icon to insert image</a:t>
            </a:r>
          </a:p>
        </p:txBody>
      </p:sp>
      <p:sp>
        <p:nvSpPr>
          <p:cNvPr id="2" name="Titel 1"/>
          <p:cNvSpPr>
            <a:spLocks noGrp="1"/>
          </p:cNvSpPr>
          <p:nvPr>
            <p:ph type="title" hasCustomPrompt="1"/>
          </p:nvPr>
        </p:nvSpPr>
        <p:spPr>
          <a:xfrm>
            <a:off x="588965" y="620712"/>
            <a:ext cx="11012486" cy="865187"/>
          </a:xfrm>
        </p:spPr>
        <p:txBody>
          <a:bodyPr/>
          <a:lstStyle>
            <a:lvl1pPr>
              <a:defRPr b="1">
                <a:solidFill>
                  <a:schemeClr val="tx1"/>
                </a:solidFill>
              </a:defRPr>
            </a:lvl1pPr>
          </a:lstStyle>
          <a:p>
            <a:pPr lvl="0"/>
            <a:r>
              <a:rPr lang="en-GB" dirty="0"/>
              <a:t>Click to add title</a:t>
            </a:r>
          </a:p>
        </p:txBody>
      </p:sp>
      <p:sp>
        <p:nvSpPr>
          <p:cNvPr id="3" name="Pladsholder til indhold 2"/>
          <p:cNvSpPr>
            <a:spLocks noGrp="1"/>
          </p:cNvSpPr>
          <p:nvPr>
            <p:ph sz="half" idx="1" hasCustomPrompt="1"/>
          </p:nvPr>
        </p:nvSpPr>
        <p:spPr>
          <a:xfrm>
            <a:off x="5783580" y="2097067"/>
            <a:ext cx="5817869" cy="4205308"/>
          </a:xfrm>
        </p:spPr>
        <p:txBody>
          <a:bodyPr vert="horz" lIns="0" tIns="0" rIns="0" bIns="0" rtlCol="0">
            <a:noAutofit/>
          </a:bodyPr>
          <a:lstStyle>
            <a:lvl1pPr>
              <a:defRPr lang="da-DK" sz="3600" b="1" dirty="0" smtClean="0">
                <a:solidFill>
                  <a:schemeClr val="tx1"/>
                </a:solidFill>
              </a:defRPr>
            </a:lvl1pPr>
            <a:lvl2pPr>
              <a:defRPr lang="da-DK" sz="3200" b="1" dirty="0" smtClean="0">
                <a:solidFill>
                  <a:schemeClr val="tx1"/>
                </a:solidFill>
              </a:defRPr>
            </a:lvl2pPr>
            <a:lvl3pPr>
              <a:defRPr lang="da-DK" sz="2400" b="1" dirty="0" smtClean="0">
                <a:solidFill>
                  <a:schemeClr val="tx1"/>
                </a:solidFill>
              </a:defRPr>
            </a:lvl3pPr>
            <a:lvl4pPr>
              <a:defRPr lang="da-DK" b="1" dirty="0" smtClean="0">
                <a:solidFill>
                  <a:schemeClr val="tx1"/>
                </a:solidFill>
              </a:defRPr>
            </a:lvl4pPr>
            <a:lvl5pPr>
              <a:defRPr lang="da-DK" b="1" dirty="0">
                <a:solidFill>
                  <a:schemeClr val="tx1"/>
                </a:solidFill>
              </a:defRPr>
            </a:lvl5pPr>
            <a:lvl6pPr>
              <a:defRPr b="1">
                <a:solidFill>
                  <a:schemeClr val="tx1"/>
                </a:solidFill>
              </a:defRPr>
            </a:lvl6pPr>
            <a:lvl7pPr>
              <a:defRPr b="1">
                <a:solidFill>
                  <a:schemeClr val="tx1"/>
                </a:solidFill>
              </a:defRPr>
            </a:lvl7pPr>
            <a:lvl8pPr>
              <a:defRPr b="1">
                <a:solidFill>
                  <a:schemeClr val="tx1"/>
                </a:solidFill>
              </a:defRPr>
            </a:lvl8pPr>
            <a:lvl9pPr>
              <a:defRPr b="1">
                <a:solidFill>
                  <a:schemeClr val="tx1"/>
                </a:solidFill>
              </a:defRPr>
            </a:lvl9pPr>
          </a:lstStyle>
          <a:p>
            <a:pPr lvl="0"/>
            <a:r>
              <a:rPr lang="en-GB" dirty="0"/>
              <a:t>Click to add text</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p:txBody>
      </p:sp>
      <p:sp>
        <p:nvSpPr>
          <p:cNvPr id="5" name="Pladsholder til dato 4"/>
          <p:cNvSpPr>
            <a:spLocks noGrp="1"/>
          </p:cNvSpPr>
          <p:nvPr>
            <p:ph type="dt" sz="half" idx="10"/>
          </p:nvPr>
        </p:nvSpPr>
        <p:spPr/>
        <p:txBody>
          <a:bodyPr/>
          <a:lstStyle/>
          <a:p>
            <a:fld id="{27F698F8-8127-4186-B6E0-5A9DB8590659}" type="datetime1">
              <a:rPr lang="en-GB" smtClean="0"/>
              <a:t>09/03/2026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2960968685"/>
      </p:ext>
    </p:extLst>
  </p:cSld>
  <p:clrMapOvr>
    <a:overrideClrMapping bg1="dk1" tx1="lt1" bg2="dk2" tx2="lt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mage with text left">
    <p:bg>
      <p:bgPr>
        <a:solidFill>
          <a:schemeClr val="accent1"/>
        </a:solidFill>
        <a:effectLst/>
      </p:bgPr>
    </p:bg>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rot="496878">
            <a:off x="6504534" y="1615672"/>
            <a:ext cx="4653097" cy="4640373"/>
          </a:xfrm>
          <a:solidFill>
            <a:schemeClr val="bg1">
              <a:lumMod val="65000"/>
            </a:schemeClr>
          </a:solidFill>
          <a:ln w="146050" cap="flat">
            <a:solidFill>
              <a:schemeClr val="bg1"/>
            </a:solidFill>
            <a:miter lim="800000"/>
          </a:ln>
        </p:spPr>
        <p:txBody>
          <a:bodyPr lIns="0" tIns="1188000" rIns="0" anchor="ctr" anchorCtr="1"/>
          <a:lstStyle>
            <a:lvl1pPr marL="0" indent="0" algn="ctr">
              <a:buNone/>
              <a:defRPr sz="2400" b="0" baseline="0">
                <a:solidFill>
                  <a:schemeClr val="bg1"/>
                </a:solidFill>
                <a:sym typeface="Wingdings" panose="05000000000000000000" pitchFamily="2" charset="2"/>
              </a:defRPr>
            </a:lvl1pPr>
          </a:lstStyle>
          <a:p>
            <a:r>
              <a:rPr lang="en-GB" dirty="0"/>
              <a:t>Click icon to insert image</a:t>
            </a:r>
          </a:p>
        </p:txBody>
      </p:sp>
      <p:sp>
        <p:nvSpPr>
          <p:cNvPr id="5" name="Pladsholder til dato 4"/>
          <p:cNvSpPr>
            <a:spLocks noGrp="1"/>
          </p:cNvSpPr>
          <p:nvPr>
            <p:ph type="dt" sz="half" idx="10"/>
          </p:nvPr>
        </p:nvSpPr>
        <p:spPr/>
        <p:txBody>
          <a:bodyPr/>
          <a:lstStyle/>
          <a:p>
            <a:fld id="{DCA0C55F-A06C-4D12-9FE7-11486C7072EC}" type="datetime1">
              <a:rPr lang="en-GB" smtClean="0"/>
              <a:t>09/03/2026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
        <p:nvSpPr>
          <p:cNvPr id="9" name="Titel 1">
            <a:extLst>
              <a:ext uri="{FF2B5EF4-FFF2-40B4-BE49-F238E27FC236}">
                <a16:creationId xmlns:a16="http://schemas.microsoft.com/office/drawing/2014/main" id="{44AE573B-1000-D841-B8B4-F927523899D7}"/>
              </a:ext>
            </a:extLst>
          </p:cNvPr>
          <p:cNvSpPr>
            <a:spLocks noGrp="1"/>
          </p:cNvSpPr>
          <p:nvPr>
            <p:ph type="title" hasCustomPrompt="1"/>
          </p:nvPr>
        </p:nvSpPr>
        <p:spPr>
          <a:xfrm>
            <a:off x="588965" y="620712"/>
            <a:ext cx="11012486" cy="865187"/>
          </a:xfrm>
        </p:spPr>
        <p:txBody>
          <a:bodyPr/>
          <a:lstStyle>
            <a:lvl1pPr>
              <a:defRPr b="1">
                <a:solidFill>
                  <a:schemeClr val="bg1"/>
                </a:solidFill>
              </a:defRPr>
            </a:lvl1pPr>
          </a:lstStyle>
          <a:p>
            <a:pPr lvl="0"/>
            <a:r>
              <a:rPr lang="en-GB" dirty="0"/>
              <a:t>Click to add title</a:t>
            </a:r>
          </a:p>
        </p:txBody>
      </p:sp>
      <p:sp>
        <p:nvSpPr>
          <p:cNvPr id="11" name="Pladsholder til indhold 2">
            <a:extLst>
              <a:ext uri="{FF2B5EF4-FFF2-40B4-BE49-F238E27FC236}">
                <a16:creationId xmlns:a16="http://schemas.microsoft.com/office/drawing/2014/main" id="{9B691B69-65AA-9748-80BF-996C89344BB5}"/>
              </a:ext>
            </a:extLst>
          </p:cNvPr>
          <p:cNvSpPr>
            <a:spLocks noGrp="1"/>
          </p:cNvSpPr>
          <p:nvPr>
            <p:ph sz="half" idx="1" hasCustomPrompt="1"/>
          </p:nvPr>
        </p:nvSpPr>
        <p:spPr>
          <a:xfrm>
            <a:off x="588963" y="2097067"/>
            <a:ext cx="5818682" cy="4205308"/>
          </a:xfrm>
        </p:spPr>
        <p:txBody>
          <a:bodyPr vert="horz" lIns="0" tIns="0" rIns="0" bIns="0" rtlCol="0">
            <a:noAutofit/>
          </a:bodyPr>
          <a:lstStyle>
            <a:lvl1pPr>
              <a:defRPr lang="da-DK" sz="3600" b="1" dirty="0" smtClean="0">
                <a:solidFill>
                  <a:schemeClr val="bg1"/>
                </a:solidFill>
              </a:defRPr>
            </a:lvl1pPr>
            <a:lvl2pPr>
              <a:defRPr lang="da-DK" sz="3200" b="1" dirty="0" smtClean="0">
                <a:solidFill>
                  <a:schemeClr val="bg1"/>
                </a:solidFill>
              </a:defRPr>
            </a:lvl2pPr>
            <a:lvl3pPr>
              <a:defRPr lang="da-DK" sz="2400" b="1" dirty="0" smtClean="0">
                <a:solidFill>
                  <a:schemeClr val="bg1"/>
                </a:solidFill>
              </a:defRPr>
            </a:lvl3pPr>
            <a:lvl4pPr>
              <a:defRPr lang="da-DK" dirty="0" smtClean="0"/>
            </a:lvl4pPr>
            <a:lvl5pPr>
              <a:defRPr lang="da-DK" dirty="0"/>
            </a:lvl5pPr>
          </a:lstStyle>
          <a:p>
            <a:pPr lvl="0"/>
            <a:r>
              <a:rPr lang="en-GB" dirty="0"/>
              <a:t>Click to add text</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p:txBody>
      </p:sp>
    </p:spTree>
    <p:extLst>
      <p:ext uri="{BB962C8B-B14F-4D97-AF65-F5344CB8AC3E}">
        <p14:creationId xmlns:p14="http://schemas.microsoft.com/office/powerpoint/2010/main" val="14410657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image A">
    <p:bg>
      <p:bgRef idx="1001">
        <a:schemeClr val="bg1"/>
      </p:bgRef>
    </p:bg>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1" y="331200"/>
            <a:ext cx="12191999" cy="6526800"/>
          </a:xfrm>
          <a:solidFill>
            <a:schemeClr val="tx1">
              <a:lumMod val="75000"/>
            </a:schemeClr>
          </a:solidFill>
        </p:spPr>
        <p:txBody>
          <a:bodyPr lIns="0" tIns="1080000" rIns="0" anchor="ctr" anchorCtr="0"/>
          <a:lstStyle>
            <a:lvl1pPr marL="0" indent="0" algn="ctr">
              <a:buNone/>
              <a:defRPr sz="2400" b="0" i="0" baseline="0">
                <a:solidFill>
                  <a:schemeClr val="tx1"/>
                </a:solidFill>
                <a:sym typeface="Wingdings" panose="05000000000000000000" pitchFamily="2" charset="2"/>
              </a:defRPr>
            </a:lvl1pPr>
          </a:lstStyle>
          <a:p>
            <a:r>
              <a:rPr lang="en-GB" dirty="0"/>
              <a:t>Click icon to insert image</a:t>
            </a:r>
          </a:p>
        </p:txBody>
      </p:sp>
      <p:sp>
        <p:nvSpPr>
          <p:cNvPr id="2" name="Titel 1"/>
          <p:cNvSpPr>
            <a:spLocks noGrp="1"/>
          </p:cNvSpPr>
          <p:nvPr>
            <p:ph type="title" hasCustomPrompt="1"/>
          </p:nvPr>
        </p:nvSpPr>
        <p:spPr>
          <a:xfrm>
            <a:off x="588965" y="756000"/>
            <a:ext cx="6822000" cy="1065828"/>
          </a:xfrm>
          <a:solidFill>
            <a:schemeClr val="accent1">
              <a:alpha val="99950"/>
            </a:schemeClr>
          </a:solidFill>
        </p:spPr>
        <p:txBody>
          <a:bodyPr wrap="square" lIns="252000" tIns="216000" rIns="252000" bIns="108000">
            <a:spAutoFit/>
          </a:bodyPr>
          <a:lstStyle>
            <a:lvl1pPr>
              <a:spcAft>
                <a:spcPts val="600"/>
              </a:spcAft>
              <a:defRPr sz="4800" b="1" spc="0" baseline="0">
                <a:solidFill>
                  <a:schemeClr val="tx1"/>
                </a:solidFill>
              </a:defRPr>
            </a:lvl1pPr>
          </a:lstStyle>
          <a:p>
            <a:r>
              <a:rPr lang="en-GB" dirty="0"/>
              <a:t>Click to add text</a:t>
            </a:r>
          </a:p>
        </p:txBody>
      </p:sp>
      <p:sp>
        <p:nvSpPr>
          <p:cNvPr id="5" name="Pladsholder til dato 4"/>
          <p:cNvSpPr>
            <a:spLocks noGrp="1"/>
          </p:cNvSpPr>
          <p:nvPr>
            <p:ph type="dt" sz="half" idx="10"/>
          </p:nvPr>
        </p:nvSpPr>
        <p:spPr/>
        <p:txBody>
          <a:bodyPr/>
          <a:lstStyle/>
          <a:p>
            <a:fld id="{2CC73FB4-74ED-479B-AC3F-D58B1D2996E2}" type="datetime1">
              <a:rPr lang="en-GB" smtClean="0"/>
              <a:t>09/03/2026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
        <p:nvSpPr>
          <p:cNvPr id="4" name="TextBox 1">
            <a:extLst>
              <a:ext uri="{FF2B5EF4-FFF2-40B4-BE49-F238E27FC236}">
                <a16:creationId xmlns:a16="http://schemas.microsoft.com/office/drawing/2014/main" id="{BC22F958-FB17-66E4-EB45-75E15E5E3F80}"/>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bg1"/>
                </a:solidFill>
                <a:latin typeface="Microsoft New Tai Lue"/>
              </a:rPr>
              <a:t>Highlight words </a:t>
            </a:r>
            <a:r>
              <a:rPr lang="en-GB" sz="1400" b="0" dirty="0">
                <a:solidFill>
                  <a:schemeClr val="bg1"/>
                </a:solidFill>
                <a:latin typeface="Microsoft New Tai Lue"/>
              </a:rPr>
              <a:t>in headline using </a:t>
            </a:r>
            <a:r>
              <a:rPr lang="en-GB" sz="1400" b="1" dirty="0">
                <a:solidFill>
                  <a:schemeClr val="bg1"/>
                </a:solidFill>
                <a:latin typeface="Microsoft New Tai Lue"/>
              </a:rPr>
              <a:t>bold   </a:t>
            </a:r>
            <a:endParaRPr lang="en-GB" sz="1400" b="0" dirty="0">
              <a:solidFill>
                <a:schemeClr val="bg1"/>
              </a:solidFill>
              <a:latin typeface="Microsoft New Tai Lue"/>
            </a:endParaRPr>
          </a:p>
        </p:txBody>
      </p:sp>
    </p:spTree>
    <p:extLst>
      <p:ext uri="{BB962C8B-B14F-4D97-AF65-F5344CB8AC3E}">
        <p14:creationId xmlns:p14="http://schemas.microsoft.com/office/powerpoint/2010/main" val="1317485895"/>
      </p:ext>
    </p:extLst>
  </p:cSld>
  <p:clrMapOvr>
    <a:overrideClrMapping bg1="dk1" tx1="lt1" bg2="dk2" tx2="lt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image B">
    <p:bg>
      <p:bgRef idx="1001">
        <a:schemeClr val="bg1"/>
      </p:bgRef>
    </p:bg>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0" y="331200"/>
            <a:ext cx="12191999" cy="6526800"/>
          </a:xfrm>
          <a:solidFill>
            <a:schemeClr val="tx1">
              <a:lumMod val="75000"/>
            </a:schemeClr>
          </a:solidFill>
        </p:spPr>
        <p:txBody>
          <a:bodyPr lIns="0" tIns="2628000" rIns="0" anchor="t" anchorCtr="0"/>
          <a:lstStyle>
            <a:lvl1pPr marL="0" indent="0" algn="ctr">
              <a:buNone/>
              <a:defRPr sz="2400" b="0" i="0" baseline="0">
                <a:solidFill>
                  <a:schemeClr val="tx1"/>
                </a:solidFill>
                <a:sym typeface="Wingdings" panose="05000000000000000000" pitchFamily="2" charset="2"/>
              </a:defRPr>
            </a:lvl1pPr>
          </a:lstStyle>
          <a:p>
            <a:r>
              <a:rPr lang="en-GB" dirty="0"/>
              <a:t>Click icon to insert image</a:t>
            </a:r>
          </a:p>
        </p:txBody>
      </p:sp>
      <p:sp>
        <p:nvSpPr>
          <p:cNvPr id="2" name="Titel 1"/>
          <p:cNvSpPr>
            <a:spLocks noGrp="1"/>
          </p:cNvSpPr>
          <p:nvPr>
            <p:ph type="title" hasCustomPrompt="1"/>
          </p:nvPr>
        </p:nvSpPr>
        <p:spPr>
          <a:xfrm>
            <a:off x="588961" y="4962214"/>
            <a:ext cx="4173870" cy="1340161"/>
          </a:xfrm>
          <a:solidFill>
            <a:schemeClr val="accent4">
              <a:alpha val="99950"/>
            </a:schemeClr>
          </a:solidFill>
        </p:spPr>
        <p:txBody>
          <a:bodyPr wrap="square" lIns="252000" tIns="108000" rIns="252000" bIns="0" anchor="t" anchorCtr="0">
            <a:spAutoFit/>
          </a:bodyPr>
          <a:lstStyle>
            <a:lvl1pPr>
              <a:defRPr sz="4000" b="1" spc="0" baseline="0">
                <a:solidFill>
                  <a:schemeClr val="tx1"/>
                </a:solidFill>
              </a:defRPr>
            </a:lvl1pPr>
          </a:lstStyle>
          <a:p>
            <a:r>
              <a:rPr lang="en-GB" dirty="0"/>
              <a:t>Click to add text</a:t>
            </a:r>
          </a:p>
        </p:txBody>
      </p:sp>
      <p:sp>
        <p:nvSpPr>
          <p:cNvPr id="5" name="Pladsholder til dato 4"/>
          <p:cNvSpPr>
            <a:spLocks noGrp="1"/>
          </p:cNvSpPr>
          <p:nvPr>
            <p:ph type="dt" sz="half" idx="10"/>
          </p:nvPr>
        </p:nvSpPr>
        <p:spPr/>
        <p:txBody>
          <a:bodyPr/>
          <a:lstStyle/>
          <a:p>
            <a:fld id="{C0156FC0-1C68-46A1-95BA-D879D9D7980D}" type="datetime1">
              <a:rPr lang="en-GB" smtClean="0"/>
              <a:t>09/03/2026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
        <p:nvSpPr>
          <p:cNvPr id="3" name="TextBox 1">
            <a:extLst>
              <a:ext uri="{FF2B5EF4-FFF2-40B4-BE49-F238E27FC236}">
                <a16:creationId xmlns:a16="http://schemas.microsoft.com/office/drawing/2014/main" id="{E6BCCAFF-7E95-0536-8297-4959B0CA01D7}"/>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bg1"/>
                </a:solidFill>
                <a:latin typeface="Microsoft New Tai Lue"/>
              </a:rPr>
              <a:t>Highlight words </a:t>
            </a:r>
            <a:r>
              <a:rPr lang="en-GB" sz="1400" b="0" dirty="0">
                <a:solidFill>
                  <a:schemeClr val="bg1"/>
                </a:solidFill>
                <a:latin typeface="Microsoft New Tai Lue"/>
              </a:rPr>
              <a:t>in headline using </a:t>
            </a:r>
            <a:r>
              <a:rPr lang="en-GB" sz="1400" b="1" dirty="0">
                <a:solidFill>
                  <a:schemeClr val="bg1"/>
                </a:solidFill>
                <a:latin typeface="Microsoft New Tai Lue"/>
              </a:rPr>
              <a:t>bold   </a:t>
            </a:r>
            <a:endParaRPr lang="en-GB" sz="1400" b="0" dirty="0">
              <a:solidFill>
                <a:schemeClr val="bg1"/>
              </a:solidFill>
              <a:latin typeface="Microsoft New Tai Lue"/>
            </a:endParaRPr>
          </a:p>
        </p:txBody>
      </p:sp>
    </p:spTree>
    <p:extLst>
      <p:ext uri="{BB962C8B-B14F-4D97-AF65-F5344CB8AC3E}">
        <p14:creationId xmlns:p14="http://schemas.microsoft.com/office/powerpoint/2010/main" val="3200445437"/>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image C">
    <p:bg>
      <p:bgRef idx="1001">
        <a:schemeClr val="bg1"/>
      </p:bgRef>
    </p:bg>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0" y="331200"/>
            <a:ext cx="12191999" cy="6526800"/>
          </a:xfrm>
          <a:solidFill>
            <a:schemeClr val="tx1">
              <a:lumMod val="75000"/>
            </a:schemeClr>
          </a:solidFill>
        </p:spPr>
        <p:txBody>
          <a:bodyPr lIns="0" tIns="2628000" rIns="0" anchor="t" anchorCtr="0"/>
          <a:lstStyle>
            <a:lvl1pPr marL="0" indent="0" algn="ctr">
              <a:buNone/>
              <a:defRPr sz="2400" b="0" i="0" baseline="0">
                <a:solidFill>
                  <a:schemeClr val="tx1"/>
                </a:solidFill>
                <a:sym typeface="Wingdings" panose="05000000000000000000" pitchFamily="2" charset="2"/>
              </a:defRPr>
            </a:lvl1pPr>
          </a:lstStyle>
          <a:p>
            <a:r>
              <a:rPr lang="en-GB" dirty="0"/>
              <a:t>Click icon to insert image</a:t>
            </a:r>
          </a:p>
        </p:txBody>
      </p:sp>
      <p:sp>
        <p:nvSpPr>
          <p:cNvPr id="2" name="Titel 1"/>
          <p:cNvSpPr>
            <a:spLocks noGrp="1"/>
          </p:cNvSpPr>
          <p:nvPr>
            <p:ph type="title" hasCustomPrompt="1"/>
          </p:nvPr>
        </p:nvSpPr>
        <p:spPr>
          <a:xfrm>
            <a:off x="4779450" y="4497883"/>
            <a:ext cx="6822000" cy="1065828"/>
          </a:xfrm>
          <a:solidFill>
            <a:schemeClr val="bg1">
              <a:alpha val="99950"/>
            </a:schemeClr>
          </a:solidFill>
        </p:spPr>
        <p:txBody>
          <a:bodyPr wrap="square" lIns="252000" tIns="216000" rIns="252000" bIns="108000">
            <a:spAutoFit/>
          </a:bodyPr>
          <a:lstStyle>
            <a:lvl1pPr>
              <a:defRPr sz="4800" b="1" spc="0" baseline="0">
                <a:solidFill>
                  <a:schemeClr val="tx1"/>
                </a:solidFill>
              </a:defRPr>
            </a:lvl1pPr>
          </a:lstStyle>
          <a:p>
            <a:r>
              <a:rPr lang="en-GB" dirty="0"/>
              <a:t>Click to add text</a:t>
            </a:r>
          </a:p>
        </p:txBody>
      </p:sp>
      <p:sp>
        <p:nvSpPr>
          <p:cNvPr id="5" name="Pladsholder til dato 4"/>
          <p:cNvSpPr>
            <a:spLocks noGrp="1"/>
          </p:cNvSpPr>
          <p:nvPr>
            <p:ph type="dt" sz="half" idx="10"/>
          </p:nvPr>
        </p:nvSpPr>
        <p:spPr/>
        <p:txBody>
          <a:bodyPr/>
          <a:lstStyle/>
          <a:p>
            <a:fld id="{2911EE2D-5BB7-4858-806B-E9B8121B6310}" type="datetime1">
              <a:rPr lang="en-GB" smtClean="0"/>
              <a:t>09/03/2026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
        <p:nvSpPr>
          <p:cNvPr id="4" name="TextBox 1">
            <a:extLst>
              <a:ext uri="{FF2B5EF4-FFF2-40B4-BE49-F238E27FC236}">
                <a16:creationId xmlns:a16="http://schemas.microsoft.com/office/drawing/2014/main" id="{DA49A202-D2D5-25B6-2F32-60A741CCF725}"/>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bg1"/>
                </a:solidFill>
                <a:latin typeface="Microsoft New Tai Lue"/>
              </a:rPr>
              <a:t>Highlight words </a:t>
            </a:r>
            <a:r>
              <a:rPr lang="en-GB" sz="1400" b="0" dirty="0">
                <a:solidFill>
                  <a:schemeClr val="bg1"/>
                </a:solidFill>
                <a:latin typeface="Microsoft New Tai Lue"/>
              </a:rPr>
              <a:t>in headline using </a:t>
            </a:r>
            <a:r>
              <a:rPr lang="en-GB" sz="1400" b="1" dirty="0">
                <a:solidFill>
                  <a:schemeClr val="bg1"/>
                </a:solidFill>
                <a:latin typeface="Microsoft New Tai Lue"/>
              </a:rPr>
              <a:t>bold   </a:t>
            </a:r>
            <a:endParaRPr lang="en-GB" sz="1400" b="0" dirty="0">
              <a:solidFill>
                <a:schemeClr val="bg1"/>
              </a:solidFill>
              <a:latin typeface="Microsoft New Tai Lue"/>
            </a:endParaRPr>
          </a:p>
        </p:txBody>
      </p:sp>
    </p:spTree>
    <p:extLst>
      <p:ext uri="{BB962C8B-B14F-4D97-AF65-F5344CB8AC3E}">
        <p14:creationId xmlns:p14="http://schemas.microsoft.com/office/powerpoint/2010/main" val="2021185923"/>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image D">
    <p:bg>
      <p:bgRef idx="1001">
        <a:schemeClr val="bg1"/>
      </p:bgRef>
    </p:bg>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0" y="331200"/>
            <a:ext cx="12191999" cy="6526800"/>
          </a:xfrm>
          <a:solidFill>
            <a:schemeClr val="tx1">
              <a:lumMod val="75000"/>
            </a:schemeClr>
          </a:solidFill>
        </p:spPr>
        <p:txBody>
          <a:bodyPr lIns="0" tIns="1080000" rIns="0" anchor="ctr" anchorCtr="0"/>
          <a:lstStyle>
            <a:lvl1pPr marL="0" indent="0" algn="ctr">
              <a:buNone/>
              <a:defRPr sz="2400" b="0" i="0" baseline="0">
                <a:solidFill>
                  <a:schemeClr val="tx1"/>
                </a:solidFill>
                <a:sym typeface="Wingdings" panose="05000000000000000000" pitchFamily="2" charset="2"/>
              </a:defRPr>
            </a:lvl1pPr>
          </a:lstStyle>
          <a:p>
            <a:r>
              <a:rPr lang="en-GB" dirty="0"/>
              <a:t>Click icon to insert image</a:t>
            </a:r>
          </a:p>
        </p:txBody>
      </p:sp>
      <p:sp>
        <p:nvSpPr>
          <p:cNvPr id="2" name="Titel 1"/>
          <p:cNvSpPr>
            <a:spLocks noGrp="1"/>
          </p:cNvSpPr>
          <p:nvPr>
            <p:ph type="title" hasCustomPrompt="1"/>
          </p:nvPr>
        </p:nvSpPr>
        <p:spPr>
          <a:xfrm>
            <a:off x="588963" y="1017402"/>
            <a:ext cx="11012487" cy="917513"/>
          </a:xfrm>
          <a:solidFill>
            <a:schemeClr val="bg2">
              <a:alpha val="99950"/>
            </a:schemeClr>
          </a:solidFill>
        </p:spPr>
        <p:txBody>
          <a:bodyPr wrap="square" lIns="180000" tIns="180000" rIns="180000" bIns="180000">
            <a:spAutoFit/>
          </a:bodyPr>
          <a:lstStyle>
            <a:lvl1pPr>
              <a:defRPr sz="3600" b="1" spc="0" baseline="0">
                <a:solidFill>
                  <a:schemeClr val="tx1"/>
                </a:solidFill>
              </a:defRPr>
            </a:lvl1pPr>
          </a:lstStyle>
          <a:p>
            <a:r>
              <a:rPr lang="en-GB" dirty="0"/>
              <a:t>Click to add text</a:t>
            </a:r>
          </a:p>
        </p:txBody>
      </p:sp>
      <p:sp>
        <p:nvSpPr>
          <p:cNvPr id="5" name="Pladsholder til dato 4"/>
          <p:cNvSpPr>
            <a:spLocks noGrp="1"/>
          </p:cNvSpPr>
          <p:nvPr>
            <p:ph type="dt" sz="half" idx="10"/>
          </p:nvPr>
        </p:nvSpPr>
        <p:spPr/>
        <p:txBody>
          <a:bodyPr/>
          <a:lstStyle/>
          <a:p>
            <a:fld id="{FE8D869E-E124-4C9B-86F5-EB1AF46F875F}" type="datetime1">
              <a:rPr lang="en-GB" smtClean="0"/>
              <a:t>09/03/2026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
        <p:nvSpPr>
          <p:cNvPr id="4" name="TextBox 1">
            <a:extLst>
              <a:ext uri="{FF2B5EF4-FFF2-40B4-BE49-F238E27FC236}">
                <a16:creationId xmlns:a16="http://schemas.microsoft.com/office/drawing/2014/main" id="{342F60A0-C020-A529-4A95-65C8AC9FA2C2}"/>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bg1"/>
                </a:solidFill>
                <a:latin typeface="Microsoft New Tai Lue"/>
              </a:rPr>
              <a:t>Highlight words </a:t>
            </a:r>
            <a:r>
              <a:rPr lang="en-GB" sz="1400" b="0" dirty="0">
                <a:solidFill>
                  <a:schemeClr val="bg1"/>
                </a:solidFill>
                <a:latin typeface="Microsoft New Tai Lue"/>
              </a:rPr>
              <a:t>in headline using </a:t>
            </a:r>
            <a:r>
              <a:rPr lang="en-GB" sz="1400" b="1" dirty="0">
                <a:solidFill>
                  <a:schemeClr val="bg1"/>
                </a:solidFill>
                <a:latin typeface="Microsoft New Tai Lue"/>
              </a:rPr>
              <a:t>bold   </a:t>
            </a:r>
            <a:endParaRPr lang="en-GB" sz="1400" b="0" dirty="0">
              <a:solidFill>
                <a:schemeClr val="bg1"/>
              </a:solidFill>
              <a:latin typeface="Microsoft New Tai Lue"/>
            </a:endParaRPr>
          </a:p>
        </p:txBody>
      </p:sp>
    </p:spTree>
    <p:extLst>
      <p:ext uri="{BB962C8B-B14F-4D97-AF65-F5344CB8AC3E}">
        <p14:creationId xmlns:p14="http://schemas.microsoft.com/office/powerpoint/2010/main" val="1717169259"/>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image E">
    <p:bg>
      <p:bgRef idx="1001">
        <a:schemeClr val="bg1"/>
      </p:bgRef>
    </p:bg>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0" y="331200"/>
            <a:ext cx="12191999" cy="6526800"/>
          </a:xfrm>
          <a:solidFill>
            <a:schemeClr val="tx1">
              <a:lumMod val="75000"/>
            </a:schemeClr>
          </a:solidFill>
        </p:spPr>
        <p:txBody>
          <a:bodyPr lIns="0" tIns="2628000" rIns="0" anchor="t" anchorCtr="0"/>
          <a:lstStyle>
            <a:lvl1pPr marL="0" indent="0" algn="ctr">
              <a:buNone/>
              <a:defRPr sz="2400" b="0" i="0" baseline="0">
                <a:solidFill>
                  <a:schemeClr val="tx1"/>
                </a:solidFill>
                <a:sym typeface="Wingdings" panose="05000000000000000000" pitchFamily="2" charset="2"/>
              </a:defRPr>
            </a:lvl1pPr>
          </a:lstStyle>
          <a:p>
            <a:r>
              <a:rPr lang="en-GB" dirty="0"/>
              <a:t>Click icon to insert image</a:t>
            </a:r>
          </a:p>
        </p:txBody>
      </p:sp>
      <p:sp>
        <p:nvSpPr>
          <p:cNvPr id="2" name="Titel 1"/>
          <p:cNvSpPr>
            <a:spLocks noGrp="1"/>
          </p:cNvSpPr>
          <p:nvPr>
            <p:ph type="title" hasCustomPrompt="1"/>
          </p:nvPr>
        </p:nvSpPr>
        <p:spPr>
          <a:xfrm>
            <a:off x="588963" y="4161995"/>
            <a:ext cx="11012487" cy="2140380"/>
          </a:xfrm>
          <a:solidFill>
            <a:schemeClr val="bg1">
              <a:alpha val="46000"/>
            </a:schemeClr>
          </a:solidFill>
        </p:spPr>
        <p:txBody>
          <a:bodyPr wrap="square" lIns="252000" tIns="108000" rIns="252000" bIns="0">
            <a:spAutoFit/>
          </a:bodyPr>
          <a:lstStyle>
            <a:lvl1pPr algn="ctr">
              <a:defRPr sz="6600" b="1" cap="all" spc="0" baseline="0">
                <a:solidFill>
                  <a:schemeClr val="tx1"/>
                </a:solidFill>
              </a:defRPr>
            </a:lvl1pPr>
          </a:lstStyle>
          <a:p>
            <a:r>
              <a:rPr lang="en-GB" dirty="0"/>
              <a:t>Click to add          text...</a:t>
            </a:r>
          </a:p>
        </p:txBody>
      </p:sp>
      <p:sp>
        <p:nvSpPr>
          <p:cNvPr id="5" name="Pladsholder til dato 4"/>
          <p:cNvSpPr>
            <a:spLocks noGrp="1"/>
          </p:cNvSpPr>
          <p:nvPr>
            <p:ph type="dt" sz="half" idx="10"/>
          </p:nvPr>
        </p:nvSpPr>
        <p:spPr/>
        <p:txBody>
          <a:bodyPr/>
          <a:lstStyle/>
          <a:p>
            <a:fld id="{ECACFB06-9E5C-4DC0-BDE6-1E991C758329}" type="datetime1">
              <a:rPr lang="en-GB" smtClean="0"/>
              <a:t>09/03/2026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
        <p:nvSpPr>
          <p:cNvPr id="3" name="TextBox 1">
            <a:extLst>
              <a:ext uri="{FF2B5EF4-FFF2-40B4-BE49-F238E27FC236}">
                <a16:creationId xmlns:a16="http://schemas.microsoft.com/office/drawing/2014/main" id="{0AC6CF46-91DC-976D-9F2D-0F1B85D185F4}"/>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bg1"/>
                </a:solidFill>
                <a:latin typeface="Microsoft New Tai Lue"/>
              </a:rPr>
              <a:t>Highlight words </a:t>
            </a:r>
            <a:r>
              <a:rPr lang="en-GB" sz="1400" b="0" dirty="0">
                <a:solidFill>
                  <a:schemeClr val="bg1"/>
                </a:solidFill>
                <a:latin typeface="Microsoft New Tai Lue"/>
              </a:rPr>
              <a:t>in headline using </a:t>
            </a:r>
            <a:r>
              <a:rPr lang="en-GB" sz="1400" b="1" dirty="0">
                <a:solidFill>
                  <a:schemeClr val="bg1"/>
                </a:solidFill>
                <a:latin typeface="Microsoft New Tai Lue"/>
              </a:rPr>
              <a:t>bold   </a:t>
            </a:r>
            <a:endParaRPr lang="en-GB" sz="1400" b="0" dirty="0">
              <a:solidFill>
                <a:schemeClr val="bg1"/>
              </a:solidFill>
              <a:latin typeface="Microsoft New Tai Lue"/>
            </a:endParaRPr>
          </a:p>
        </p:txBody>
      </p:sp>
    </p:spTree>
    <p:extLst>
      <p:ext uri="{BB962C8B-B14F-4D97-AF65-F5344CB8AC3E}">
        <p14:creationId xmlns:p14="http://schemas.microsoft.com/office/powerpoint/2010/main" val="573279729"/>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Questions and comments">
    <p:bg>
      <p:bgPr>
        <a:solidFill>
          <a:schemeClr val="accent1"/>
        </a:solidFill>
        <a:effectLst/>
      </p:bgPr>
    </p:bg>
    <p:spTree>
      <p:nvGrpSpPr>
        <p:cNvPr id="1" name=""/>
        <p:cNvGrpSpPr/>
        <p:nvPr/>
      </p:nvGrpSpPr>
      <p:grpSpPr>
        <a:xfrm>
          <a:off x="0" y="0"/>
          <a:ext cx="0" cy="0"/>
          <a:chOff x="0" y="0"/>
          <a:chExt cx="0" cy="0"/>
        </a:xfrm>
      </p:grpSpPr>
      <p:sp>
        <p:nvSpPr>
          <p:cNvPr id="4" name="Pladsholder til dato 3"/>
          <p:cNvSpPr>
            <a:spLocks noGrp="1"/>
          </p:cNvSpPr>
          <p:nvPr>
            <p:ph type="dt" sz="half" idx="10"/>
          </p:nvPr>
        </p:nvSpPr>
        <p:spPr/>
        <p:txBody>
          <a:bodyPr/>
          <a:lstStyle/>
          <a:p>
            <a:fld id="{10C11D8F-85B9-4001-AF63-8B6D3CD2CF9F}" type="datetime1">
              <a:rPr lang="en-GB" smtClean="0"/>
              <a:t>09/03/2026</a:t>
            </a:fld>
            <a:endParaRPr lang="en-GB" dirty="0"/>
          </a:p>
        </p:txBody>
      </p:sp>
      <p:sp>
        <p:nvSpPr>
          <p:cNvPr id="7" name="?">
            <a:extLst>
              <a:ext uri="{FF2B5EF4-FFF2-40B4-BE49-F238E27FC236}">
                <a16:creationId xmlns:a16="http://schemas.microsoft.com/office/drawing/2014/main" id="{C9382B17-B390-C8C0-F5F8-7665434C718C}"/>
              </a:ext>
            </a:extLst>
          </p:cNvPr>
          <p:cNvSpPr/>
          <p:nvPr userDrawn="1"/>
        </p:nvSpPr>
        <p:spPr>
          <a:xfrm>
            <a:off x="3642413" y="900524"/>
            <a:ext cx="4787900" cy="5558804"/>
          </a:xfrm>
          <a:prstGeom prst="rect">
            <a:avLst/>
          </a:prstGeom>
        </p:spPr>
        <p:txBody>
          <a:bodyPr wrap="square" rtlCol="0" anchor="t" anchorCtr="0">
            <a:noAutofit/>
          </a:bodyPr>
          <a:lstStyle/>
          <a:p>
            <a:pPr algn="ctr">
              <a:lnSpc>
                <a:spcPct val="83000"/>
              </a:lnSpc>
            </a:pPr>
            <a:r>
              <a:rPr lang="en-GB" sz="59500" b="1" dirty="0">
                <a:solidFill>
                  <a:schemeClr val="tx1">
                    <a:alpha val="14559"/>
                  </a:schemeClr>
                </a:solidFill>
              </a:rPr>
              <a:t>?</a:t>
            </a:r>
          </a:p>
        </p:txBody>
      </p:sp>
      <p:sp>
        <p:nvSpPr>
          <p:cNvPr id="3" name="Title 2">
            <a:extLst>
              <a:ext uri="{FF2B5EF4-FFF2-40B4-BE49-F238E27FC236}">
                <a16:creationId xmlns:a16="http://schemas.microsoft.com/office/drawing/2014/main" id="{2E0714F6-6F11-9826-9767-37567B1EC5DC}"/>
              </a:ext>
            </a:extLst>
          </p:cNvPr>
          <p:cNvSpPr>
            <a:spLocks noGrp="1"/>
          </p:cNvSpPr>
          <p:nvPr>
            <p:ph type="title" hasCustomPrompt="1"/>
          </p:nvPr>
        </p:nvSpPr>
        <p:spPr>
          <a:xfrm>
            <a:off x="2139732" y="1628776"/>
            <a:ext cx="9461718" cy="3999626"/>
          </a:xfrm>
        </p:spPr>
        <p:txBody>
          <a:bodyPr anchor="ctr" anchorCtr="0"/>
          <a:lstStyle>
            <a:lvl1pPr>
              <a:lnSpc>
                <a:spcPct val="83000"/>
              </a:lnSpc>
              <a:defRPr sz="9600" b="1">
                <a:solidFill>
                  <a:schemeClr val="bg1"/>
                </a:solidFill>
              </a:defRPr>
            </a:lvl1pPr>
          </a:lstStyle>
          <a:p>
            <a:r>
              <a:rPr lang="en-GB" dirty="0"/>
              <a:t>Click to add text</a:t>
            </a:r>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a:t>
            </a:fld>
            <a:endParaRPr lang="en-GB" dirty="0"/>
          </a:p>
        </p:txBody>
      </p:sp>
      <p:sp>
        <p:nvSpPr>
          <p:cNvPr id="2" name="TextBox 1">
            <a:extLst>
              <a:ext uri="{FF2B5EF4-FFF2-40B4-BE49-F238E27FC236}">
                <a16:creationId xmlns:a16="http://schemas.microsoft.com/office/drawing/2014/main" id="{01861DB2-11FB-99E1-B80B-1463133B9A24}"/>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tx1"/>
                </a:solidFill>
                <a:latin typeface="Microsoft New Tai Lue"/>
              </a:rPr>
              <a:t>Highlight words </a:t>
            </a:r>
            <a:r>
              <a:rPr lang="en-GB" sz="1400" b="0" dirty="0">
                <a:solidFill>
                  <a:schemeClr val="tx1"/>
                </a:solidFill>
                <a:latin typeface="Microsoft New Tai Lue"/>
              </a:rPr>
              <a:t>in headline using </a:t>
            </a:r>
            <a:r>
              <a:rPr lang="en-GB" sz="1400" b="1" dirty="0">
                <a:solidFill>
                  <a:schemeClr val="tx1"/>
                </a:solidFill>
                <a:latin typeface="Microsoft New Tai Lue"/>
              </a:rPr>
              <a:t>bold   </a:t>
            </a:r>
            <a:endParaRPr lang="en-GB" sz="1400" b="0" dirty="0">
              <a:solidFill>
                <a:schemeClr val="tx1"/>
              </a:solidFill>
              <a:latin typeface="Microsoft New Tai Lue"/>
            </a:endParaRPr>
          </a:p>
        </p:txBody>
      </p:sp>
    </p:spTree>
    <p:extLst>
      <p:ext uri="{BB962C8B-B14F-4D97-AF65-F5344CB8AC3E}">
        <p14:creationId xmlns:p14="http://schemas.microsoft.com/office/powerpoint/2010/main" val="30272847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User guide">
    <p:spTree>
      <p:nvGrpSpPr>
        <p:cNvPr id="1" name=""/>
        <p:cNvGrpSpPr/>
        <p:nvPr/>
      </p:nvGrpSpPr>
      <p:grpSpPr>
        <a:xfrm>
          <a:off x="0" y="0"/>
          <a:ext cx="0" cy="0"/>
          <a:chOff x="0" y="0"/>
          <a:chExt cx="0" cy="0"/>
        </a:xfrm>
      </p:grpSpPr>
      <p:sp>
        <p:nvSpPr>
          <p:cNvPr id="22" name="Pladsholder til dato 3" hidden="1">
            <a:extLst>
              <a:ext uri="{FF2B5EF4-FFF2-40B4-BE49-F238E27FC236}">
                <a16:creationId xmlns:a16="http://schemas.microsoft.com/office/drawing/2014/main" id="{79C6BA40-0A49-7673-45A9-7C4D3541BA07}"/>
              </a:ext>
            </a:extLst>
          </p:cNvPr>
          <p:cNvSpPr>
            <a:spLocks noGrp="1"/>
          </p:cNvSpPr>
          <p:nvPr>
            <p:ph type="dt" sz="half" idx="10"/>
          </p:nvPr>
        </p:nvSpPr>
        <p:spPr>
          <a:xfrm>
            <a:off x="0" y="6858000"/>
            <a:ext cx="0" cy="0"/>
          </a:xfrm>
        </p:spPr>
        <p:txBody>
          <a:bodyPr/>
          <a:lstStyle>
            <a:lvl1pPr>
              <a:defRPr sz="100">
                <a:noFill/>
              </a:defRPr>
            </a:lvl1pPr>
          </a:lstStyle>
          <a:p>
            <a:fld id="{6622F690-D5D4-4852-B56B-61A8F1BA299A}" type="datetime1">
              <a:rPr lang="en-GB" smtClean="0"/>
              <a:t>09/03/2026</a:t>
            </a:fld>
            <a:endParaRPr lang="en-GB" dirty="0"/>
          </a:p>
        </p:txBody>
      </p:sp>
      <p:sp>
        <p:nvSpPr>
          <p:cNvPr id="23" name="Pladsholder til sidefod 4" hidden="1">
            <a:extLst>
              <a:ext uri="{FF2B5EF4-FFF2-40B4-BE49-F238E27FC236}">
                <a16:creationId xmlns:a16="http://schemas.microsoft.com/office/drawing/2014/main" id="{F4D4719E-1E3F-B75D-AF75-C575C79D6C77}"/>
              </a:ext>
            </a:extLst>
          </p:cNvPr>
          <p:cNvSpPr>
            <a:spLocks noGrp="1"/>
          </p:cNvSpPr>
          <p:nvPr>
            <p:ph type="ftr" sz="quarter" idx="11"/>
          </p:nvPr>
        </p:nvSpPr>
        <p:spPr>
          <a:xfrm>
            <a:off x="0" y="6858000"/>
            <a:ext cx="0" cy="0"/>
          </a:xfrm>
        </p:spPr>
        <p:txBody>
          <a:bodyPr/>
          <a:lstStyle>
            <a:lvl1pPr>
              <a:defRPr sz="100">
                <a:noFill/>
              </a:defRPr>
            </a:lvl1pPr>
          </a:lstStyle>
          <a:p>
            <a:endParaRPr lang="en-GB" dirty="0"/>
          </a:p>
        </p:txBody>
      </p:sp>
      <p:sp>
        <p:nvSpPr>
          <p:cNvPr id="24" name="Pladsholder til slidenummer 5" hidden="1">
            <a:extLst>
              <a:ext uri="{FF2B5EF4-FFF2-40B4-BE49-F238E27FC236}">
                <a16:creationId xmlns:a16="http://schemas.microsoft.com/office/drawing/2014/main" id="{9434FDBC-E923-AFC0-E942-C956724548D0}"/>
              </a:ext>
            </a:extLst>
          </p:cNvPr>
          <p:cNvSpPr>
            <a:spLocks noGrp="1"/>
          </p:cNvSpPr>
          <p:nvPr>
            <p:ph type="sldNum" sz="quarter" idx="12"/>
          </p:nvPr>
        </p:nvSpPr>
        <p:spPr>
          <a:xfrm>
            <a:off x="0" y="6858000"/>
            <a:ext cx="0" cy="0"/>
          </a:xfrm>
        </p:spPr>
        <p:txBody>
          <a:bodyPr/>
          <a:lstStyle>
            <a:lvl1pPr>
              <a:defRPr sz="100">
                <a:noFill/>
              </a:defRPr>
            </a:lvl1pPr>
          </a:lstStyle>
          <a:p>
            <a:fld id="{091A926C-488A-4E3E-9C21-57CAA120E114}" type="slidenum">
              <a:rPr lang="en-GB" smtClean="0"/>
              <a:pPr/>
              <a:t>‹#›</a:t>
            </a:fld>
            <a:endParaRPr lang="en-GB" dirty="0"/>
          </a:p>
        </p:txBody>
      </p:sp>
      <p:sp>
        <p:nvSpPr>
          <p:cNvPr id="2" name="Title 1">
            <a:extLst>
              <a:ext uri="{FF2B5EF4-FFF2-40B4-BE49-F238E27FC236}">
                <a16:creationId xmlns:a16="http://schemas.microsoft.com/office/drawing/2014/main" id="{C4994A88-BF4A-BF39-B835-B0C753B4C19A}"/>
              </a:ext>
            </a:extLst>
          </p:cNvPr>
          <p:cNvSpPr txBox="1">
            <a:spLocks/>
          </p:cNvSpPr>
          <p:nvPr userDrawn="1"/>
        </p:nvSpPr>
        <p:spPr>
          <a:xfrm>
            <a:off x="588964" y="613649"/>
            <a:ext cx="11012486" cy="879921"/>
          </a:xfrm>
          <a:prstGeom prst="rect">
            <a:avLst/>
          </a:prstGeom>
        </p:spPr>
        <p:txBody>
          <a:bodyPr vert="horz" lIns="0" tIns="0" rIns="0" bIns="0" rtlCol="0" anchor="t" anchorCtr="0">
            <a:noAutofit/>
          </a:bodyPr>
          <a:lstStyle>
            <a:lvl1pPr>
              <a:lnSpc>
                <a:spcPct val="100000"/>
              </a:lnSpc>
              <a:spcBef>
                <a:spcPct val="0"/>
              </a:spcBef>
              <a:buNone/>
              <a:defRPr sz="3200">
                <a:solidFill>
                  <a:schemeClr val="bg1"/>
                </a:solidFill>
                <a:latin typeface="+mj-lt"/>
                <a:ea typeface="+mj-ea"/>
                <a:cs typeface="+mj-cs"/>
              </a:defRPr>
            </a:lvl1pPr>
          </a:lstStyle>
          <a:p>
            <a:pPr lvl="0"/>
            <a:r>
              <a:rPr lang="en-GB" sz="3000" dirty="0">
                <a:solidFill>
                  <a:schemeClr val="tx1"/>
                </a:solidFill>
              </a:rPr>
              <a:t>User guide </a:t>
            </a:r>
            <a:r>
              <a:rPr lang="en-GB" sz="1800" dirty="0">
                <a:solidFill>
                  <a:schemeClr val="tx1"/>
                </a:solidFill>
              </a:rPr>
              <a:t>– delete before use</a:t>
            </a:r>
          </a:p>
        </p:txBody>
      </p:sp>
      <p:sp>
        <p:nvSpPr>
          <p:cNvPr id="18" name="Text Box 48">
            <a:extLst>
              <a:ext uri="{FF2B5EF4-FFF2-40B4-BE49-F238E27FC236}">
                <a16:creationId xmlns:a16="http://schemas.microsoft.com/office/drawing/2014/main" id="{91151374-92CC-87E1-F9AB-1D43CA0CBE4F}"/>
              </a:ext>
            </a:extLst>
          </p:cNvPr>
          <p:cNvSpPr txBox="1">
            <a:spLocks noChangeArrowheads="1"/>
          </p:cNvSpPr>
          <p:nvPr userDrawn="1"/>
        </p:nvSpPr>
        <p:spPr bwMode="auto">
          <a:xfrm>
            <a:off x="587376" y="1640495"/>
            <a:ext cx="1750290" cy="3876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600"/>
              </a:spcAft>
              <a:defRPr/>
            </a:pPr>
            <a:r>
              <a:rPr lang="en-GB" sz="1000" b="1" noProof="1">
                <a:solidFill>
                  <a:schemeClr val="tx1"/>
                </a:solidFill>
                <a:latin typeface="+mn-lt"/>
                <a:cs typeface="Arial" panose="020B0604020202020204" pitchFamily="34" charset="0"/>
              </a:rPr>
              <a:t>UCPH PowerPoint templates</a:t>
            </a:r>
            <a:br>
              <a:rPr lang="en-GB" sz="1000" b="1" noProof="1">
                <a:solidFill>
                  <a:schemeClr val="tx1"/>
                </a:solidFill>
                <a:latin typeface="+mn-lt"/>
                <a:cs typeface="Arial" panose="020B0604020202020204" pitchFamily="34" charset="0"/>
              </a:rPr>
            </a:br>
            <a:r>
              <a:rPr lang="en-GB" sz="800" dirty="0">
                <a:effectLst/>
                <a:latin typeface="+mj-lt"/>
                <a:ea typeface="Calibri" panose="020F0502020204030204" pitchFamily="34" charset="0"/>
                <a:cs typeface="Times New Roman" panose="02020603050405020304" pitchFamily="18" charset="0"/>
              </a:rPr>
              <a:t>When you open PowerPoint on your UCPH computer, </a:t>
            </a:r>
            <a:r>
              <a:rPr lang="en-GB" sz="800" kern="1200" dirty="0">
                <a:solidFill>
                  <a:schemeClr val="tx1"/>
                </a:solidFill>
                <a:effectLst/>
                <a:latin typeface="Arial" charset="0"/>
                <a:ea typeface="Calibri" panose="020F0502020204030204" pitchFamily="34" charset="0"/>
                <a:cs typeface="Times New Roman" panose="02020603050405020304" pitchFamily="18" charset="0"/>
              </a:rPr>
              <a:t>PowerPoint opens </a:t>
            </a:r>
            <a:r>
              <a:rPr lang="en-GB" sz="800" dirty="0">
                <a:effectLst/>
                <a:latin typeface="+mj-lt"/>
                <a:ea typeface="Calibri" panose="020F0502020204030204" pitchFamily="34" charset="0"/>
                <a:cs typeface="Times New Roman" panose="02020603050405020304" pitchFamily="18" charset="0"/>
              </a:rPr>
              <a:t>a template in 16:9 format with an English UCPH logo.</a:t>
            </a:r>
          </a:p>
          <a:p>
            <a:pPr eaLnBrk="1" hangingPunct="1">
              <a:spcAft>
                <a:spcPts val="600"/>
              </a:spcAft>
              <a:defRPr/>
            </a:pPr>
            <a:r>
              <a:rPr lang="en-GB" sz="800" dirty="0">
                <a:effectLst/>
                <a:latin typeface="+mj-lt"/>
                <a:ea typeface="Calibri" panose="020F0502020204030204" pitchFamily="34" charset="0"/>
                <a:cs typeface="Times New Roman" panose="02020603050405020304" pitchFamily="18" charset="0"/>
              </a:rPr>
              <a:t>When you click on the UCPH tab in the toolbar, click "Select Template" to choose between templates</a:t>
            </a:r>
          </a:p>
          <a:p>
            <a:pPr marL="88900" indent="-88900" eaLnBrk="1" hangingPunct="1">
              <a:spcAft>
                <a:spcPts val="600"/>
              </a:spcAft>
              <a:buFont typeface="Arial" panose="020B0604020202020204" pitchFamily="34" charset="0"/>
              <a:buChar char="•"/>
              <a:defRPr/>
            </a:pPr>
            <a:r>
              <a:rPr lang="en-GB" sz="800" dirty="0">
                <a:effectLst/>
                <a:latin typeface="+mj-lt"/>
                <a:ea typeface="Calibri" panose="020F0502020204030204" pitchFamily="34" charset="0"/>
                <a:cs typeface="Times New Roman" panose="02020603050405020304" pitchFamily="18" charset="0"/>
              </a:rPr>
              <a:t>in Danish and English </a:t>
            </a:r>
          </a:p>
          <a:p>
            <a:pPr marL="88900" indent="-88900" eaLnBrk="1" hangingPunct="1">
              <a:spcAft>
                <a:spcPts val="600"/>
              </a:spcAft>
              <a:buFont typeface="Arial" panose="020B0604020202020204" pitchFamily="34" charset="0"/>
              <a:buChar char="•"/>
              <a:defRPr/>
            </a:pPr>
            <a:r>
              <a:rPr lang="en-GB" sz="800" dirty="0">
                <a:effectLst/>
                <a:latin typeface="+mj-lt"/>
                <a:ea typeface="Calibri" panose="020F0502020204030204" pitchFamily="34" charset="0"/>
                <a:cs typeface="Times New Roman" panose="02020603050405020304" pitchFamily="18" charset="0"/>
              </a:rPr>
              <a:t>in 16:9 format</a:t>
            </a:r>
          </a:p>
          <a:p>
            <a:pPr marL="88900" indent="-88900" eaLnBrk="1" hangingPunct="1">
              <a:spcAft>
                <a:spcPts val="600"/>
              </a:spcAft>
              <a:buFont typeface="Arial" panose="020B0604020202020204" pitchFamily="34" charset="0"/>
              <a:buChar char="•"/>
              <a:defRPr/>
            </a:pPr>
            <a:r>
              <a:rPr lang="en-GB" sz="800" dirty="0">
                <a:effectLst/>
                <a:latin typeface="+mj-lt"/>
                <a:ea typeface="Calibri" panose="020F0502020204030204" pitchFamily="34" charset="0"/>
                <a:cs typeface="Times New Roman" panose="02020603050405020304" pitchFamily="18" charset="0"/>
              </a:rPr>
              <a:t>in "full" or “small" versions (in the full version there is an example of each slide type in the left-hand window)</a:t>
            </a:r>
          </a:p>
          <a:p>
            <a:pPr marL="88900" indent="-88900" eaLnBrk="1" hangingPunct="1">
              <a:spcAft>
                <a:spcPts val="600"/>
              </a:spcAft>
              <a:buFont typeface="Arial" panose="020B0604020202020204" pitchFamily="34" charset="0"/>
              <a:buChar char="•"/>
              <a:defRPr/>
            </a:pPr>
            <a:r>
              <a:rPr lang="en-GB" sz="800" dirty="0">
                <a:effectLst/>
                <a:latin typeface="+mj-lt"/>
                <a:ea typeface="Calibri" panose="020F0502020204030204" pitchFamily="34" charset="0"/>
                <a:cs typeface="Times New Roman" panose="02020603050405020304" pitchFamily="18" charset="0"/>
              </a:rPr>
              <a:t>as well as an example slide with text in English.</a:t>
            </a:r>
          </a:p>
          <a:p>
            <a:pPr>
              <a:lnSpc>
                <a:spcPct val="115000"/>
              </a:lnSpc>
              <a:spcAft>
                <a:spcPts val="1000"/>
              </a:spcAft>
            </a:pPr>
            <a:r>
              <a:rPr lang="en-GB" sz="800" dirty="0">
                <a:effectLst/>
                <a:latin typeface="+mj-lt"/>
                <a:ea typeface="Calibri" panose="020F0502020204030204" pitchFamily="34" charset="0"/>
                <a:cs typeface="Times New Roman" panose="02020603050405020304" pitchFamily="18" charset="0"/>
              </a:rPr>
              <a:t>If you use a 'full' version, you must delete the slides you do not want to use.</a:t>
            </a:r>
            <a:br>
              <a:rPr lang="en-GB" sz="800" dirty="0">
                <a:effectLst/>
                <a:latin typeface="+mj-lt"/>
                <a:ea typeface="Calibri" panose="020F0502020204030204" pitchFamily="34" charset="0"/>
                <a:cs typeface="Times New Roman" panose="02020603050405020304" pitchFamily="18" charset="0"/>
              </a:rPr>
            </a:br>
            <a:br>
              <a:rPr lang="en-GB" sz="800" dirty="0">
                <a:effectLst/>
                <a:latin typeface="+mj-lt"/>
                <a:ea typeface="Calibri" panose="020F0502020204030204" pitchFamily="34" charset="0"/>
                <a:cs typeface="Times New Roman" panose="02020603050405020304" pitchFamily="18" charset="0"/>
              </a:rPr>
            </a:br>
            <a:r>
              <a:rPr lang="en-GB" sz="800" dirty="0">
                <a:effectLst/>
                <a:latin typeface="+mj-lt"/>
                <a:ea typeface="Calibri" panose="020F0502020204030204" pitchFamily="34" charset="0"/>
                <a:cs typeface="Times New Roman" panose="02020603050405020304" pitchFamily="18" charset="0"/>
              </a:rPr>
              <a:t>Mac users and others can download PowerPoint templates at</a:t>
            </a:r>
          </a:p>
          <a:p>
            <a:pPr>
              <a:lnSpc>
                <a:spcPct val="115000"/>
              </a:lnSpc>
              <a:spcAft>
                <a:spcPts val="1000"/>
              </a:spcAft>
            </a:pPr>
            <a:r>
              <a:rPr lang="en-GB" sz="800" dirty="0">
                <a:solidFill>
                  <a:schemeClr val="accent4"/>
                </a:solidFill>
                <a:effectLst/>
                <a:latin typeface="+mj-lt"/>
                <a:ea typeface="Calibri" panose="020F050202020403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www.designguide.ku.dk/skabeloner/powerpoint/praesentationer/</a:t>
            </a:r>
            <a:endParaRPr lang="en-GB" sz="800" dirty="0">
              <a:solidFill>
                <a:schemeClr val="accent4"/>
              </a:solidFill>
              <a:effectLst/>
              <a:latin typeface="+mj-lt"/>
              <a:ea typeface="Calibri" panose="020F0502020204030204" pitchFamily="34" charset="0"/>
              <a:cs typeface="Times New Roman" panose="02020603050405020304" pitchFamily="18" charset="0"/>
            </a:endParaRPr>
          </a:p>
        </p:txBody>
      </p:sp>
      <p:sp>
        <p:nvSpPr>
          <p:cNvPr id="28" name="Text Box 48">
            <a:extLst>
              <a:ext uri="{FF2B5EF4-FFF2-40B4-BE49-F238E27FC236}">
                <a16:creationId xmlns:a16="http://schemas.microsoft.com/office/drawing/2014/main" id="{CC1000A9-67B6-3DBE-1556-907DFA8F39D9}"/>
              </a:ext>
            </a:extLst>
          </p:cNvPr>
          <p:cNvSpPr txBox="1">
            <a:spLocks noChangeArrowheads="1"/>
          </p:cNvSpPr>
          <p:nvPr userDrawn="1"/>
        </p:nvSpPr>
        <p:spPr bwMode="auto">
          <a:xfrm>
            <a:off x="2570384" y="3966227"/>
            <a:ext cx="1755548" cy="1763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en-GB" sz="1000" b="1" noProof="1">
                <a:solidFill>
                  <a:schemeClr val="tx1"/>
                </a:solidFill>
                <a:latin typeface="+mj-lt"/>
                <a:cs typeface="Arial" panose="020B0604020202020204" pitchFamily="34" charset="0"/>
              </a:rPr>
              <a:t>Insert your unit name (e.g. your department), page numbers and the date</a:t>
            </a:r>
            <a:br>
              <a:rPr lang="en-GB" sz="1000" b="1" noProof="1">
                <a:solidFill>
                  <a:schemeClr val="tx1"/>
                </a:solidFill>
                <a:latin typeface="+mj-lt"/>
                <a:cs typeface="Arial" panose="020B0604020202020204" pitchFamily="34" charset="0"/>
              </a:rPr>
            </a:br>
            <a:r>
              <a:rPr lang="en-GB" sz="800" b="1" dirty="0">
                <a:effectLst/>
                <a:latin typeface="+mj-lt"/>
                <a:ea typeface="Calibri" panose="020F0502020204030204" pitchFamily="34" charset="0"/>
                <a:cs typeface="Times New Roman" panose="02020603050405020304" pitchFamily="18" charset="0"/>
              </a:rPr>
              <a:t>1. </a:t>
            </a:r>
            <a:r>
              <a:rPr lang="en-GB" sz="800" dirty="0">
                <a:effectLst/>
                <a:latin typeface="+mj-lt"/>
                <a:ea typeface="Calibri" panose="020F0502020204030204" pitchFamily="34" charset="0"/>
                <a:cs typeface="Times New Roman" panose="02020603050405020304" pitchFamily="18" charset="0"/>
              </a:rPr>
              <a:t>Click on </a:t>
            </a:r>
            <a:r>
              <a:rPr lang="en-GB" sz="800" b="1" dirty="0">
                <a:effectLst/>
                <a:latin typeface="+mj-lt"/>
                <a:ea typeface="Calibri" panose="020F0502020204030204" pitchFamily="34" charset="0"/>
                <a:cs typeface="Times New Roman" panose="02020603050405020304" pitchFamily="18" charset="0"/>
              </a:rPr>
              <a:t>Insert</a:t>
            </a:r>
            <a:r>
              <a:rPr lang="en-GB" sz="800" dirty="0">
                <a:effectLst/>
                <a:latin typeface="+mj-lt"/>
                <a:ea typeface="Calibri" panose="020F0502020204030204" pitchFamily="34" charset="0"/>
                <a:cs typeface="Times New Roman" panose="02020603050405020304" pitchFamily="18" charset="0"/>
              </a:rPr>
              <a:t> in the top menu</a:t>
            </a:r>
          </a:p>
          <a:p>
            <a:pPr>
              <a:lnSpc>
                <a:spcPct val="90000"/>
              </a:lnSpc>
              <a:spcAft>
                <a:spcPts val="1000"/>
              </a:spcAft>
            </a:pPr>
            <a:r>
              <a:rPr lang="en-GB" sz="800" b="1" dirty="0">
                <a:effectLst/>
                <a:latin typeface="+mj-lt"/>
                <a:ea typeface="Calibri" panose="020F0502020204030204" pitchFamily="34" charset="0"/>
                <a:cs typeface="Times New Roman" panose="02020603050405020304" pitchFamily="18" charset="0"/>
              </a:rPr>
              <a:t>2. </a:t>
            </a:r>
            <a:r>
              <a:rPr lang="en-GB" sz="800" dirty="0">
                <a:effectLst/>
                <a:latin typeface="+mj-lt"/>
                <a:ea typeface="Calibri" panose="020F0502020204030204" pitchFamily="34" charset="0"/>
                <a:cs typeface="Times New Roman" panose="02020603050405020304" pitchFamily="18" charset="0"/>
              </a:rPr>
              <a:t>Select </a:t>
            </a:r>
            <a:r>
              <a:rPr lang="en-GB" sz="800" b="1" dirty="0">
                <a:effectLst/>
                <a:latin typeface="+mj-lt"/>
                <a:ea typeface="Calibri" panose="020F0502020204030204" pitchFamily="34" charset="0"/>
                <a:cs typeface="Times New Roman" panose="02020603050405020304" pitchFamily="18" charset="0"/>
              </a:rPr>
              <a:t>Header and Footer</a:t>
            </a:r>
          </a:p>
          <a:p>
            <a:pPr>
              <a:lnSpc>
                <a:spcPct val="90000"/>
              </a:lnSpc>
              <a:spcAft>
                <a:spcPts val="1000"/>
              </a:spcAft>
            </a:pPr>
            <a:r>
              <a:rPr lang="en-GB" sz="800" b="1" dirty="0">
                <a:effectLst/>
                <a:latin typeface="+mj-lt"/>
                <a:ea typeface="Calibri" panose="020F0502020204030204" pitchFamily="34" charset="0"/>
                <a:cs typeface="Times New Roman" panose="02020603050405020304" pitchFamily="18" charset="0"/>
              </a:rPr>
              <a:t>3. </a:t>
            </a:r>
            <a:r>
              <a:rPr lang="en-GB" sz="800" dirty="0">
                <a:effectLst/>
                <a:latin typeface="+mj-lt"/>
                <a:ea typeface="Calibri" panose="020F0502020204030204" pitchFamily="34" charset="0"/>
                <a:cs typeface="Times New Roman" panose="02020603050405020304" pitchFamily="18" charset="0"/>
              </a:rPr>
              <a:t>Fill in the fields</a:t>
            </a:r>
          </a:p>
          <a:p>
            <a:pPr>
              <a:lnSpc>
                <a:spcPct val="90000"/>
              </a:lnSpc>
              <a:spcAft>
                <a:spcPts val="1000"/>
              </a:spcAft>
            </a:pPr>
            <a:r>
              <a:rPr lang="en-GB" sz="800" b="1" dirty="0">
                <a:effectLst/>
                <a:latin typeface="+mj-lt"/>
                <a:ea typeface="Calibri" panose="020F0502020204030204" pitchFamily="34" charset="0"/>
                <a:cs typeface="Times New Roman" panose="02020603050405020304" pitchFamily="18" charset="0"/>
              </a:rPr>
              <a:t>4. </a:t>
            </a:r>
            <a:r>
              <a:rPr lang="en-GB" sz="800" dirty="0">
                <a:effectLst/>
                <a:latin typeface="+mj-lt"/>
                <a:ea typeface="Calibri" panose="020F0502020204030204" pitchFamily="34" charset="0"/>
                <a:cs typeface="Times New Roman" panose="02020603050405020304" pitchFamily="18" charset="0"/>
              </a:rPr>
              <a:t>Select </a:t>
            </a:r>
            <a:r>
              <a:rPr lang="en-GB" sz="800" b="1" dirty="0">
                <a:effectLst/>
                <a:latin typeface="+mj-lt"/>
                <a:ea typeface="Calibri" panose="020F0502020204030204" pitchFamily="34" charset="0"/>
                <a:cs typeface="Times New Roman" panose="02020603050405020304" pitchFamily="18" charset="0"/>
              </a:rPr>
              <a:t>Apply</a:t>
            </a:r>
            <a:r>
              <a:rPr lang="en-GB" sz="800" dirty="0">
                <a:effectLst/>
                <a:latin typeface="+mj-lt"/>
                <a:ea typeface="Calibri" panose="020F0502020204030204" pitchFamily="34" charset="0"/>
                <a:cs typeface="Times New Roman" panose="02020603050405020304" pitchFamily="18" charset="0"/>
              </a:rPr>
              <a:t> </a:t>
            </a:r>
            <a:r>
              <a:rPr lang="en-GB" sz="800" b="1" dirty="0">
                <a:effectLst/>
                <a:latin typeface="+mj-lt"/>
                <a:ea typeface="Calibri" panose="020F0502020204030204" pitchFamily="34" charset="0"/>
                <a:cs typeface="Times New Roman" panose="02020603050405020304" pitchFamily="18" charset="0"/>
              </a:rPr>
              <a:t>to all </a:t>
            </a:r>
            <a:r>
              <a:rPr lang="en-GB" sz="800" dirty="0">
                <a:effectLst/>
                <a:latin typeface="+mj-lt"/>
                <a:ea typeface="Calibri" panose="020F0502020204030204" pitchFamily="34" charset="0"/>
                <a:cs typeface="Times New Roman" panose="02020603050405020304" pitchFamily="18" charset="0"/>
              </a:rPr>
              <a:t>or </a:t>
            </a:r>
            <a:r>
              <a:rPr lang="en-GB" sz="800" b="1" dirty="0">
                <a:effectLst/>
                <a:latin typeface="+mj-lt"/>
                <a:ea typeface="Calibri" panose="020F0502020204030204" pitchFamily="34" charset="0"/>
                <a:cs typeface="Times New Roman" panose="02020603050405020304" pitchFamily="18" charset="0"/>
              </a:rPr>
              <a:t>Apply</a:t>
            </a:r>
            <a:r>
              <a:rPr lang="en-GB" sz="800" dirty="0">
                <a:effectLst/>
                <a:latin typeface="+mj-lt"/>
                <a:ea typeface="Calibri" panose="020F0502020204030204" pitchFamily="34" charset="0"/>
                <a:cs typeface="Times New Roman" panose="02020603050405020304" pitchFamily="18" charset="0"/>
              </a:rPr>
              <a:t> if it is only to be used on a single slide</a:t>
            </a:r>
          </a:p>
          <a:p>
            <a:pPr>
              <a:lnSpc>
                <a:spcPct val="90000"/>
              </a:lnSpc>
              <a:spcAft>
                <a:spcPts val="1000"/>
              </a:spcAft>
            </a:pPr>
            <a:r>
              <a:rPr lang="en-GB" sz="800" dirty="0">
                <a:effectLst/>
                <a:latin typeface="+mj-lt"/>
                <a:ea typeface="Calibri" panose="020F0502020204030204" pitchFamily="34" charset="0"/>
                <a:cs typeface="Times New Roman" panose="02020603050405020304" pitchFamily="18" charset="0"/>
              </a:rPr>
              <a:t>The information goes on the right-hand side of the page in the grey top bar.</a:t>
            </a:r>
          </a:p>
        </p:txBody>
      </p:sp>
      <p:sp>
        <p:nvSpPr>
          <p:cNvPr id="30" name="Text Box 48">
            <a:extLst>
              <a:ext uri="{FF2B5EF4-FFF2-40B4-BE49-F238E27FC236}">
                <a16:creationId xmlns:a16="http://schemas.microsoft.com/office/drawing/2014/main" id="{57AF5228-50BD-AF36-C290-EB6F54DA4AEB}"/>
              </a:ext>
            </a:extLst>
          </p:cNvPr>
          <p:cNvSpPr txBox="1">
            <a:spLocks noChangeArrowheads="1"/>
          </p:cNvSpPr>
          <p:nvPr userDrawn="1"/>
        </p:nvSpPr>
        <p:spPr bwMode="auto">
          <a:xfrm>
            <a:off x="587375" y="5688880"/>
            <a:ext cx="189959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600"/>
              </a:spcAft>
              <a:defRPr/>
            </a:pPr>
            <a:r>
              <a:rPr lang="en-GB" sz="1000" b="1" noProof="1">
                <a:solidFill>
                  <a:schemeClr val="tx1"/>
                </a:solidFill>
                <a:latin typeface="+mn-lt"/>
                <a:cs typeface="Arial" panose="020B0604020202020204" pitchFamily="34" charset="0"/>
              </a:rPr>
              <a:t>Create a new slide (2010 + 2013 and 2016 version) </a:t>
            </a:r>
            <a:br>
              <a:rPr lang="en-GB" sz="1000" b="1" noProof="1">
                <a:solidFill>
                  <a:schemeClr val="tx1"/>
                </a:solidFill>
                <a:latin typeface="+mn-lt"/>
                <a:cs typeface="Arial" panose="020B0604020202020204" pitchFamily="34" charset="0"/>
              </a:rPr>
            </a:br>
            <a:r>
              <a:rPr lang="en-GB" altLang="da-DK" sz="800" b="1" noProof="1">
                <a:solidFill>
                  <a:schemeClr val="tx1"/>
                </a:solidFill>
                <a:latin typeface="+mn-lt"/>
                <a:cs typeface="Arial" panose="020B0604020202020204" pitchFamily="34" charset="0"/>
              </a:rPr>
              <a:t>1. </a:t>
            </a:r>
            <a:r>
              <a:rPr lang="en-GB" altLang="da-DK" sz="800" b="0" noProof="1">
                <a:solidFill>
                  <a:schemeClr val="tx1"/>
                </a:solidFill>
                <a:latin typeface="+mn-lt"/>
                <a:cs typeface="Arial" panose="020B0604020202020204" pitchFamily="34" charset="0"/>
              </a:rPr>
              <a:t>Click on </a:t>
            </a:r>
            <a:r>
              <a:rPr lang="en-GB" altLang="da-DK" sz="800" b="1" noProof="1">
                <a:solidFill>
                  <a:schemeClr val="tx1"/>
                </a:solidFill>
                <a:latin typeface="+mn-lt"/>
                <a:cs typeface="Arial" panose="020B0604020202020204" pitchFamily="34" charset="0"/>
              </a:rPr>
              <a:t>Home</a:t>
            </a:r>
          </a:p>
        </p:txBody>
      </p:sp>
      <p:pic>
        <p:nvPicPr>
          <p:cNvPr id="32" name="Billede 40">
            <a:extLst>
              <a:ext uri="{FF2B5EF4-FFF2-40B4-BE49-F238E27FC236}">
                <a16:creationId xmlns:a16="http://schemas.microsoft.com/office/drawing/2014/main" id="{47DEC83E-2557-C64A-8710-5E90C5500CCC}"/>
              </a:ext>
            </a:extLst>
          </p:cNvPr>
          <p:cNvPicPr>
            <a:picLocks noChangeAspect="1"/>
          </p:cNvPicPr>
          <p:nvPr userDrawn="1"/>
        </p:nvPicPr>
        <p:blipFill rotWithShape="1">
          <a:blip r:embed="rId3"/>
          <a:srcRect l="36944" r="2272" b="69429"/>
          <a:stretch/>
        </p:blipFill>
        <p:spPr>
          <a:xfrm>
            <a:off x="4157637" y="2896656"/>
            <a:ext cx="395416" cy="126627"/>
          </a:xfrm>
          <a:prstGeom prst="rect">
            <a:avLst/>
          </a:prstGeom>
        </p:spPr>
      </p:pic>
      <p:sp>
        <p:nvSpPr>
          <p:cNvPr id="34" name="Text Box 48">
            <a:extLst>
              <a:ext uri="{FF2B5EF4-FFF2-40B4-BE49-F238E27FC236}">
                <a16:creationId xmlns:a16="http://schemas.microsoft.com/office/drawing/2014/main" id="{296B2A40-51DD-3C24-64B4-9C261EFED2FF}"/>
              </a:ext>
            </a:extLst>
          </p:cNvPr>
          <p:cNvSpPr txBox="1">
            <a:spLocks noChangeArrowheads="1"/>
          </p:cNvSpPr>
          <p:nvPr userDrawn="1"/>
        </p:nvSpPr>
        <p:spPr bwMode="auto">
          <a:xfrm>
            <a:off x="2570384" y="2582327"/>
            <a:ext cx="1624241"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600"/>
              </a:spcAft>
              <a:defRPr/>
            </a:pPr>
            <a:r>
              <a:rPr lang="en-GB" sz="1000" b="1" noProof="1">
                <a:solidFill>
                  <a:schemeClr val="tx1"/>
                </a:solidFill>
                <a:latin typeface="+mn-lt"/>
                <a:cs typeface="Arial" panose="020B0604020202020204" pitchFamily="34" charset="0"/>
              </a:rPr>
              <a:t>Replace slide type</a:t>
            </a:r>
            <a:br>
              <a:rPr lang="en-GB" sz="1000" b="1" noProof="1">
                <a:solidFill>
                  <a:schemeClr val="tx1"/>
                </a:solidFill>
                <a:latin typeface="+mn-lt"/>
                <a:cs typeface="Arial" panose="020B0604020202020204" pitchFamily="34" charset="0"/>
              </a:rPr>
            </a:br>
            <a:r>
              <a:rPr lang="en-GB" altLang="da-DK" sz="800" b="1" noProof="1">
                <a:solidFill>
                  <a:schemeClr val="tx1"/>
                </a:solidFill>
                <a:latin typeface="+mn-lt"/>
                <a:cs typeface="Arial" panose="020B0604020202020204" pitchFamily="34" charset="0"/>
              </a:rPr>
              <a:t>1. </a:t>
            </a:r>
            <a:r>
              <a:rPr lang="en-GB" altLang="da-DK" sz="800" noProof="1">
                <a:solidFill>
                  <a:schemeClr val="tx1"/>
                </a:solidFill>
                <a:latin typeface="+mn-lt"/>
                <a:cs typeface="Arial" panose="020B0604020202020204" pitchFamily="34" charset="0"/>
              </a:rPr>
              <a:t>Click on </a:t>
            </a:r>
            <a:r>
              <a:rPr lang="en-GB" altLang="da-DK" sz="800" b="1" noProof="1">
                <a:solidFill>
                  <a:schemeClr val="tx1"/>
                </a:solidFill>
                <a:latin typeface="+mn-lt"/>
                <a:cs typeface="Arial" panose="020B0604020202020204" pitchFamily="34" charset="0"/>
              </a:rPr>
              <a:t>Home</a:t>
            </a:r>
          </a:p>
          <a:p>
            <a:pPr eaLnBrk="1" hangingPunct="1">
              <a:spcAft>
                <a:spcPts val="600"/>
              </a:spcAft>
              <a:defRPr/>
            </a:pPr>
            <a:r>
              <a:rPr lang="en-GB" altLang="da-DK" sz="800" b="1" noProof="1">
                <a:solidFill>
                  <a:schemeClr val="tx1"/>
                </a:solidFill>
                <a:latin typeface="+mn-lt"/>
                <a:cs typeface="Arial" panose="020B0604020202020204" pitchFamily="34" charset="0"/>
              </a:rPr>
              <a:t>2.</a:t>
            </a:r>
            <a:r>
              <a:rPr lang="en-GB" altLang="da-DK" sz="800" b="1" baseline="0" noProof="1">
                <a:solidFill>
                  <a:schemeClr val="tx1"/>
                </a:solidFill>
                <a:latin typeface="+mn-lt"/>
                <a:cs typeface="Arial" panose="020B0604020202020204" pitchFamily="34" charset="0"/>
              </a:rPr>
              <a:t> </a:t>
            </a:r>
            <a:r>
              <a:rPr lang="en-GB" altLang="da-DK" sz="800" baseline="0" noProof="1">
                <a:solidFill>
                  <a:schemeClr val="tx1"/>
                </a:solidFill>
                <a:latin typeface="+mn-lt"/>
                <a:cs typeface="Arial" panose="020B0604020202020204" pitchFamily="34" charset="0"/>
              </a:rPr>
              <a:t>Select </a:t>
            </a:r>
            <a:r>
              <a:rPr lang="en-GB" altLang="da-DK" sz="800" b="1" baseline="0" noProof="1">
                <a:solidFill>
                  <a:schemeClr val="tx1"/>
                </a:solidFill>
                <a:latin typeface="+mn-lt"/>
                <a:cs typeface="Arial" panose="020B0604020202020204" pitchFamily="34" charset="0"/>
              </a:rPr>
              <a:t>Layout</a:t>
            </a:r>
            <a:r>
              <a:rPr lang="en-GB" altLang="da-DK" sz="800" baseline="0" noProof="1">
                <a:solidFill>
                  <a:schemeClr val="tx1"/>
                </a:solidFill>
                <a:latin typeface="+mn-lt"/>
                <a:cs typeface="Arial" panose="020B0604020202020204" pitchFamily="34" charset="0"/>
              </a:rPr>
              <a:t> to change the layout of your current slide.</a:t>
            </a:r>
          </a:p>
        </p:txBody>
      </p:sp>
      <p:sp>
        <p:nvSpPr>
          <p:cNvPr id="36" name="Text Box 48">
            <a:extLst>
              <a:ext uri="{FF2B5EF4-FFF2-40B4-BE49-F238E27FC236}">
                <a16:creationId xmlns:a16="http://schemas.microsoft.com/office/drawing/2014/main" id="{26A5352B-2D88-0049-FF68-7A3677982A27}"/>
              </a:ext>
            </a:extLst>
          </p:cNvPr>
          <p:cNvSpPr txBox="1">
            <a:spLocks noChangeArrowheads="1"/>
          </p:cNvSpPr>
          <p:nvPr userDrawn="1"/>
        </p:nvSpPr>
        <p:spPr bwMode="auto">
          <a:xfrm>
            <a:off x="2570384" y="3315092"/>
            <a:ext cx="163462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600"/>
              </a:spcAft>
              <a:defRPr/>
            </a:pPr>
            <a:r>
              <a:rPr lang="en-GB" sz="1000" b="1" noProof="1">
                <a:solidFill>
                  <a:schemeClr val="tx1"/>
                </a:solidFill>
                <a:latin typeface="+mn-lt"/>
                <a:cs typeface="Arial" panose="020B0604020202020204" pitchFamily="34" charset="0"/>
              </a:rPr>
              <a:t>Font</a:t>
            </a:r>
            <a:br>
              <a:rPr lang="en-GB" sz="1000" b="1" noProof="1">
                <a:solidFill>
                  <a:schemeClr val="tx1"/>
                </a:solidFill>
                <a:latin typeface="+mn-lt"/>
                <a:cs typeface="Arial" panose="020B0604020202020204" pitchFamily="34" charset="0"/>
              </a:rPr>
            </a:br>
            <a:r>
              <a:rPr lang="en-GB" altLang="da-DK" sz="800" b="0" noProof="1">
                <a:solidFill>
                  <a:schemeClr val="tx1"/>
                </a:solidFill>
                <a:latin typeface="+mn-lt"/>
                <a:cs typeface="Arial" panose="020B0604020202020204" pitchFamily="34" charset="0"/>
              </a:rPr>
              <a:t>UCPH uses the font Microsoft New Tai Lue in PowerPoint.</a:t>
            </a:r>
            <a:endParaRPr lang="en-GB" altLang="da-DK" sz="800" b="0" baseline="0" noProof="1">
              <a:solidFill>
                <a:schemeClr val="tx1"/>
              </a:solidFill>
              <a:latin typeface="+mn-lt"/>
              <a:cs typeface="Arial" panose="020B0604020202020204" pitchFamily="34" charset="0"/>
            </a:endParaRPr>
          </a:p>
        </p:txBody>
      </p:sp>
      <p:sp>
        <p:nvSpPr>
          <p:cNvPr id="38" name="Text Box 48">
            <a:extLst>
              <a:ext uri="{FF2B5EF4-FFF2-40B4-BE49-F238E27FC236}">
                <a16:creationId xmlns:a16="http://schemas.microsoft.com/office/drawing/2014/main" id="{F1FD1FCB-14AB-C8C8-E3B6-3A9C2354347E}"/>
              </a:ext>
            </a:extLst>
          </p:cNvPr>
          <p:cNvSpPr txBox="1">
            <a:spLocks noChangeArrowheads="1"/>
          </p:cNvSpPr>
          <p:nvPr userDrawn="1"/>
        </p:nvSpPr>
        <p:spPr bwMode="auto">
          <a:xfrm>
            <a:off x="4739114" y="1627125"/>
            <a:ext cx="1634624" cy="2339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en-GB" sz="1000" b="1" noProof="1">
                <a:solidFill>
                  <a:schemeClr val="tx1"/>
                </a:solidFill>
                <a:latin typeface="+mj-lt"/>
                <a:cs typeface="Arial" panose="020B0604020202020204" pitchFamily="34" charset="0"/>
              </a:rPr>
              <a:t>Gridliness and Guides</a:t>
            </a:r>
            <a:br>
              <a:rPr lang="en-GB" sz="1000" b="1" noProof="1">
                <a:solidFill>
                  <a:schemeClr val="tx1"/>
                </a:solidFill>
                <a:latin typeface="+mj-lt"/>
                <a:cs typeface="Arial" panose="020B0604020202020204" pitchFamily="34" charset="0"/>
              </a:rPr>
            </a:br>
            <a:r>
              <a:rPr lang="en-GB" sz="800" b="0" noProof="1">
                <a:solidFill>
                  <a:schemeClr val="tx1"/>
                </a:solidFill>
                <a:latin typeface="+mj-lt"/>
                <a:cs typeface="Arial" panose="020B0604020202020204" pitchFamily="34" charset="0"/>
              </a:rPr>
              <a:t>To see gridlines and guides</a:t>
            </a:r>
          </a:p>
          <a:p>
            <a:pPr marL="0" indent="0" eaLnBrk="1" hangingPunct="1">
              <a:lnSpc>
                <a:spcPct val="90000"/>
              </a:lnSpc>
              <a:spcAft>
                <a:spcPts val="600"/>
              </a:spcAft>
              <a:buNone/>
              <a:defRPr/>
            </a:pPr>
            <a:r>
              <a:rPr lang="en-GB" sz="800" b="1" noProof="1">
                <a:solidFill>
                  <a:schemeClr val="tx1"/>
                </a:solidFill>
                <a:latin typeface="+mj-lt"/>
                <a:cs typeface="Arial" panose="020B0604020202020204" pitchFamily="34" charset="0"/>
              </a:rPr>
              <a:t>1. </a:t>
            </a:r>
            <a:r>
              <a:rPr lang="en-GB" sz="800" b="0" noProof="1">
                <a:solidFill>
                  <a:schemeClr val="tx1"/>
                </a:solidFill>
                <a:latin typeface="+mj-lt"/>
                <a:cs typeface="Arial" panose="020B0604020202020204" pitchFamily="34" charset="0"/>
              </a:rPr>
              <a:t>Click on </a:t>
            </a:r>
            <a:r>
              <a:rPr lang="en-GB" sz="800" b="1" noProof="1">
                <a:solidFill>
                  <a:schemeClr val="tx1"/>
                </a:solidFill>
                <a:latin typeface="+mj-lt"/>
                <a:cs typeface="Arial" panose="020B0604020202020204" pitchFamily="34" charset="0"/>
              </a:rPr>
              <a:t>View</a:t>
            </a:r>
          </a:p>
          <a:p>
            <a:pPr marL="0" indent="0" eaLnBrk="1" hangingPunct="1">
              <a:lnSpc>
                <a:spcPct val="90000"/>
              </a:lnSpc>
              <a:spcAft>
                <a:spcPts val="600"/>
              </a:spcAft>
              <a:buNone/>
              <a:defRPr/>
            </a:pPr>
            <a:r>
              <a:rPr lang="en-GB" sz="800" b="1" noProof="1">
                <a:solidFill>
                  <a:schemeClr val="tx1"/>
                </a:solidFill>
                <a:latin typeface="+mj-lt"/>
                <a:cs typeface="Arial" panose="020B0604020202020204" pitchFamily="34" charset="0"/>
              </a:rPr>
              <a:t>2. </a:t>
            </a:r>
            <a:r>
              <a:rPr lang="en-GB" sz="800" b="0" noProof="1">
                <a:solidFill>
                  <a:schemeClr val="tx1"/>
                </a:solidFill>
                <a:latin typeface="+mj-lt"/>
                <a:cs typeface="Arial" panose="020B0604020202020204" pitchFamily="34" charset="0"/>
              </a:rPr>
              <a:t>Select </a:t>
            </a:r>
            <a:r>
              <a:rPr lang="en-GB" sz="800" b="1" noProof="1">
                <a:solidFill>
                  <a:schemeClr val="tx1"/>
                </a:solidFill>
                <a:latin typeface="+mj-lt"/>
                <a:cs typeface="Arial" panose="020B0604020202020204" pitchFamily="34" charset="0"/>
              </a:rPr>
              <a:t>Gridlines</a:t>
            </a:r>
            <a:r>
              <a:rPr lang="en-GB" sz="800" b="0" noProof="1">
                <a:solidFill>
                  <a:schemeClr val="tx1"/>
                </a:solidFill>
                <a:latin typeface="+mj-lt"/>
                <a:cs typeface="Arial" panose="020B0604020202020204" pitchFamily="34" charset="0"/>
              </a:rPr>
              <a:t> and/or </a:t>
            </a:r>
            <a:r>
              <a:rPr lang="en-GB" sz="800" b="1" noProof="1">
                <a:solidFill>
                  <a:schemeClr val="tx1"/>
                </a:solidFill>
                <a:latin typeface="+mj-lt"/>
                <a:cs typeface="Arial" panose="020B0604020202020204" pitchFamily="34" charset="0"/>
              </a:rPr>
              <a:t>Guides</a:t>
            </a: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To establish additional gridlines and guides</a:t>
            </a:r>
          </a:p>
          <a:p>
            <a:pPr eaLnBrk="1" hangingPunct="1">
              <a:lnSpc>
                <a:spcPct val="90000"/>
              </a:lnSpc>
              <a:spcAft>
                <a:spcPts val="600"/>
              </a:spcAft>
              <a:defRPr/>
            </a:pPr>
            <a:r>
              <a:rPr lang="en-GB" sz="800" b="1" noProof="1">
                <a:solidFill>
                  <a:schemeClr val="tx1"/>
                </a:solidFill>
                <a:latin typeface="+mj-lt"/>
                <a:cs typeface="Arial" panose="020B0604020202020204" pitchFamily="34" charset="0"/>
              </a:rPr>
              <a:t>1. </a:t>
            </a:r>
            <a:r>
              <a:rPr lang="en-GB" sz="800" b="0" noProof="1">
                <a:solidFill>
                  <a:schemeClr val="tx1"/>
                </a:solidFill>
                <a:latin typeface="+mj-lt"/>
                <a:cs typeface="Arial" panose="020B0604020202020204" pitchFamily="34" charset="0"/>
              </a:rPr>
              <a:t>Hover the mouse over an existing gridline and click on the line (coordinates of the line are displayed)</a:t>
            </a:r>
          </a:p>
          <a:p>
            <a:pPr eaLnBrk="1" hangingPunct="1">
              <a:lnSpc>
                <a:spcPct val="90000"/>
              </a:lnSpc>
              <a:spcAft>
                <a:spcPts val="600"/>
              </a:spcAft>
              <a:defRPr/>
            </a:pPr>
            <a:r>
              <a:rPr lang="en-GB" sz="800" b="1" noProof="1">
                <a:solidFill>
                  <a:schemeClr val="tx1"/>
                </a:solidFill>
                <a:latin typeface="+mj-lt"/>
                <a:cs typeface="Arial" panose="020B0604020202020204" pitchFamily="34" charset="0"/>
              </a:rPr>
              <a:t>2. </a:t>
            </a:r>
            <a:r>
              <a:rPr lang="en-GB" sz="800" b="0" noProof="1">
                <a:solidFill>
                  <a:schemeClr val="tx1"/>
                </a:solidFill>
                <a:latin typeface="+mj-lt"/>
                <a:cs typeface="Arial" panose="020B0604020202020204" pitchFamily="34" charset="0"/>
              </a:rPr>
              <a:t>Hold down the </a:t>
            </a:r>
            <a:r>
              <a:rPr lang="en-GB" sz="800" b="1" noProof="1">
                <a:solidFill>
                  <a:schemeClr val="tx1"/>
                </a:solidFill>
                <a:latin typeface="+mj-lt"/>
                <a:cs typeface="Arial" panose="020B0604020202020204" pitchFamily="34" charset="0"/>
              </a:rPr>
              <a:t>CTRL key </a:t>
            </a:r>
            <a:r>
              <a:rPr lang="en-GB" sz="800" b="0" noProof="1">
                <a:solidFill>
                  <a:schemeClr val="tx1"/>
                </a:solidFill>
                <a:latin typeface="+mj-lt"/>
                <a:cs typeface="Arial" panose="020B0604020202020204" pitchFamily="34" charset="0"/>
              </a:rPr>
              <a:t>while you move the location of the line (adds a new line).</a:t>
            </a:r>
          </a:p>
          <a:p>
            <a:pPr eaLnBrk="1" hangingPunct="1">
              <a:lnSpc>
                <a:spcPct val="90000"/>
              </a:lnSpc>
              <a:spcAft>
                <a:spcPts val="600"/>
              </a:spcAft>
              <a:defRPr/>
            </a:pPr>
            <a:r>
              <a:rPr lang="en-GB" sz="800" b="1" noProof="1">
                <a:solidFill>
                  <a:schemeClr val="tx1"/>
                </a:solidFill>
                <a:latin typeface="+mj-lt"/>
                <a:cs typeface="Arial" panose="020B0604020202020204" pitchFamily="34" charset="0"/>
              </a:rPr>
              <a:t>Tip: </a:t>
            </a:r>
            <a:r>
              <a:rPr lang="en-GB" sz="800" b="0" noProof="1">
                <a:solidFill>
                  <a:schemeClr val="tx1"/>
                </a:solidFill>
                <a:latin typeface="+mj-lt"/>
                <a:cs typeface="Arial" panose="020B0604020202020204" pitchFamily="34" charset="0"/>
              </a:rPr>
              <a:t>Press Alt + F9 for a rapid display of gridlines</a:t>
            </a:r>
          </a:p>
        </p:txBody>
      </p:sp>
      <p:sp>
        <p:nvSpPr>
          <p:cNvPr id="40" name="Text Box 48">
            <a:extLst>
              <a:ext uri="{FF2B5EF4-FFF2-40B4-BE49-F238E27FC236}">
                <a16:creationId xmlns:a16="http://schemas.microsoft.com/office/drawing/2014/main" id="{C4D76095-C685-6F22-B51D-0AFAF348C4C3}"/>
              </a:ext>
            </a:extLst>
          </p:cNvPr>
          <p:cNvSpPr txBox="1">
            <a:spLocks noChangeArrowheads="1"/>
          </p:cNvSpPr>
          <p:nvPr userDrawn="1"/>
        </p:nvSpPr>
        <p:spPr bwMode="auto">
          <a:xfrm>
            <a:off x="4728822" y="4141417"/>
            <a:ext cx="1634624" cy="2145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en-GB" sz="1000" b="1" noProof="1">
                <a:solidFill>
                  <a:schemeClr val="tx1"/>
                </a:solidFill>
                <a:latin typeface="+mj-lt"/>
                <a:cs typeface="Arial" panose="020B0604020202020204" pitchFamily="34" charset="0"/>
              </a:rPr>
              <a:t>Insert picture</a:t>
            </a:r>
            <a:br>
              <a:rPr lang="en-GB" sz="1000" b="1" noProof="1">
                <a:solidFill>
                  <a:schemeClr val="tx1"/>
                </a:solidFill>
                <a:latin typeface="+mj-lt"/>
                <a:cs typeface="Arial" panose="020B0604020202020204" pitchFamily="34" charset="0"/>
              </a:rPr>
            </a:br>
            <a:r>
              <a:rPr lang="en-GB" sz="800" b="0" noProof="1">
                <a:solidFill>
                  <a:schemeClr val="tx1"/>
                </a:solidFill>
                <a:latin typeface="+mj-lt"/>
                <a:cs typeface="Arial" panose="020B0604020202020204" pitchFamily="34" charset="0"/>
              </a:rPr>
              <a:t>On layouts with picture placeholders: Click the icon and select </a:t>
            </a:r>
            <a:r>
              <a:rPr lang="en-GB" sz="800" b="1" noProof="1">
                <a:solidFill>
                  <a:schemeClr val="tx1"/>
                </a:solidFill>
                <a:latin typeface="+mj-lt"/>
                <a:cs typeface="Arial" panose="020B0604020202020204" pitchFamily="34" charset="0"/>
              </a:rPr>
              <a:t>Insert</a:t>
            </a: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The text  ”Clik here to insert image” will not be visible in presentation mode.</a:t>
            </a: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You can find UCPH-images, which are adapted to and minimised to 16:9 format via this link: </a:t>
            </a:r>
            <a:br>
              <a:rPr lang="en-GB" sz="800" b="0" noProof="1">
                <a:solidFill>
                  <a:schemeClr val="tx1"/>
                </a:solidFill>
                <a:latin typeface="+mj-lt"/>
                <a:cs typeface="Arial" panose="020B0604020202020204" pitchFamily="34" charset="0"/>
              </a:rPr>
            </a:br>
            <a:r>
              <a:rPr lang="en-GB" sz="800" b="0" noProof="1">
                <a:solidFill>
                  <a:schemeClr val="tx1"/>
                </a:solidFill>
                <a:latin typeface="+mj-lt"/>
                <a:cs typeface="Arial" panose="020B0604020202020204" pitchFamily="34" charset="0"/>
              </a:rPr>
              <a:t> </a:t>
            </a:r>
            <a:r>
              <a:rPr lang="en-GB" sz="800" b="0" noProof="1">
                <a:solidFill>
                  <a:schemeClr val="accent4"/>
                </a:solidFill>
                <a:latin typeface="+mj-lt"/>
                <a:cs typeface="Arial" panose="020B0604020202020204" pitchFamily="34" charset="0"/>
                <a:hlinkClick r:id="rId4">
                  <a:extLst>
                    <a:ext uri="{A12FA001-AC4F-418D-AE19-62706E023703}">
                      <ahyp:hlinkClr xmlns:ahyp="http://schemas.microsoft.com/office/drawing/2018/hyperlinkcolor" val="tx"/>
                    </a:ext>
                  </a:extLst>
                </a:hlinkClick>
              </a:rPr>
              <a:t>https://image.ku.dk/shared/aZwD18034DnM3TYEw9XagEF6kxI6MLkV</a:t>
            </a:r>
            <a:endParaRPr lang="en-GB" sz="800" b="0" noProof="1">
              <a:solidFill>
                <a:schemeClr val="accent4"/>
              </a:solidFill>
              <a:latin typeface="+mj-lt"/>
              <a:cs typeface="Arial" panose="020B0604020202020204" pitchFamily="34" charset="0"/>
            </a:endParaRP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Select slide show-view to activate the link.</a:t>
            </a:r>
          </a:p>
        </p:txBody>
      </p:sp>
      <p:sp>
        <p:nvSpPr>
          <p:cNvPr id="42" name="Text Box 48">
            <a:extLst>
              <a:ext uri="{FF2B5EF4-FFF2-40B4-BE49-F238E27FC236}">
                <a16:creationId xmlns:a16="http://schemas.microsoft.com/office/drawing/2014/main" id="{449B76C2-6958-26C2-DD52-28127622EE08}"/>
              </a:ext>
            </a:extLst>
          </p:cNvPr>
          <p:cNvSpPr txBox="1">
            <a:spLocks noChangeArrowheads="1"/>
          </p:cNvSpPr>
          <p:nvPr userDrawn="1"/>
        </p:nvSpPr>
        <p:spPr bwMode="auto">
          <a:xfrm>
            <a:off x="6691561" y="1640495"/>
            <a:ext cx="1634624"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en-GB" sz="1000" b="1" noProof="1">
                <a:solidFill>
                  <a:schemeClr val="tx1"/>
                </a:solidFill>
                <a:latin typeface="+mj-lt"/>
                <a:cs typeface="Arial" panose="020B0604020202020204" pitchFamily="34" charset="0"/>
              </a:rPr>
              <a:t>Image sizes</a:t>
            </a:r>
            <a:br>
              <a:rPr lang="en-GB" sz="1000" b="1" noProof="1">
                <a:solidFill>
                  <a:schemeClr val="tx1"/>
                </a:solidFill>
                <a:latin typeface="+mj-lt"/>
                <a:cs typeface="Arial" panose="020B0604020202020204" pitchFamily="34" charset="0"/>
              </a:rPr>
            </a:br>
            <a:r>
              <a:rPr lang="en-GB" sz="800" b="0" noProof="1">
                <a:solidFill>
                  <a:schemeClr val="tx1"/>
                </a:solidFill>
                <a:latin typeface="+mj-lt"/>
                <a:cs typeface="Arial" panose="020B0604020202020204" pitchFamily="34" charset="0"/>
              </a:rPr>
              <a:t>The optimal picture size is:</a:t>
            </a: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16:9-format: 1.500 x 818 pixels</a:t>
            </a: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Save the images in 72 dpi and in "jpg medium quality"</a:t>
            </a:r>
          </a:p>
        </p:txBody>
      </p:sp>
      <p:sp>
        <p:nvSpPr>
          <p:cNvPr id="44" name="Text Box 48">
            <a:extLst>
              <a:ext uri="{FF2B5EF4-FFF2-40B4-BE49-F238E27FC236}">
                <a16:creationId xmlns:a16="http://schemas.microsoft.com/office/drawing/2014/main" id="{B1B679C7-F81E-AF72-3832-BC2B20AF81E0}"/>
              </a:ext>
            </a:extLst>
          </p:cNvPr>
          <p:cNvSpPr txBox="1">
            <a:spLocks noChangeArrowheads="1"/>
          </p:cNvSpPr>
          <p:nvPr userDrawn="1"/>
        </p:nvSpPr>
        <p:spPr bwMode="auto">
          <a:xfrm>
            <a:off x="6691561" y="2720006"/>
            <a:ext cx="1634624" cy="1920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en-GB" sz="1000" b="1" noProof="1">
                <a:solidFill>
                  <a:schemeClr val="tx1"/>
                </a:solidFill>
                <a:latin typeface="+mj-lt"/>
                <a:cs typeface="Arial" panose="020B0604020202020204" pitchFamily="34" charset="0"/>
              </a:rPr>
              <a:t>Trimming pictures</a:t>
            </a:r>
            <a:br>
              <a:rPr lang="en-GB" sz="1000" b="1" noProof="1">
                <a:solidFill>
                  <a:schemeClr val="tx1"/>
                </a:solidFill>
                <a:latin typeface="+mj-lt"/>
                <a:cs typeface="Arial" panose="020B0604020202020204" pitchFamily="34" charset="0"/>
              </a:rPr>
            </a:br>
            <a:r>
              <a:rPr lang="en-GB" sz="800" b="1" noProof="1">
                <a:solidFill>
                  <a:schemeClr val="tx1"/>
                </a:solidFill>
                <a:latin typeface="+mj-lt"/>
                <a:cs typeface="Arial" panose="020B0604020202020204" pitchFamily="34" charset="0"/>
              </a:rPr>
              <a:t>1</a:t>
            </a:r>
            <a:r>
              <a:rPr lang="en-GB" sz="800" b="0" noProof="1">
                <a:solidFill>
                  <a:schemeClr val="tx1"/>
                </a:solidFill>
                <a:latin typeface="+mj-lt"/>
                <a:cs typeface="Arial" panose="020B0604020202020204" pitchFamily="34" charset="0"/>
              </a:rPr>
              <a:t>. Click</a:t>
            </a:r>
            <a:r>
              <a:rPr lang="en-GB" sz="800" b="1" noProof="1">
                <a:solidFill>
                  <a:schemeClr val="tx1"/>
                </a:solidFill>
                <a:latin typeface="+mj-lt"/>
                <a:cs typeface="Arial" panose="020B0604020202020204" pitchFamily="34" charset="0"/>
              </a:rPr>
              <a:t> Crop </a:t>
            </a:r>
            <a:r>
              <a:rPr lang="en-GB" sz="800" b="0" noProof="1">
                <a:solidFill>
                  <a:schemeClr val="tx1"/>
                </a:solidFill>
                <a:latin typeface="+mj-lt"/>
                <a:cs typeface="Arial" panose="020B0604020202020204" pitchFamily="34" charset="0"/>
              </a:rPr>
              <a:t>to change the image focus/size</a:t>
            </a:r>
          </a:p>
          <a:p>
            <a:pPr eaLnBrk="1" hangingPunct="1">
              <a:lnSpc>
                <a:spcPct val="90000"/>
              </a:lnSpc>
              <a:spcAft>
                <a:spcPts val="600"/>
              </a:spcAft>
              <a:defRPr/>
            </a:pPr>
            <a:r>
              <a:rPr lang="en-GB" sz="800" b="1" noProof="1">
                <a:solidFill>
                  <a:schemeClr val="tx1"/>
                </a:solidFill>
                <a:latin typeface="+mj-lt"/>
                <a:cs typeface="Arial" panose="020B0604020202020204" pitchFamily="34" charset="0"/>
              </a:rPr>
              <a:t>2. </a:t>
            </a:r>
            <a:r>
              <a:rPr lang="en-GB" sz="800" b="0" noProof="1">
                <a:solidFill>
                  <a:schemeClr val="tx1"/>
                </a:solidFill>
                <a:latin typeface="+mj-lt"/>
                <a:cs typeface="Arial" panose="020B0604020202020204" pitchFamily="34" charset="0"/>
              </a:rPr>
              <a:t>If you want to scale the picture, hold the </a:t>
            </a:r>
            <a:r>
              <a:rPr lang="en-GB" sz="800" b="1" noProof="1">
                <a:solidFill>
                  <a:schemeClr val="tx1"/>
                </a:solidFill>
                <a:latin typeface="+mj-lt"/>
                <a:cs typeface="Arial" panose="020B0604020202020204" pitchFamily="34" charset="0"/>
              </a:rPr>
              <a:t>SHIFT</a:t>
            </a:r>
            <a:r>
              <a:rPr lang="en-GB" sz="800" b="0" noProof="1">
                <a:solidFill>
                  <a:schemeClr val="tx1"/>
                </a:solidFill>
                <a:latin typeface="+mj-lt"/>
                <a:cs typeface="Arial" panose="020B0604020202020204" pitchFamily="34" charset="0"/>
              </a:rPr>
              <a:t> button down while dragging in the image corners</a:t>
            </a:r>
          </a:p>
          <a:p>
            <a:pPr eaLnBrk="1" hangingPunct="1">
              <a:lnSpc>
                <a:spcPct val="90000"/>
              </a:lnSpc>
              <a:spcAft>
                <a:spcPts val="600"/>
              </a:spcAft>
              <a:defRPr/>
            </a:pPr>
            <a:r>
              <a:rPr lang="en-GB" sz="800" b="1" noProof="1">
                <a:solidFill>
                  <a:schemeClr val="tx1"/>
                </a:solidFill>
                <a:latin typeface="+mj-lt"/>
                <a:cs typeface="Arial" panose="020B0604020202020204" pitchFamily="34" charset="0"/>
              </a:rPr>
              <a:t>3. </a:t>
            </a:r>
            <a:r>
              <a:rPr lang="en-GB" sz="800" b="0" noProof="1">
                <a:solidFill>
                  <a:schemeClr val="tx1"/>
                </a:solidFill>
                <a:latin typeface="+mj-lt"/>
                <a:cs typeface="Arial" panose="020B0604020202020204" pitchFamily="34" charset="0"/>
              </a:rPr>
              <a:t>Right-click on the picture and select </a:t>
            </a:r>
            <a:r>
              <a:rPr lang="en-GB" sz="800" b="1" noProof="1">
                <a:solidFill>
                  <a:schemeClr val="tx1"/>
                </a:solidFill>
                <a:latin typeface="+mj-lt"/>
                <a:cs typeface="Arial" panose="020B0604020202020204" pitchFamily="34" charset="0"/>
              </a:rPr>
              <a:t>Send to back</a:t>
            </a:r>
          </a:p>
          <a:p>
            <a:pPr eaLnBrk="1" hangingPunct="1">
              <a:lnSpc>
                <a:spcPct val="90000"/>
              </a:lnSpc>
              <a:spcAft>
                <a:spcPts val="600"/>
              </a:spcAft>
              <a:defRPr/>
            </a:pPr>
            <a:r>
              <a:rPr lang="en-GB" sz="800" b="1" noProof="1">
                <a:solidFill>
                  <a:schemeClr val="tx1"/>
                </a:solidFill>
                <a:latin typeface="+mj-lt"/>
                <a:cs typeface="Arial" panose="020B0604020202020204" pitchFamily="34" charset="0"/>
              </a:rPr>
              <a:t>Tip: </a:t>
            </a:r>
            <a:r>
              <a:rPr lang="en-GB" sz="800" b="0" noProof="1">
                <a:solidFill>
                  <a:schemeClr val="tx1"/>
                </a:solidFill>
                <a:latin typeface="+mj-lt"/>
                <a:cs typeface="Arial" panose="020B0604020202020204" pitchFamily="34" charset="0"/>
              </a:rPr>
              <a:t>If you delete the picture and inserts a new, the picture may be in front of text and graphics. If this happens, you must select the image, right-click and select </a:t>
            </a:r>
            <a:r>
              <a:rPr lang="en-GB" sz="800" b="1" noProof="1">
                <a:solidFill>
                  <a:schemeClr val="tx1"/>
                </a:solidFill>
                <a:latin typeface="+mj-lt"/>
                <a:cs typeface="Arial" panose="020B0604020202020204" pitchFamily="34" charset="0"/>
              </a:rPr>
              <a:t>Send to back</a:t>
            </a:r>
          </a:p>
        </p:txBody>
      </p:sp>
      <p:sp>
        <p:nvSpPr>
          <p:cNvPr id="46" name="Text Box 48">
            <a:extLst>
              <a:ext uri="{FF2B5EF4-FFF2-40B4-BE49-F238E27FC236}">
                <a16:creationId xmlns:a16="http://schemas.microsoft.com/office/drawing/2014/main" id="{DBC859E9-AAD9-582D-9CAB-53B97A96B2FE}"/>
              </a:ext>
            </a:extLst>
          </p:cNvPr>
          <p:cNvSpPr txBox="1">
            <a:spLocks noChangeArrowheads="1"/>
          </p:cNvSpPr>
          <p:nvPr userDrawn="1"/>
        </p:nvSpPr>
        <p:spPr bwMode="auto">
          <a:xfrm>
            <a:off x="6691561" y="4765322"/>
            <a:ext cx="1634624" cy="994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en-GB" sz="1000" b="1" noProof="1">
                <a:solidFill>
                  <a:schemeClr val="tx1"/>
                </a:solidFill>
                <a:latin typeface="+mj-lt"/>
                <a:cs typeface="Arial" panose="020B0604020202020204" pitchFamily="34" charset="0"/>
              </a:rPr>
              <a:t>Template colors</a:t>
            </a:r>
            <a:br>
              <a:rPr lang="en-GB" sz="1000" b="1" noProof="1">
                <a:solidFill>
                  <a:schemeClr val="tx1"/>
                </a:solidFill>
                <a:latin typeface="+mj-lt"/>
                <a:cs typeface="Arial" panose="020B0604020202020204" pitchFamily="34" charset="0"/>
              </a:rPr>
            </a:br>
            <a:r>
              <a:rPr lang="en-GB" sz="800" b="0" noProof="1">
                <a:solidFill>
                  <a:schemeClr val="tx1"/>
                </a:solidFill>
                <a:latin typeface="+mj-lt"/>
                <a:cs typeface="Arial" panose="020B0604020202020204" pitchFamily="34" charset="0"/>
              </a:rPr>
              <a:t>You can choose between a range of colors for backgrounds and graphs.</a:t>
            </a: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Right-click on the surface of which you want to change the color and then click on the paint can icon</a:t>
            </a:r>
          </a:p>
        </p:txBody>
      </p:sp>
      <p:sp>
        <p:nvSpPr>
          <p:cNvPr id="48" name="Text Box 48">
            <a:extLst>
              <a:ext uri="{FF2B5EF4-FFF2-40B4-BE49-F238E27FC236}">
                <a16:creationId xmlns:a16="http://schemas.microsoft.com/office/drawing/2014/main" id="{5BDA7DE1-7BD9-6953-4F2C-C23FAB665D31}"/>
              </a:ext>
            </a:extLst>
          </p:cNvPr>
          <p:cNvSpPr txBox="1">
            <a:spLocks noChangeArrowheads="1"/>
          </p:cNvSpPr>
          <p:nvPr userDrawn="1"/>
        </p:nvSpPr>
        <p:spPr bwMode="auto">
          <a:xfrm>
            <a:off x="6691561" y="5815137"/>
            <a:ext cx="163462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en-GB" sz="1000" b="1" noProof="1">
                <a:solidFill>
                  <a:schemeClr val="tx1"/>
                </a:solidFill>
                <a:latin typeface="+mj-lt"/>
                <a:cs typeface="Arial" panose="020B0604020202020204" pitchFamily="34" charset="0"/>
              </a:rPr>
              <a:t>Further information</a:t>
            </a:r>
            <a:br>
              <a:rPr lang="en-GB" sz="1000" b="1" noProof="1">
                <a:solidFill>
                  <a:schemeClr val="tx1"/>
                </a:solidFill>
                <a:latin typeface="+mj-lt"/>
                <a:cs typeface="Arial" panose="020B0604020202020204" pitchFamily="34" charset="0"/>
              </a:rPr>
            </a:br>
            <a:r>
              <a:rPr lang="en-GB" sz="800" b="0" noProof="1">
                <a:solidFill>
                  <a:schemeClr val="tx1"/>
                </a:solidFill>
                <a:latin typeface="+mj-lt"/>
                <a:cs typeface="Arial" panose="020B0604020202020204" pitchFamily="34" charset="0"/>
              </a:rPr>
              <a:t>See</a:t>
            </a:r>
            <a:r>
              <a:rPr lang="en-GB" sz="800" b="0" baseline="0" noProof="1">
                <a:solidFill>
                  <a:schemeClr val="tx1"/>
                </a:solidFill>
                <a:latin typeface="+mj-lt"/>
                <a:cs typeface="Arial" panose="020B0604020202020204" pitchFamily="34" charset="0"/>
              </a:rPr>
              <a:t> </a:t>
            </a:r>
            <a:br>
              <a:rPr lang="en-GB" sz="800" b="0" baseline="0" noProof="1">
                <a:solidFill>
                  <a:schemeClr val="tx1"/>
                </a:solidFill>
                <a:latin typeface="+mj-lt"/>
                <a:cs typeface="Arial" panose="020B0604020202020204" pitchFamily="34" charset="0"/>
              </a:rPr>
            </a:br>
            <a:r>
              <a:rPr lang="en-GB" sz="800" b="0" noProof="1">
                <a:solidFill>
                  <a:schemeClr val="accent4"/>
                </a:solidFill>
                <a:latin typeface="+mj-lt"/>
                <a:cs typeface="Arial" panose="020B0604020202020204" pitchFamily="34" charset="0"/>
                <a:hlinkClick r:id="rId5">
                  <a:extLst>
                    <a:ext uri="{A12FA001-AC4F-418D-AE19-62706E023703}">
                      <ahyp:hlinkClr xmlns:ahyp="http://schemas.microsoft.com/office/drawing/2018/hyperlinkcolor" val="tx"/>
                    </a:ext>
                  </a:extLst>
                </a:hlinkClick>
              </a:rPr>
              <a:t>www.designguide.ku.dk/</a:t>
            </a:r>
            <a:br>
              <a:rPr lang="en-GB" sz="800" b="0" noProof="1">
                <a:solidFill>
                  <a:schemeClr val="accent4"/>
                </a:solidFill>
                <a:latin typeface="+mj-lt"/>
                <a:cs typeface="Arial" panose="020B0604020202020204" pitchFamily="34" charset="0"/>
                <a:hlinkClick r:id="rId5">
                  <a:extLst>
                    <a:ext uri="{A12FA001-AC4F-418D-AE19-62706E023703}">
                      <ahyp:hlinkClr xmlns:ahyp="http://schemas.microsoft.com/office/drawing/2018/hyperlinkcolor" val="tx"/>
                    </a:ext>
                  </a:extLst>
                </a:hlinkClick>
              </a:rPr>
            </a:br>
            <a:r>
              <a:rPr lang="en-GB" sz="800" b="0" noProof="1">
                <a:solidFill>
                  <a:schemeClr val="accent4"/>
                </a:solidFill>
                <a:latin typeface="+mj-lt"/>
                <a:cs typeface="Arial" panose="020B0604020202020204" pitchFamily="34" charset="0"/>
                <a:hlinkClick r:id="rId5">
                  <a:extLst>
                    <a:ext uri="{A12FA001-AC4F-418D-AE19-62706E023703}">
                      <ahyp:hlinkClr xmlns:ahyp="http://schemas.microsoft.com/office/drawing/2018/hyperlinkcolor" val="tx"/>
                    </a:ext>
                  </a:extLst>
                </a:hlinkClick>
              </a:rPr>
              <a:t>skabeloner/powerpoint/</a:t>
            </a:r>
            <a:br>
              <a:rPr lang="en-GB" sz="800" b="0" noProof="1">
                <a:solidFill>
                  <a:schemeClr val="accent4"/>
                </a:solidFill>
                <a:latin typeface="+mj-lt"/>
                <a:cs typeface="Arial" panose="020B0604020202020204" pitchFamily="34" charset="0"/>
                <a:hlinkClick r:id="rId5">
                  <a:extLst>
                    <a:ext uri="{A12FA001-AC4F-418D-AE19-62706E023703}">
                      <ahyp:hlinkClr xmlns:ahyp="http://schemas.microsoft.com/office/drawing/2018/hyperlinkcolor" val="tx"/>
                    </a:ext>
                  </a:extLst>
                </a:hlinkClick>
              </a:rPr>
            </a:br>
            <a:r>
              <a:rPr lang="en-GB" sz="800" b="0" noProof="1">
                <a:solidFill>
                  <a:schemeClr val="accent4"/>
                </a:solidFill>
                <a:latin typeface="+mj-lt"/>
                <a:cs typeface="Arial" panose="020B0604020202020204" pitchFamily="34" charset="0"/>
                <a:hlinkClick r:id="rId5">
                  <a:extLst>
                    <a:ext uri="{A12FA001-AC4F-418D-AE19-62706E023703}">
                      <ahyp:hlinkClr xmlns:ahyp="http://schemas.microsoft.com/office/drawing/2018/hyperlinkcolor" val="tx"/>
                    </a:ext>
                  </a:extLst>
                </a:hlinkClick>
              </a:rPr>
              <a:t>praesentationer/</a:t>
            </a:r>
            <a:endParaRPr lang="en-GB" sz="800" b="0" noProof="1">
              <a:solidFill>
                <a:schemeClr val="accent4"/>
              </a:solidFill>
              <a:latin typeface="+mj-lt"/>
              <a:cs typeface="Arial" panose="020B0604020202020204" pitchFamily="34" charset="0"/>
            </a:endParaRPr>
          </a:p>
        </p:txBody>
      </p:sp>
      <p:pic>
        <p:nvPicPr>
          <p:cNvPr id="50" name="Billede 25">
            <a:extLst>
              <a:ext uri="{FF2B5EF4-FFF2-40B4-BE49-F238E27FC236}">
                <a16:creationId xmlns:a16="http://schemas.microsoft.com/office/drawing/2014/main" id="{2BC7410A-935F-DC4A-F8A5-7F39AC457C1E}"/>
              </a:ext>
            </a:extLst>
          </p:cNvPr>
          <p:cNvPicPr>
            <a:picLocks noChangeAspect="1"/>
          </p:cNvPicPr>
          <p:nvPr userDrawn="1"/>
        </p:nvPicPr>
        <p:blipFill>
          <a:blip r:embed="rId6"/>
          <a:stretch>
            <a:fillRect/>
          </a:stretch>
        </p:blipFill>
        <p:spPr>
          <a:xfrm>
            <a:off x="6268044" y="4201412"/>
            <a:ext cx="257327" cy="275280"/>
          </a:xfrm>
          <a:prstGeom prst="rect">
            <a:avLst/>
          </a:prstGeom>
        </p:spPr>
      </p:pic>
      <p:pic>
        <p:nvPicPr>
          <p:cNvPr id="52" name="Billede 36">
            <a:extLst>
              <a:ext uri="{FF2B5EF4-FFF2-40B4-BE49-F238E27FC236}">
                <a16:creationId xmlns:a16="http://schemas.microsoft.com/office/drawing/2014/main" id="{56A21FCA-F356-F238-3DEE-A13BEFECD377}"/>
              </a:ext>
            </a:extLst>
          </p:cNvPr>
          <p:cNvPicPr>
            <a:picLocks noChangeAspect="1"/>
          </p:cNvPicPr>
          <p:nvPr userDrawn="1"/>
        </p:nvPicPr>
        <p:blipFill>
          <a:blip r:embed="rId7"/>
          <a:stretch>
            <a:fillRect/>
          </a:stretch>
        </p:blipFill>
        <p:spPr>
          <a:xfrm>
            <a:off x="8223538" y="2795378"/>
            <a:ext cx="288708" cy="275280"/>
          </a:xfrm>
          <a:prstGeom prst="rect">
            <a:avLst/>
          </a:prstGeom>
        </p:spPr>
      </p:pic>
      <p:pic>
        <p:nvPicPr>
          <p:cNvPr id="54" name="Billede 37">
            <a:extLst>
              <a:ext uri="{FF2B5EF4-FFF2-40B4-BE49-F238E27FC236}">
                <a16:creationId xmlns:a16="http://schemas.microsoft.com/office/drawing/2014/main" id="{8288A8D2-A953-FCF5-C54C-BED0258209D5}"/>
              </a:ext>
            </a:extLst>
          </p:cNvPr>
          <p:cNvPicPr>
            <a:picLocks noChangeAspect="1"/>
          </p:cNvPicPr>
          <p:nvPr userDrawn="1"/>
        </p:nvPicPr>
        <p:blipFill>
          <a:blip r:embed="rId8"/>
          <a:stretch>
            <a:fillRect/>
          </a:stretch>
        </p:blipFill>
        <p:spPr>
          <a:xfrm>
            <a:off x="8241826" y="3187789"/>
            <a:ext cx="223122" cy="228843"/>
          </a:xfrm>
          <a:prstGeom prst="rect">
            <a:avLst/>
          </a:prstGeom>
        </p:spPr>
      </p:pic>
      <p:sp>
        <p:nvSpPr>
          <p:cNvPr id="56" name="Text Box 48">
            <a:extLst>
              <a:ext uri="{FF2B5EF4-FFF2-40B4-BE49-F238E27FC236}">
                <a16:creationId xmlns:a16="http://schemas.microsoft.com/office/drawing/2014/main" id="{1AAEA91B-6C9C-9157-EFF5-6EEB67507A8E}"/>
              </a:ext>
            </a:extLst>
          </p:cNvPr>
          <p:cNvSpPr txBox="1">
            <a:spLocks noChangeArrowheads="1"/>
          </p:cNvSpPr>
          <p:nvPr userDrawn="1"/>
        </p:nvSpPr>
        <p:spPr bwMode="auto">
          <a:xfrm>
            <a:off x="2570384" y="1666128"/>
            <a:ext cx="1768136"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600"/>
              </a:spcAft>
              <a:defRPr/>
            </a:pPr>
            <a:r>
              <a:rPr lang="en-GB" altLang="da-DK" sz="800" b="1" noProof="1">
                <a:solidFill>
                  <a:schemeClr val="tx1"/>
                </a:solidFill>
                <a:latin typeface="+mn-lt"/>
                <a:cs typeface="Arial" panose="020B0604020202020204" pitchFamily="34" charset="0"/>
              </a:rPr>
              <a:t>2.</a:t>
            </a:r>
            <a:r>
              <a:rPr lang="en-GB" altLang="da-DK" sz="800" b="1" baseline="0" noProof="1">
                <a:solidFill>
                  <a:schemeClr val="tx1"/>
                </a:solidFill>
                <a:latin typeface="+mn-lt"/>
                <a:cs typeface="Arial" panose="020B0604020202020204" pitchFamily="34" charset="0"/>
              </a:rPr>
              <a:t> </a:t>
            </a:r>
            <a:r>
              <a:rPr lang="en-GB" altLang="da-DK" sz="800" baseline="0" noProof="1">
                <a:solidFill>
                  <a:schemeClr val="tx1"/>
                </a:solidFill>
                <a:latin typeface="+mn-lt"/>
                <a:cs typeface="Arial" panose="020B0604020202020204" pitchFamily="34" charset="0"/>
              </a:rPr>
              <a:t>Under the </a:t>
            </a:r>
            <a:r>
              <a:rPr lang="en-GB" altLang="da-DK" sz="800" b="1" baseline="0" noProof="1">
                <a:solidFill>
                  <a:schemeClr val="tx1"/>
                </a:solidFill>
                <a:latin typeface="+mn-lt"/>
                <a:cs typeface="Arial" panose="020B0604020202020204" pitchFamily="34" charset="0"/>
              </a:rPr>
              <a:t>New slide </a:t>
            </a:r>
            <a:r>
              <a:rPr lang="en-GB" altLang="da-DK" sz="800" baseline="0" noProof="1">
                <a:solidFill>
                  <a:schemeClr val="tx1"/>
                </a:solidFill>
                <a:latin typeface="+mn-lt"/>
                <a:cs typeface="Arial" panose="020B0604020202020204" pitchFamily="34" charset="0"/>
              </a:rPr>
              <a:t>button Click on the top part of the button to create a slide identical to the one selected. Click on the bottom part of the button to see a selection of possible layout choices</a:t>
            </a:r>
            <a:endParaRPr lang="en-GB" altLang="da-DK" sz="800" noProof="1">
              <a:solidFill>
                <a:schemeClr val="tx1"/>
              </a:solidFill>
              <a:latin typeface="+mn-lt"/>
              <a:cs typeface="Arial" panose="020B0604020202020204" pitchFamily="34" charset="0"/>
            </a:endParaRPr>
          </a:p>
        </p:txBody>
      </p:sp>
      <p:pic>
        <p:nvPicPr>
          <p:cNvPr id="58" name="Picture 61">
            <a:extLst>
              <a:ext uri="{FF2B5EF4-FFF2-40B4-BE49-F238E27FC236}">
                <a16:creationId xmlns:a16="http://schemas.microsoft.com/office/drawing/2014/main" id="{874C9D93-430E-897F-0010-953653748BCE}"/>
              </a:ext>
            </a:extLst>
          </p:cNvPr>
          <p:cNvPicPr>
            <a:picLocks noChangeAspect="1"/>
          </p:cNvPicPr>
          <p:nvPr userDrawn="1"/>
        </p:nvPicPr>
        <p:blipFill>
          <a:blip r:embed="rId9"/>
          <a:stretch>
            <a:fillRect/>
          </a:stretch>
        </p:blipFill>
        <p:spPr>
          <a:xfrm>
            <a:off x="4271879" y="1743737"/>
            <a:ext cx="243186" cy="432989"/>
          </a:xfrm>
          <a:prstGeom prst="rect">
            <a:avLst/>
          </a:prstGeom>
        </p:spPr>
      </p:pic>
    </p:spTree>
    <p:extLst>
      <p:ext uri="{BB962C8B-B14F-4D97-AF65-F5344CB8AC3E}">
        <p14:creationId xmlns:p14="http://schemas.microsoft.com/office/powerpoint/2010/main" val="274027937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Pladsholder til titel 1"/>
          <p:cNvSpPr>
            <a:spLocks noGrp="1"/>
          </p:cNvSpPr>
          <p:nvPr>
            <p:ph type="title"/>
          </p:nvPr>
        </p:nvSpPr>
        <p:spPr>
          <a:xfrm>
            <a:off x="588965" y="620714"/>
            <a:ext cx="11012486" cy="864858"/>
          </a:xfrm>
          <a:prstGeom prst="rect">
            <a:avLst/>
          </a:prstGeom>
        </p:spPr>
        <p:txBody>
          <a:bodyPr vert="horz" lIns="0" tIns="0" rIns="0" bIns="0" rtlCol="0" anchor="t" anchorCtr="0">
            <a:noAutofit/>
          </a:bodyPr>
          <a:lstStyle/>
          <a:p>
            <a:r>
              <a:rPr lang="en-GB" dirty="0" err="1"/>
              <a:t>Klik</a:t>
            </a:r>
            <a:r>
              <a:rPr lang="en-GB" dirty="0"/>
              <a:t> for at </a:t>
            </a:r>
            <a:r>
              <a:rPr lang="en-GB" dirty="0" err="1"/>
              <a:t>redigere</a:t>
            </a:r>
            <a:r>
              <a:rPr lang="en-GB" dirty="0"/>
              <a:t> </a:t>
            </a:r>
            <a:r>
              <a:rPr lang="en-GB" dirty="0" err="1"/>
              <a:t>i</a:t>
            </a:r>
            <a:r>
              <a:rPr lang="en-GB" dirty="0"/>
              <a:t> master</a:t>
            </a:r>
          </a:p>
        </p:txBody>
      </p:sp>
      <p:sp>
        <p:nvSpPr>
          <p:cNvPr id="3" name="Pladsholder til tekst 2"/>
          <p:cNvSpPr>
            <a:spLocks noGrp="1"/>
          </p:cNvSpPr>
          <p:nvPr>
            <p:ph type="body" idx="1"/>
          </p:nvPr>
        </p:nvSpPr>
        <p:spPr>
          <a:xfrm>
            <a:off x="588964" y="1628775"/>
            <a:ext cx="11012487" cy="4673600"/>
          </a:xfrm>
          <a:prstGeom prst="rect">
            <a:avLst/>
          </a:prstGeom>
        </p:spPr>
        <p:txBody>
          <a:bodyPr vert="horz" lIns="0" tIns="0" rIns="0" bIns="0" rtlCol="0">
            <a:noAutofit/>
          </a:bodyPr>
          <a:lstStyle/>
          <a:p>
            <a:pPr lvl="0"/>
            <a:r>
              <a:rPr lang="en-GB" dirty="0" err="1"/>
              <a:t>Klik</a:t>
            </a:r>
            <a:r>
              <a:rPr lang="en-GB" dirty="0"/>
              <a:t> for at </a:t>
            </a:r>
            <a:r>
              <a:rPr lang="en-GB" dirty="0" err="1"/>
              <a:t>redigere</a:t>
            </a:r>
            <a:r>
              <a:rPr lang="en-GB" dirty="0"/>
              <a:t> </a:t>
            </a:r>
            <a:r>
              <a:rPr lang="en-GB" dirty="0" err="1"/>
              <a:t>i</a:t>
            </a:r>
            <a:r>
              <a:rPr lang="en-GB" dirty="0"/>
              <a:t> master</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a:p>
            <a:pPr lvl="3"/>
            <a:r>
              <a:rPr lang="en-GB" dirty="0"/>
              <a:t>4</a:t>
            </a:r>
          </a:p>
          <a:p>
            <a:pPr lvl="4"/>
            <a:r>
              <a:rPr lang="en-GB" dirty="0"/>
              <a:t>5</a:t>
            </a:r>
          </a:p>
          <a:p>
            <a:pPr lvl="5"/>
            <a:r>
              <a:rPr lang="en-GB" dirty="0"/>
              <a:t>6</a:t>
            </a:r>
          </a:p>
          <a:p>
            <a:pPr lvl="6"/>
            <a:r>
              <a:rPr lang="en-GB" dirty="0"/>
              <a:t>7</a:t>
            </a:r>
          </a:p>
          <a:p>
            <a:pPr lvl="7"/>
            <a:r>
              <a:rPr lang="en-GB" dirty="0"/>
              <a:t>8</a:t>
            </a:r>
          </a:p>
          <a:p>
            <a:pPr lvl="8"/>
            <a:r>
              <a:rPr lang="en-GB" dirty="0"/>
              <a:t>9</a:t>
            </a:r>
          </a:p>
        </p:txBody>
      </p:sp>
      <p:sp>
        <p:nvSpPr>
          <p:cNvPr id="10" name="Rectangle 19">
            <a:extLst>
              <a:ext uri="{FF2B5EF4-FFF2-40B4-BE49-F238E27FC236}">
                <a16:creationId xmlns:a16="http://schemas.microsoft.com/office/drawing/2014/main" id="{AF5BBBEC-8DDA-37BC-3B1E-5DB781A5DDC2}"/>
              </a:ext>
            </a:extLst>
          </p:cNvPr>
          <p:cNvSpPr/>
          <p:nvPr userDrawn="1"/>
        </p:nvSpPr>
        <p:spPr>
          <a:xfrm>
            <a:off x="0" y="0"/>
            <a:ext cx="12192000" cy="332655"/>
          </a:xfrm>
          <a:prstGeom prst="rect">
            <a:avLst/>
          </a:prstGeom>
          <a:gradFill flip="none" rotWithShape="1">
            <a:gsLst>
              <a:gs pos="0">
                <a:srgbClr val="FFFFFF"/>
              </a:gs>
              <a:gs pos="100000">
                <a:srgbClr val="EEEFEE">
                  <a:alpha val="92941"/>
                </a:srgbClr>
              </a:gs>
            </a:gsLst>
            <a:lin ang="5400000" scaled="0"/>
            <a:tileRect/>
          </a:gradFill>
          <a:ln w="381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5" name="Pladsholder til sidefod 4"/>
          <p:cNvSpPr>
            <a:spLocks noGrp="1"/>
          </p:cNvSpPr>
          <p:nvPr>
            <p:ph type="ftr" sz="quarter" idx="3"/>
          </p:nvPr>
        </p:nvSpPr>
        <p:spPr>
          <a:xfrm>
            <a:off x="3236495" y="85745"/>
            <a:ext cx="6981162" cy="176797"/>
          </a:xfrm>
          <a:prstGeom prst="rect">
            <a:avLst/>
          </a:prstGeom>
        </p:spPr>
        <p:txBody>
          <a:bodyPr vert="horz" lIns="0" tIns="0" rIns="0" bIns="0" rtlCol="0" anchor="b" anchorCtr="0"/>
          <a:lstStyle>
            <a:lvl1pPr algn="r">
              <a:defRPr sz="1000">
                <a:solidFill>
                  <a:srgbClr val="333333"/>
                </a:solidFill>
              </a:defRPr>
            </a:lvl1pPr>
          </a:lstStyle>
          <a:p>
            <a:endParaRPr lang="en-GB" dirty="0"/>
          </a:p>
        </p:txBody>
      </p:sp>
      <p:sp>
        <p:nvSpPr>
          <p:cNvPr id="6" name="Pladsholder til slidenummer 5"/>
          <p:cNvSpPr>
            <a:spLocks noGrp="1"/>
          </p:cNvSpPr>
          <p:nvPr>
            <p:ph type="sldNum" sz="quarter" idx="4"/>
          </p:nvPr>
        </p:nvSpPr>
        <p:spPr>
          <a:xfrm>
            <a:off x="11219691" y="85745"/>
            <a:ext cx="381759" cy="176797"/>
          </a:xfrm>
          <a:prstGeom prst="rect">
            <a:avLst/>
          </a:prstGeom>
        </p:spPr>
        <p:txBody>
          <a:bodyPr vert="horz" lIns="0" tIns="0" rIns="0" bIns="0" rtlCol="0" anchor="b" anchorCtr="0"/>
          <a:lstStyle>
            <a:lvl1pPr algn="r">
              <a:defRPr sz="1000">
                <a:solidFill>
                  <a:srgbClr val="333333"/>
                </a:solidFill>
              </a:defRPr>
            </a:lvl1pPr>
          </a:lstStyle>
          <a:p>
            <a:fld id="{091A926C-488A-4E3E-9C21-57CAA120E114}" type="slidenum">
              <a:rPr lang="en-GB" smtClean="0"/>
              <a:pPr/>
              <a:t>‹#›</a:t>
            </a:fld>
            <a:endParaRPr lang="en-GB" dirty="0"/>
          </a:p>
        </p:txBody>
      </p:sp>
      <p:sp>
        <p:nvSpPr>
          <p:cNvPr id="4" name="Pladsholder til dato 3"/>
          <p:cNvSpPr>
            <a:spLocks noGrp="1"/>
          </p:cNvSpPr>
          <p:nvPr>
            <p:ph type="dt" sz="half" idx="2"/>
          </p:nvPr>
        </p:nvSpPr>
        <p:spPr>
          <a:xfrm>
            <a:off x="10329111" y="85745"/>
            <a:ext cx="814976" cy="176797"/>
          </a:xfrm>
          <a:prstGeom prst="rect">
            <a:avLst/>
          </a:prstGeom>
        </p:spPr>
        <p:txBody>
          <a:bodyPr vert="horz" lIns="0" tIns="0" rIns="0" bIns="0" rtlCol="0" anchor="b" anchorCtr="0"/>
          <a:lstStyle>
            <a:lvl1pPr algn="r">
              <a:defRPr sz="1000">
                <a:solidFill>
                  <a:srgbClr val="333333"/>
                </a:solidFill>
              </a:defRPr>
            </a:lvl1pPr>
          </a:lstStyle>
          <a:p>
            <a:fld id="{0FFE5DD6-2126-4C5A-ADA9-CF5BE748E714}" type="datetime1">
              <a:rPr lang="en-GB" smtClean="0"/>
              <a:t>09/03/2026</a:t>
            </a:fld>
            <a:endParaRPr lang="en-GB" dirty="0"/>
          </a:p>
        </p:txBody>
      </p:sp>
      <p:pic>
        <p:nvPicPr>
          <p:cNvPr id="7" name="Picture 11">
            <a:extLst>
              <a:ext uri="{FF2B5EF4-FFF2-40B4-BE49-F238E27FC236}">
                <a16:creationId xmlns:a16="http://schemas.microsoft.com/office/drawing/2014/main" id="{2B48C9BE-CCF6-3266-2B8E-D27C7F011C9B}"/>
              </a:ext>
            </a:extLst>
          </p:cNvPr>
          <p:cNvPicPr>
            <a:picLocks noChangeAspect="1"/>
          </p:cNvPicPr>
          <p:nvPr userDrawn="1"/>
        </p:nvPicPr>
        <p:blipFill rotWithShape="1">
          <a:blip r:embed="rId32"/>
          <a:srcRect l="12043" t="11448" r="17199" b="13844"/>
          <a:stretch/>
        </p:blipFill>
        <p:spPr>
          <a:xfrm>
            <a:off x="335534" y="63578"/>
            <a:ext cx="166516" cy="211296"/>
          </a:xfrm>
          <a:prstGeom prst="rect">
            <a:avLst/>
          </a:prstGeom>
        </p:spPr>
      </p:pic>
      <p:pic>
        <p:nvPicPr>
          <p:cNvPr id="13" name="Picture 27">
            <a:extLst>
              <a:ext uri="{FF2B5EF4-FFF2-40B4-BE49-F238E27FC236}">
                <a16:creationId xmlns:a16="http://schemas.microsoft.com/office/drawing/2014/main" id="{863DD73D-5725-327E-8366-645E99E26ECD}"/>
              </a:ext>
            </a:extLst>
          </p:cNvPr>
          <p:cNvPicPr>
            <a:picLocks noChangeAspect="1"/>
          </p:cNvPicPr>
          <p:nvPr userDrawn="1"/>
        </p:nvPicPr>
        <p:blipFill>
          <a:blip r:embed="rId33" cstate="print">
            <a:extLst>
              <a:ext uri="{28A0092B-C50C-407E-A947-70E740481C1C}">
                <a14:useLocalDpi xmlns:a14="http://schemas.microsoft.com/office/drawing/2010/main" val="0"/>
              </a:ext>
            </a:extLst>
          </a:blip>
          <a:stretch>
            <a:fillRect/>
          </a:stretch>
        </p:blipFill>
        <p:spPr>
          <a:xfrm>
            <a:off x="561694" y="96467"/>
            <a:ext cx="2332648" cy="159521"/>
          </a:xfrm>
          <a:prstGeom prst="rect">
            <a:avLst/>
          </a:prstGeom>
        </p:spPr>
      </p:pic>
    </p:spTree>
    <p:extLst>
      <p:ext uri="{BB962C8B-B14F-4D97-AF65-F5344CB8AC3E}">
        <p14:creationId xmlns:p14="http://schemas.microsoft.com/office/powerpoint/2010/main" val="1203620196"/>
      </p:ext>
    </p:extLst>
  </p:cSld>
  <p:clrMap bg1="lt1" tx1="dk1" bg2="lt2" tx2="dk2" accent1="accent1" accent2="accent2" accent3="accent3" accent4="accent4" accent5="accent5" accent6="accent6" hlink="hlink" folHlink="folHlink"/>
  <p:sldLayoutIdLst>
    <p:sldLayoutId id="2147483672" r:id="rId1"/>
    <p:sldLayoutId id="2147483659" r:id="rId2"/>
    <p:sldLayoutId id="2147483671" r:id="rId3"/>
    <p:sldLayoutId id="2147483701" r:id="rId4"/>
    <p:sldLayoutId id="2147483674" r:id="rId5"/>
    <p:sldLayoutId id="2147483670" r:id="rId6"/>
    <p:sldLayoutId id="2147483660" r:id="rId7"/>
    <p:sldLayoutId id="2147483662" r:id="rId8"/>
    <p:sldLayoutId id="2147483684" r:id="rId9"/>
    <p:sldLayoutId id="2147483685" r:id="rId10"/>
    <p:sldLayoutId id="2147483664" r:id="rId11"/>
    <p:sldLayoutId id="2147483665" r:id="rId12"/>
    <p:sldLayoutId id="2147483689" r:id="rId13"/>
    <p:sldLayoutId id="2147483702" r:id="rId14"/>
    <p:sldLayoutId id="2147483703" r:id="rId15"/>
    <p:sldLayoutId id="2147483694" r:id="rId16"/>
    <p:sldLayoutId id="2147483692" r:id="rId17"/>
    <p:sldLayoutId id="2147483691" r:id="rId18"/>
    <p:sldLayoutId id="2147483697" r:id="rId19"/>
    <p:sldLayoutId id="2147483704" r:id="rId20"/>
    <p:sldLayoutId id="2147483705" r:id="rId21"/>
    <p:sldLayoutId id="2147483695" r:id="rId22"/>
    <p:sldLayoutId id="2147483698" r:id="rId23"/>
    <p:sldLayoutId id="2147483706" r:id="rId24"/>
    <p:sldLayoutId id="2147483707" r:id="rId25"/>
    <p:sldLayoutId id="2147483708" r:id="rId26"/>
    <p:sldLayoutId id="2147483709" r:id="rId27"/>
    <p:sldLayoutId id="2147483710" r:id="rId28"/>
    <p:sldLayoutId id="2147483693" r:id="rId29"/>
    <p:sldLayoutId id="2147483688" r:id="rId30"/>
  </p:sldLayoutIdLst>
  <p:hf hdr="0" ftr="0"/>
  <p:txStyles>
    <p:titleStyle>
      <a:lvl1pPr algn="l" defTabSz="914400" rtl="0" eaLnBrk="1" latinLnBrk="0" hangingPunct="1">
        <a:lnSpc>
          <a:spcPct val="100000"/>
        </a:lnSpc>
        <a:spcBef>
          <a:spcPct val="0"/>
        </a:spcBef>
        <a:buNone/>
        <a:defRPr sz="3000" b="0" i="0" kern="1200" spc="60" baseline="0">
          <a:solidFill>
            <a:schemeClr val="accent1"/>
          </a:solidFill>
          <a:latin typeface="+mj-lt"/>
          <a:ea typeface="Open Sans Extrabold" panose="020B0606030504020204" pitchFamily="34" charset="0"/>
          <a:cs typeface="Microsoft New Tai Lue" panose="020B0502040204020203" pitchFamily="34" charset="0"/>
        </a:defRPr>
      </a:lvl1pPr>
    </p:titleStyle>
    <p:bodyStyle>
      <a:lvl1pPr marL="360000" indent="-360000" algn="l" defTabSz="914400" rtl="0" eaLnBrk="1" latinLnBrk="0" hangingPunct="1">
        <a:lnSpc>
          <a:spcPct val="100000"/>
        </a:lnSpc>
        <a:spcBef>
          <a:spcPts val="1000"/>
        </a:spcBef>
        <a:buFont typeface="Arial" panose="020B0604020202020204" pitchFamily="34" charset="0"/>
        <a:buChar char="•"/>
        <a:defRPr lang="da-DK" sz="2400" b="0" i="0" kern="1200" spc="60" baseline="0" dirty="0" smtClean="0">
          <a:solidFill>
            <a:schemeClr val="tx1"/>
          </a:solidFill>
          <a:latin typeface="+mn-lt"/>
          <a:ea typeface="+mn-ea"/>
          <a:cs typeface="Microsoft New Tai Lue" panose="020B0502040204020203" pitchFamily="34" charset="0"/>
        </a:defRPr>
      </a:lvl1pPr>
      <a:lvl2pPr marL="719138" marR="0" indent="-358775" algn="l" defTabSz="914400" rtl="0" eaLnBrk="1" fontAlgn="auto" latinLnBrk="0" hangingPunct="1">
        <a:lnSpc>
          <a:spcPct val="100000"/>
        </a:lnSpc>
        <a:spcBef>
          <a:spcPts val="500"/>
        </a:spcBef>
        <a:spcAft>
          <a:spcPts val="0"/>
        </a:spcAft>
        <a:buClrTx/>
        <a:buSzTx/>
        <a:buFont typeface="Arial" panose="020B0604020202020204" pitchFamily="34" charset="0"/>
        <a:buChar char="•"/>
        <a:tabLst/>
        <a:defRPr lang="da-DK" sz="2000" b="0" i="0" kern="1200" spc="60" baseline="0" dirty="0" smtClean="0">
          <a:solidFill>
            <a:schemeClr val="tx1"/>
          </a:solidFill>
          <a:latin typeface="+mn-lt"/>
          <a:ea typeface="+mn-ea"/>
          <a:cs typeface="Microsoft New Tai Lue" panose="020B0502040204020203" pitchFamily="34" charset="0"/>
        </a:defRPr>
      </a:lvl2pPr>
      <a:lvl3pPr marL="1072800" indent="-352800" algn="l" defTabSz="914400" rtl="0" eaLnBrk="1" latinLnBrk="0" hangingPunct="1">
        <a:lnSpc>
          <a:spcPct val="90000"/>
        </a:lnSpc>
        <a:spcBef>
          <a:spcPts val="500"/>
        </a:spcBef>
        <a:buFont typeface="Arial" panose="020B0604020202020204" pitchFamily="34" charset="0"/>
        <a:buChar char="•"/>
        <a:defRPr lang="da-DK" sz="1800" b="0" i="0" kern="1200" baseline="0" dirty="0" smtClean="0">
          <a:solidFill>
            <a:schemeClr val="tx1"/>
          </a:solidFill>
          <a:latin typeface="+mn-lt"/>
          <a:ea typeface="+mn-ea"/>
          <a:cs typeface="Microsoft New Tai Lue" panose="020B0502040204020203" pitchFamily="34" charset="0"/>
        </a:defRPr>
      </a:lvl3pPr>
      <a:lvl4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4pPr>
      <a:lvl5pPr marL="1072800" indent="-352800" algn="l" defTabSz="914400" rtl="0" eaLnBrk="1" latinLnBrk="0" hangingPunct="1">
        <a:lnSpc>
          <a:spcPct val="90000"/>
        </a:lnSpc>
        <a:spcBef>
          <a:spcPts val="500"/>
        </a:spcBef>
        <a:buFont typeface="Arial" panose="020B0604020202020204" pitchFamily="34" charset="0"/>
        <a:buChar char="•"/>
        <a:defRPr lang="da-DK" sz="1800" b="0" i="0" kern="1200" spc="60" baseline="0" dirty="0" smtClean="0">
          <a:solidFill>
            <a:schemeClr val="tx1"/>
          </a:solidFill>
          <a:latin typeface="+mn-lt"/>
          <a:ea typeface="+mn-ea"/>
          <a:cs typeface="Microsoft New Tai Lue" panose="020B0502040204020203" pitchFamily="34" charset="0"/>
        </a:defRPr>
      </a:lvl5pPr>
      <a:lvl6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6pPr>
      <a:lvl7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7pPr>
      <a:lvl8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8pPr>
      <a:lvl9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391" userDrawn="1">
          <p15:clr>
            <a:srgbClr val="F26B43"/>
          </p15:clr>
        </p15:guide>
        <p15:guide id="4" orient="horz" pos="935" userDrawn="1">
          <p15:clr>
            <a:srgbClr val="F26B43"/>
          </p15:clr>
        </p15:guide>
        <p15:guide id="5" pos="371" userDrawn="1">
          <p15:clr>
            <a:srgbClr val="F26B43"/>
          </p15:clr>
        </p15:guide>
        <p15:guide id="6" pos="7308" userDrawn="1">
          <p15:clr>
            <a:srgbClr val="F26B43"/>
          </p15:clr>
        </p15:guide>
        <p15:guide id="7" orient="horz" pos="1026" userDrawn="1">
          <p15:clr>
            <a:srgbClr val="F26B43"/>
          </p15:clr>
        </p15:guide>
        <p15:guide id="8" orient="horz" pos="397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9.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11.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11.xml"/><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11.xml"/><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11.xml"/><Relationship Id="rId4" Type="http://schemas.openxmlformats.org/officeDocument/2006/relationships/image" Target="../media/image36.png"/></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0.xml"/><Relationship Id="rId1" Type="http://schemas.openxmlformats.org/officeDocument/2006/relationships/slideLayout" Target="../slideLayouts/slideLayout11.xml"/><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1.xml"/><Relationship Id="rId1" Type="http://schemas.openxmlformats.org/officeDocument/2006/relationships/slideLayout" Target="../slideLayouts/slideLayout11.xml"/><Relationship Id="rId4"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descr="A screen shot of a computer&#10;&#10;AI-generated content may be incorrect.">
            <a:extLst>
              <a:ext uri="{FF2B5EF4-FFF2-40B4-BE49-F238E27FC236}">
                <a16:creationId xmlns:a16="http://schemas.microsoft.com/office/drawing/2014/main" id="{B7D17CDA-6886-A367-C02D-282D9F8650A1}"/>
              </a:ext>
            </a:extLst>
          </p:cNvPr>
          <p:cNvPicPr>
            <a:picLocks noGrp="1" noChangeAspect="1"/>
          </p:cNvPicPr>
          <p:nvPr>
            <p:ph type="pic" sz="quarter" idx="14"/>
          </p:nvPr>
        </p:nvPicPr>
        <p:blipFill>
          <a:blip r:embed="rId3"/>
          <a:srcRect l="23199" r="23199"/>
          <a:stretch>
            <a:fillRect/>
          </a:stretch>
        </p:blipFill>
        <p:spPr/>
      </p:pic>
      <p:sp>
        <p:nvSpPr>
          <p:cNvPr id="4" name="Date Placeholder 3">
            <a:extLst>
              <a:ext uri="{FF2B5EF4-FFF2-40B4-BE49-F238E27FC236}">
                <a16:creationId xmlns:a16="http://schemas.microsoft.com/office/drawing/2014/main" id="{1E864A27-B96F-FF49-952F-8EF3F8AACCA2}"/>
              </a:ext>
            </a:extLst>
          </p:cNvPr>
          <p:cNvSpPr>
            <a:spLocks noGrp="1"/>
          </p:cNvSpPr>
          <p:nvPr>
            <p:ph type="dt" sz="half" idx="10"/>
          </p:nvPr>
        </p:nvSpPr>
        <p:spPr>
          <a:xfrm>
            <a:off x="10329111" y="-385200"/>
            <a:ext cx="814976" cy="176797"/>
          </a:xfrm>
        </p:spPr>
        <p:txBody>
          <a:bodyPr/>
          <a:lstStyle/>
          <a:p>
            <a:fld id="{DDE924F8-8AAB-4733-9F1F-FAD3FB0E5CF5}" type="datetime1">
              <a:rPr lang="en-GB" smtClean="0"/>
              <a:t>09/03/2026</a:t>
            </a:fld>
            <a:endParaRPr lang="en-GB" dirty="0"/>
          </a:p>
        </p:txBody>
      </p:sp>
      <p:sp>
        <p:nvSpPr>
          <p:cNvPr id="5" name="Slide Number Placeholder 4">
            <a:extLst>
              <a:ext uri="{FF2B5EF4-FFF2-40B4-BE49-F238E27FC236}">
                <a16:creationId xmlns:a16="http://schemas.microsoft.com/office/drawing/2014/main" id="{BE356401-0EC4-5C4E-B05C-BACA002CF46C}"/>
              </a:ext>
            </a:extLst>
          </p:cNvPr>
          <p:cNvSpPr>
            <a:spLocks noGrp="1"/>
          </p:cNvSpPr>
          <p:nvPr>
            <p:ph type="sldNum" sz="quarter" idx="12"/>
          </p:nvPr>
        </p:nvSpPr>
        <p:spPr>
          <a:xfrm>
            <a:off x="11255542" y="-385200"/>
            <a:ext cx="381759" cy="176797"/>
          </a:xfrm>
        </p:spPr>
        <p:txBody>
          <a:bodyPr/>
          <a:lstStyle/>
          <a:p>
            <a:fld id="{091A926C-488A-4E3E-9C21-57CAA120E114}" type="slidenum">
              <a:rPr lang="en-GB" smtClean="0"/>
              <a:pPr/>
              <a:t>1</a:t>
            </a:fld>
            <a:endParaRPr lang="en-GB" dirty="0"/>
          </a:p>
        </p:txBody>
      </p:sp>
      <p:sp>
        <p:nvSpPr>
          <p:cNvPr id="2" name="Title 1">
            <a:extLst>
              <a:ext uri="{FF2B5EF4-FFF2-40B4-BE49-F238E27FC236}">
                <a16:creationId xmlns:a16="http://schemas.microsoft.com/office/drawing/2014/main" id="{C2B63FF5-1287-C741-B27C-54F532C46D5D}"/>
              </a:ext>
            </a:extLst>
          </p:cNvPr>
          <p:cNvSpPr>
            <a:spLocks noGrp="1"/>
          </p:cNvSpPr>
          <p:nvPr>
            <p:ph type="ctrTitle"/>
          </p:nvPr>
        </p:nvSpPr>
        <p:spPr>
          <a:xfrm>
            <a:off x="0" y="2271092"/>
            <a:ext cx="5959476" cy="3895200"/>
          </a:xfrm>
        </p:spPr>
        <p:txBody>
          <a:bodyPr/>
          <a:lstStyle/>
          <a:p>
            <a:endParaRPr lang="en-GB" dirty="0"/>
          </a:p>
        </p:txBody>
      </p:sp>
      <p:sp>
        <p:nvSpPr>
          <p:cNvPr id="3" name="Text Placeholder 2">
            <a:extLst>
              <a:ext uri="{FF2B5EF4-FFF2-40B4-BE49-F238E27FC236}">
                <a16:creationId xmlns:a16="http://schemas.microsoft.com/office/drawing/2014/main" id="{37BBC09C-277C-1641-B1CA-0E0478886E31}"/>
              </a:ext>
            </a:extLst>
          </p:cNvPr>
          <p:cNvSpPr>
            <a:spLocks noGrp="1"/>
          </p:cNvSpPr>
          <p:nvPr>
            <p:ph type="body" sz="quarter" idx="13"/>
          </p:nvPr>
        </p:nvSpPr>
        <p:spPr/>
        <p:txBody>
          <a:bodyPr/>
          <a:lstStyle/>
          <a:p>
            <a:r>
              <a:rPr lang="en-GB" dirty="0"/>
              <a:t>Elliott Taguchi Dickinson, Master Student</a:t>
            </a:r>
          </a:p>
        </p:txBody>
      </p:sp>
      <p:sp>
        <p:nvSpPr>
          <p:cNvPr id="7" name="Text Placeholder 6">
            <a:extLst>
              <a:ext uri="{FF2B5EF4-FFF2-40B4-BE49-F238E27FC236}">
                <a16:creationId xmlns:a16="http://schemas.microsoft.com/office/drawing/2014/main" id="{6B12FC77-2B1E-AD44-9246-48303EB5138E}"/>
              </a:ext>
            </a:extLst>
          </p:cNvPr>
          <p:cNvSpPr>
            <a:spLocks noGrp="1"/>
          </p:cNvSpPr>
          <p:nvPr>
            <p:ph type="body" sz="quarter" idx="15"/>
          </p:nvPr>
        </p:nvSpPr>
        <p:spPr/>
        <p:txBody>
          <a:bodyPr/>
          <a:lstStyle/>
          <a:p>
            <a:r>
              <a:rPr lang="en-GB" dirty="0"/>
              <a:t>March 2026, group meeting presentation</a:t>
            </a:r>
          </a:p>
          <a:p>
            <a:endParaRPr lang="en-GB" dirty="0"/>
          </a:p>
        </p:txBody>
      </p:sp>
    </p:spTree>
    <p:extLst>
      <p:ext uri="{BB962C8B-B14F-4D97-AF65-F5344CB8AC3E}">
        <p14:creationId xmlns:p14="http://schemas.microsoft.com/office/powerpoint/2010/main" val="36809658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445D791-CCB3-1E41-9275-846295D53DCF}"/>
              </a:ext>
            </a:extLst>
          </p:cNvPr>
          <p:cNvSpPr>
            <a:spLocks noGrp="1"/>
          </p:cNvSpPr>
          <p:nvPr>
            <p:ph type="title"/>
          </p:nvPr>
        </p:nvSpPr>
        <p:spPr/>
        <p:txBody>
          <a:bodyPr/>
          <a:lstStyle/>
          <a:p>
            <a:r>
              <a:rPr lang="en-GB" dirty="0"/>
              <a:t>A quick reminder of my project</a:t>
            </a:r>
          </a:p>
        </p:txBody>
      </p:sp>
      <p:sp>
        <p:nvSpPr>
          <p:cNvPr id="5" name="Content Placeholder 4">
            <a:extLst>
              <a:ext uri="{FF2B5EF4-FFF2-40B4-BE49-F238E27FC236}">
                <a16:creationId xmlns:a16="http://schemas.microsoft.com/office/drawing/2014/main" id="{32A54480-C453-0249-AF66-494D6C878844}"/>
              </a:ext>
            </a:extLst>
          </p:cNvPr>
          <p:cNvSpPr>
            <a:spLocks noGrp="1"/>
          </p:cNvSpPr>
          <p:nvPr>
            <p:ph idx="1"/>
          </p:nvPr>
        </p:nvSpPr>
        <p:spPr/>
        <p:txBody>
          <a:bodyPr/>
          <a:lstStyle/>
          <a:p>
            <a:r>
              <a:rPr lang="en-GB" dirty="0">
                <a:latin typeface="Times New Roman" panose="02020603050405020304" pitchFamily="18" charset="0"/>
                <a:cs typeface="Times New Roman" panose="02020603050405020304" pitchFamily="18" charset="0"/>
              </a:rPr>
              <a:t>My title: Assessing AI Scoring Accuracy for De Novo Proteins</a:t>
            </a:r>
          </a:p>
          <a:p>
            <a:r>
              <a:rPr lang="en-GB" dirty="0">
                <a:latin typeface="Times New Roman" panose="02020603050405020304" pitchFamily="18" charset="0"/>
                <a:cs typeface="Times New Roman" panose="02020603050405020304" pitchFamily="18" charset="0"/>
              </a:rPr>
              <a:t>Using 8 AI models to predict structures of 400 experimentally validated de novo protein designs (peptides, mini proteins, antibodies, </a:t>
            </a:r>
            <a:r>
              <a:rPr lang="en-GB" dirty="0" err="1">
                <a:latin typeface="Times New Roman" panose="02020603050405020304" pitchFamily="18" charset="0"/>
                <a:cs typeface="Times New Roman" panose="02020603050405020304" pitchFamily="18" charset="0"/>
              </a:rPr>
              <a:t>scFv</a:t>
            </a:r>
            <a:r>
              <a:rPr lang="en-GB" dirty="0">
                <a:latin typeface="Times New Roman" panose="02020603050405020304" pitchFamily="18" charset="0"/>
                <a:cs typeface="Times New Roman" panose="02020603050405020304" pitchFamily="18" charset="0"/>
              </a:rPr>
              <a:t> and “others”) targeting EGFR</a:t>
            </a:r>
          </a:p>
          <a:p>
            <a:r>
              <a:rPr lang="en-GB" dirty="0">
                <a:latin typeface="Times New Roman" panose="02020603050405020304" pitchFamily="18" charset="0"/>
                <a:cs typeface="Times New Roman" panose="02020603050405020304" pitchFamily="18" charset="0"/>
              </a:rPr>
              <a:t>The Epidermal Growth Factor Receptor is a trans-membrane protein that regulates cell growth, survival and differentiation. Drives cancer progression, specially in lung and head cancers</a:t>
            </a:r>
          </a:p>
          <a:p>
            <a:r>
              <a:rPr lang="en-GB" dirty="0">
                <a:latin typeface="Times New Roman" panose="02020603050405020304" pitchFamily="18" charset="0"/>
                <a:cs typeface="Times New Roman" panose="02020603050405020304" pitchFamily="18" charset="0"/>
              </a:rPr>
              <a:t>Benchmarking these AI models against each other through comparative analysis of metrics – both provided by the models itself and calculated</a:t>
            </a:r>
          </a:p>
        </p:txBody>
      </p:sp>
      <p:sp>
        <p:nvSpPr>
          <p:cNvPr id="2" name="Date Placeholder 1">
            <a:extLst>
              <a:ext uri="{FF2B5EF4-FFF2-40B4-BE49-F238E27FC236}">
                <a16:creationId xmlns:a16="http://schemas.microsoft.com/office/drawing/2014/main" id="{CB3716D6-12A9-6848-9732-186C35C727AC}"/>
              </a:ext>
            </a:extLst>
          </p:cNvPr>
          <p:cNvSpPr>
            <a:spLocks noGrp="1"/>
          </p:cNvSpPr>
          <p:nvPr>
            <p:ph type="dt" sz="half" idx="10"/>
          </p:nvPr>
        </p:nvSpPr>
        <p:spPr/>
        <p:txBody>
          <a:bodyPr/>
          <a:lstStyle/>
          <a:p>
            <a:fld id="{DD0E0F33-965B-4006-BF25-D26E1C84904D}" type="datetime1">
              <a:rPr lang="en-GB" smtClean="0"/>
              <a:t>09/03/2026</a:t>
            </a:fld>
            <a:endParaRPr lang="en-GB" dirty="0"/>
          </a:p>
        </p:txBody>
      </p:sp>
      <p:sp>
        <p:nvSpPr>
          <p:cNvPr id="3" name="Slide Number Placeholder 2">
            <a:extLst>
              <a:ext uri="{FF2B5EF4-FFF2-40B4-BE49-F238E27FC236}">
                <a16:creationId xmlns:a16="http://schemas.microsoft.com/office/drawing/2014/main" id="{2A59EDD3-1818-064E-95C1-FCEF1BC9CCB9}"/>
              </a:ext>
            </a:extLst>
          </p:cNvPr>
          <p:cNvSpPr>
            <a:spLocks noGrp="1"/>
          </p:cNvSpPr>
          <p:nvPr>
            <p:ph type="sldNum" sz="quarter" idx="12"/>
          </p:nvPr>
        </p:nvSpPr>
        <p:spPr/>
        <p:txBody>
          <a:bodyPr/>
          <a:lstStyle/>
          <a:p>
            <a:fld id="{091A926C-488A-4E3E-9C21-57CAA120E114}" type="slidenum">
              <a:rPr lang="en-GB" smtClean="0"/>
              <a:t>2</a:t>
            </a:fld>
            <a:endParaRPr lang="en-GB" dirty="0"/>
          </a:p>
        </p:txBody>
      </p:sp>
    </p:spTree>
    <p:extLst>
      <p:ext uri="{BB962C8B-B14F-4D97-AF65-F5344CB8AC3E}">
        <p14:creationId xmlns:p14="http://schemas.microsoft.com/office/powerpoint/2010/main" val="10795769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26005-FC44-4063-5234-8BBC4FEA802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5F8C37F-5767-C658-4F47-87C639953785}"/>
              </a:ext>
            </a:extLst>
          </p:cNvPr>
          <p:cNvSpPr>
            <a:spLocks noGrp="1"/>
          </p:cNvSpPr>
          <p:nvPr>
            <p:ph type="title"/>
          </p:nvPr>
        </p:nvSpPr>
        <p:spPr/>
        <p:txBody>
          <a:bodyPr/>
          <a:lstStyle/>
          <a:p>
            <a:r>
              <a:rPr lang="en-GB" dirty="0"/>
              <a:t>Where am I right now?</a:t>
            </a:r>
          </a:p>
        </p:txBody>
      </p:sp>
      <p:pic>
        <p:nvPicPr>
          <p:cNvPr id="7" name="Content Placeholder 6" descr="A timeline of a timeline&#10;&#10;AI-generated content may be incorrect.">
            <a:extLst>
              <a:ext uri="{FF2B5EF4-FFF2-40B4-BE49-F238E27FC236}">
                <a16:creationId xmlns:a16="http://schemas.microsoft.com/office/drawing/2014/main" id="{931707D6-0A25-EBAD-6BE7-2EC8EAC094EF}"/>
              </a:ext>
            </a:extLst>
          </p:cNvPr>
          <p:cNvPicPr>
            <a:picLocks noGrp="1" noChangeAspect="1"/>
          </p:cNvPicPr>
          <p:nvPr>
            <p:ph idx="1"/>
          </p:nvPr>
        </p:nvPicPr>
        <p:blipFill>
          <a:blip r:embed="rId3"/>
          <a:stretch>
            <a:fillRect/>
          </a:stretch>
        </p:blipFill>
        <p:spPr>
          <a:xfrm>
            <a:off x="2165921" y="1638400"/>
            <a:ext cx="7858571" cy="4673600"/>
          </a:xfrm>
        </p:spPr>
      </p:pic>
      <p:sp>
        <p:nvSpPr>
          <p:cNvPr id="2" name="Date Placeholder 1">
            <a:extLst>
              <a:ext uri="{FF2B5EF4-FFF2-40B4-BE49-F238E27FC236}">
                <a16:creationId xmlns:a16="http://schemas.microsoft.com/office/drawing/2014/main" id="{10D33A38-20C3-B68F-4336-4DCD638E0A58}"/>
              </a:ext>
            </a:extLst>
          </p:cNvPr>
          <p:cNvSpPr>
            <a:spLocks noGrp="1"/>
          </p:cNvSpPr>
          <p:nvPr>
            <p:ph type="dt" sz="half" idx="10"/>
          </p:nvPr>
        </p:nvSpPr>
        <p:spPr/>
        <p:txBody>
          <a:bodyPr/>
          <a:lstStyle/>
          <a:p>
            <a:fld id="{DD0E0F33-965B-4006-BF25-D26E1C84904D}" type="datetime1">
              <a:rPr lang="en-GB" smtClean="0"/>
              <a:t>09/03/2026</a:t>
            </a:fld>
            <a:endParaRPr lang="en-GB" dirty="0"/>
          </a:p>
        </p:txBody>
      </p:sp>
      <p:sp>
        <p:nvSpPr>
          <p:cNvPr id="3" name="Slide Number Placeholder 2">
            <a:extLst>
              <a:ext uri="{FF2B5EF4-FFF2-40B4-BE49-F238E27FC236}">
                <a16:creationId xmlns:a16="http://schemas.microsoft.com/office/drawing/2014/main" id="{BEB74A62-6148-937C-E3EC-42AB1BA7FA6C}"/>
              </a:ext>
            </a:extLst>
          </p:cNvPr>
          <p:cNvSpPr>
            <a:spLocks noGrp="1"/>
          </p:cNvSpPr>
          <p:nvPr>
            <p:ph type="sldNum" sz="quarter" idx="12"/>
          </p:nvPr>
        </p:nvSpPr>
        <p:spPr/>
        <p:txBody>
          <a:bodyPr/>
          <a:lstStyle/>
          <a:p>
            <a:fld id="{091A926C-488A-4E3E-9C21-57CAA120E114}" type="slidenum">
              <a:rPr lang="en-GB" smtClean="0"/>
              <a:t>3</a:t>
            </a:fld>
            <a:endParaRPr lang="en-GB" dirty="0"/>
          </a:p>
        </p:txBody>
      </p:sp>
    </p:spTree>
    <p:extLst>
      <p:ext uri="{BB962C8B-B14F-4D97-AF65-F5344CB8AC3E}">
        <p14:creationId xmlns:p14="http://schemas.microsoft.com/office/powerpoint/2010/main" val="3064343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BBDD1F1-F931-10DC-E92A-907930429B6D}"/>
              </a:ext>
            </a:extLst>
          </p:cNvPr>
          <p:cNvSpPr>
            <a:spLocks noGrp="1"/>
          </p:cNvSpPr>
          <p:nvPr>
            <p:ph type="title"/>
          </p:nvPr>
        </p:nvSpPr>
        <p:spPr/>
        <p:txBody>
          <a:bodyPr/>
          <a:lstStyle/>
          <a:p>
            <a:r>
              <a:rPr lang="en-GB" dirty="0"/>
              <a:t>What does my data analysis consist of?</a:t>
            </a:r>
          </a:p>
        </p:txBody>
      </p:sp>
      <p:sp>
        <p:nvSpPr>
          <p:cNvPr id="8" name="Content Placeholder 7">
            <a:extLst>
              <a:ext uri="{FF2B5EF4-FFF2-40B4-BE49-F238E27FC236}">
                <a16:creationId xmlns:a16="http://schemas.microsoft.com/office/drawing/2014/main" id="{49496D0A-AF8F-D58B-09EC-A37528457AFC}"/>
              </a:ext>
            </a:extLst>
          </p:cNvPr>
          <p:cNvSpPr>
            <a:spLocks noGrp="1"/>
          </p:cNvSpPr>
          <p:nvPr>
            <p:ph sz="half" idx="1"/>
          </p:nvPr>
        </p:nvSpPr>
        <p:spPr/>
        <p:txBody>
          <a:bodyPr/>
          <a:lstStyle/>
          <a:p>
            <a:r>
              <a:rPr lang="en-GB" dirty="0">
                <a:latin typeface="Times New Roman" panose="02020603050405020304" pitchFamily="18" charset="0"/>
                <a:cs typeface="Times New Roman" panose="02020603050405020304" pitchFamily="18" charset="0"/>
              </a:rPr>
              <a:t>Calculating the RMSD of the binder between the models when:</a:t>
            </a:r>
            <a:br>
              <a:rPr lang="en-GB" dirty="0">
                <a:latin typeface="Times New Roman" panose="02020603050405020304" pitchFamily="18" charset="0"/>
                <a:cs typeface="Times New Roman" panose="02020603050405020304" pitchFamily="18" charset="0"/>
              </a:rPr>
            </a:br>
            <a:r>
              <a:rPr lang="en-GB" sz="2000" dirty="0">
                <a:latin typeface="Times New Roman" panose="02020603050405020304" pitchFamily="18" charset="0"/>
                <a:cs typeface="Times New Roman" panose="02020603050405020304" pitchFamily="18" charset="0"/>
              </a:rPr>
              <a:t>	1. I super impose on the target</a:t>
            </a:r>
            <a:br>
              <a:rPr lang="en-GB" sz="2000" dirty="0">
                <a:latin typeface="Times New Roman" panose="02020603050405020304" pitchFamily="18" charset="0"/>
                <a:cs typeface="Times New Roman" panose="02020603050405020304" pitchFamily="18" charset="0"/>
              </a:rPr>
            </a:br>
            <a:r>
              <a:rPr lang="en-GB" sz="2000" dirty="0">
                <a:latin typeface="Times New Roman" panose="02020603050405020304" pitchFamily="18" charset="0"/>
                <a:cs typeface="Times New Roman" panose="02020603050405020304" pitchFamily="18" charset="0"/>
              </a:rPr>
              <a:t>	2. I super impose on the binder</a:t>
            </a:r>
          </a:p>
          <a:p>
            <a:r>
              <a:rPr lang="en-GB" dirty="0">
                <a:latin typeface="Times New Roman" panose="02020603050405020304" pitchFamily="18" charset="0"/>
                <a:cs typeface="Times New Roman" panose="02020603050405020304" pitchFamily="18" charset="0"/>
              </a:rPr>
              <a:t>Do it for each model as the reference point and do it between each model.</a:t>
            </a:r>
          </a:p>
        </p:txBody>
      </p:sp>
      <p:sp>
        <p:nvSpPr>
          <p:cNvPr id="9" name="Content Placeholder 8">
            <a:extLst>
              <a:ext uri="{FF2B5EF4-FFF2-40B4-BE49-F238E27FC236}">
                <a16:creationId xmlns:a16="http://schemas.microsoft.com/office/drawing/2014/main" id="{935A0246-6A7D-CE6D-4CAA-6B3AD9561F62}"/>
              </a:ext>
            </a:extLst>
          </p:cNvPr>
          <p:cNvSpPr>
            <a:spLocks noGrp="1"/>
          </p:cNvSpPr>
          <p:nvPr>
            <p:ph sz="half" idx="2"/>
          </p:nvPr>
        </p:nvSpPr>
        <p:spPr/>
        <p:txBody>
          <a:bodyPr/>
          <a:lstStyle/>
          <a:p>
            <a:r>
              <a:rPr lang="en-GB" dirty="0">
                <a:latin typeface="Times New Roman" panose="02020603050405020304" pitchFamily="18" charset="0"/>
                <a:cs typeface="Times New Roman" panose="02020603050405020304" pitchFamily="18" charset="0"/>
              </a:rPr>
              <a:t>Investigate the contact interface between the models (Cut off 4.5 </a:t>
            </a:r>
            <a:r>
              <a:rPr lang="en-GB" dirty="0" err="1">
                <a:latin typeface="Times New Roman" panose="02020603050405020304" pitchFamily="18" charset="0"/>
                <a:cs typeface="Times New Roman" panose="02020603050405020304" pitchFamily="18" charset="0"/>
              </a:rPr>
              <a:t>Å</a:t>
            </a:r>
            <a:r>
              <a:rPr lang="en-GB" dirty="0">
                <a:latin typeface="Times New Roman" panose="02020603050405020304" pitchFamily="18" charset="0"/>
                <a:cs typeface="Times New Roman" panose="02020603050405020304" pitchFamily="18" charset="0"/>
              </a:rPr>
              <a:t>)</a:t>
            </a:r>
            <a:br>
              <a:rPr lang="en-GB" dirty="0">
                <a:latin typeface="Times New Roman" panose="02020603050405020304" pitchFamily="18" charset="0"/>
                <a:cs typeface="Times New Roman" panose="02020603050405020304" pitchFamily="18" charset="0"/>
              </a:rPr>
            </a:br>
            <a:r>
              <a:rPr lang="en-GB" sz="2000" dirty="0">
                <a:latin typeface="Times New Roman" panose="02020603050405020304" pitchFamily="18" charset="0"/>
                <a:cs typeface="Times New Roman" panose="02020603050405020304" pitchFamily="18" charset="0"/>
              </a:rPr>
              <a:t>	1. Jaccard coefficient</a:t>
            </a:r>
            <a:br>
              <a:rPr lang="en-GB" sz="2000" dirty="0">
                <a:latin typeface="Times New Roman" panose="02020603050405020304" pitchFamily="18" charset="0"/>
                <a:cs typeface="Times New Roman" panose="02020603050405020304" pitchFamily="18" charset="0"/>
              </a:rPr>
            </a:br>
            <a:r>
              <a:rPr lang="en-GB" sz="2000" dirty="0">
                <a:latin typeface="Times New Roman" panose="02020603050405020304" pitchFamily="18" charset="0"/>
                <a:cs typeface="Times New Roman" panose="02020603050405020304" pitchFamily="18" charset="0"/>
              </a:rPr>
              <a:t>	2. Binder/target interface size</a:t>
            </a:r>
          </a:p>
          <a:p>
            <a:r>
              <a:rPr lang="en-GB" sz="1800" dirty="0">
                <a:latin typeface="Times New Roman" panose="02020603050405020304" pitchFamily="18" charset="0"/>
                <a:cs typeface="Times New Roman" panose="02020603050405020304" pitchFamily="18" charset="0"/>
              </a:rPr>
              <a:t>Jaccard Binder value: Agreement between two models on which binder residues are binding to the target</a:t>
            </a:r>
          </a:p>
          <a:p>
            <a:r>
              <a:rPr lang="en-GB" sz="1800" dirty="0">
                <a:latin typeface="Times New Roman" panose="02020603050405020304" pitchFamily="18" charset="0"/>
                <a:cs typeface="Times New Roman" panose="02020603050405020304" pitchFamily="18" charset="0"/>
              </a:rPr>
              <a:t>Jaccard target value: Agreement between two models on which target residues are binding to the binder</a:t>
            </a:r>
          </a:p>
        </p:txBody>
      </p:sp>
      <p:sp>
        <p:nvSpPr>
          <p:cNvPr id="2" name="Date Placeholder 1">
            <a:extLst>
              <a:ext uri="{FF2B5EF4-FFF2-40B4-BE49-F238E27FC236}">
                <a16:creationId xmlns:a16="http://schemas.microsoft.com/office/drawing/2014/main" id="{79D8D8CE-FCFB-854F-9B04-68E9294731BB}"/>
              </a:ext>
            </a:extLst>
          </p:cNvPr>
          <p:cNvSpPr>
            <a:spLocks noGrp="1"/>
          </p:cNvSpPr>
          <p:nvPr>
            <p:ph type="dt" sz="half" idx="10"/>
          </p:nvPr>
        </p:nvSpPr>
        <p:spPr/>
        <p:txBody>
          <a:bodyPr/>
          <a:lstStyle/>
          <a:p>
            <a:fld id="{55673025-AC33-4B51-AB70-3110FF3042C8}" type="datetime1">
              <a:rPr lang="en-GB" smtClean="0"/>
              <a:t>09/03/2026</a:t>
            </a:fld>
            <a:endParaRPr lang="en-GB" dirty="0"/>
          </a:p>
        </p:txBody>
      </p:sp>
      <p:sp>
        <p:nvSpPr>
          <p:cNvPr id="3" name="Slide Number Placeholder 2">
            <a:extLst>
              <a:ext uri="{FF2B5EF4-FFF2-40B4-BE49-F238E27FC236}">
                <a16:creationId xmlns:a16="http://schemas.microsoft.com/office/drawing/2014/main" id="{1311F2CF-A41F-BC40-BDEF-887570989BBF}"/>
              </a:ext>
            </a:extLst>
          </p:cNvPr>
          <p:cNvSpPr>
            <a:spLocks noGrp="1"/>
          </p:cNvSpPr>
          <p:nvPr>
            <p:ph type="sldNum" sz="quarter" idx="12"/>
          </p:nvPr>
        </p:nvSpPr>
        <p:spPr/>
        <p:txBody>
          <a:bodyPr/>
          <a:lstStyle/>
          <a:p>
            <a:fld id="{091A926C-488A-4E3E-9C21-57CAA120E114}" type="slidenum">
              <a:rPr lang="en-GB" smtClean="0"/>
              <a:t>4</a:t>
            </a:fld>
            <a:endParaRPr lang="en-GB" dirty="0"/>
          </a:p>
        </p:txBody>
      </p:sp>
    </p:spTree>
    <p:extLst>
      <p:ext uri="{BB962C8B-B14F-4D97-AF65-F5344CB8AC3E}">
        <p14:creationId xmlns:p14="http://schemas.microsoft.com/office/powerpoint/2010/main" val="325136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F6042-BD7D-5DBD-C26C-1920C1132C2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47C7856-20C9-B82D-5A93-C230D8CAC79E}"/>
              </a:ext>
            </a:extLst>
          </p:cNvPr>
          <p:cNvSpPr>
            <a:spLocks noGrp="1"/>
          </p:cNvSpPr>
          <p:nvPr>
            <p:ph type="title"/>
          </p:nvPr>
        </p:nvSpPr>
        <p:spPr>
          <a:xfrm>
            <a:off x="588964" y="620714"/>
            <a:ext cx="11012486" cy="865186"/>
          </a:xfrm>
        </p:spPr>
        <p:txBody>
          <a:bodyPr anchor="t">
            <a:normAutofit/>
          </a:bodyPr>
          <a:lstStyle/>
          <a:p>
            <a:r>
              <a:rPr lang="en-GB" dirty="0"/>
              <a:t>Jaccard calculation</a:t>
            </a:r>
          </a:p>
        </p:txBody>
      </p:sp>
      <p:sp>
        <p:nvSpPr>
          <p:cNvPr id="8" name="Content Placeholder 7">
            <a:extLst>
              <a:ext uri="{FF2B5EF4-FFF2-40B4-BE49-F238E27FC236}">
                <a16:creationId xmlns:a16="http://schemas.microsoft.com/office/drawing/2014/main" id="{1A8EAA22-58CE-EDC0-A125-DBB949BAA718}"/>
              </a:ext>
            </a:extLst>
          </p:cNvPr>
          <p:cNvSpPr>
            <a:spLocks noGrp="1"/>
          </p:cNvSpPr>
          <p:nvPr>
            <p:ph sz="half" idx="1"/>
          </p:nvPr>
        </p:nvSpPr>
        <p:spPr>
          <a:xfrm>
            <a:off x="588964" y="1628775"/>
            <a:ext cx="5356800" cy="4672800"/>
          </a:xfrm>
        </p:spPr>
        <p:txBody>
          <a:bodyPr>
            <a:normAutofit/>
          </a:bodyPr>
          <a:lstStyle/>
          <a:p>
            <a:r>
              <a:rPr lang="en-GB" b="1" i="0" dirty="0">
                <a:effectLst/>
              </a:rPr>
              <a:t>Jaccard Similarity</a:t>
            </a:r>
            <a:r>
              <a:rPr lang="en-GB" b="0" i="0" dirty="0">
                <a:effectLst/>
              </a:rPr>
              <a:t> = (number of observations in both sets) / (number in either set)</a:t>
            </a:r>
          </a:p>
          <a:p>
            <a:endParaRPr lang="en-GB" dirty="0"/>
          </a:p>
        </p:txBody>
      </p:sp>
      <p:pic>
        <p:nvPicPr>
          <p:cNvPr id="5" name="Content Placeholder 4" descr="A black background with white text&#10;&#10;AI-generated content may be incorrect.">
            <a:extLst>
              <a:ext uri="{FF2B5EF4-FFF2-40B4-BE49-F238E27FC236}">
                <a16:creationId xmlns:a16="http://schemas.microsoft.com/office/drawing/2014/main" id="{3C61326F-CFE1-980A-5E32-931C6CA1C251}"/>
              </a:ext>
            </a:extLst>
          </p:cNvPr>
          <p:cNvPicPr>
            <a:picLocks noGrp="1" noChangeAspect="1"/>
          </p:cNvPicPr>
          <p:nvPr>
            <p:ph sz="half" idx="2"/>
          </p:nvPr>
        </p:nvPicPr>
        <p:blipFill>
          <a:blip r:embed="rId3"/>
          <a:stretch>
            <a:fillRect/>
          </a:stretch>
        </p:blipFill>
        <p:spPr>
          <a:xfrm>
            <a:off x="749400" y="2931587"/>
            <a:ext cx="3984300" cy="1274976"/>
          </a:xfrm>
          <a:noFill/>
        </p:spPr>
      </p:pic>
      <p:sp>
        <p:nvSpPr>
          <p:cNvPr id="2" name="Date Placeholder 1">
            <a:extLst>
              <a:ext uri="{FF2B5EF4-FFF2-40B4-BE49-F238E27FC236}">
                <a16:creationId xmlns:a16="http://schemas.microsoft.com/office/drawing/2014/main" id="{921846E3-436D-2B79-5BB5-FA6BC0283F94}"/>
              </a:ext>
            </a:extLst>
          </p:cNvPr>
          <p:cNvSpPr>
            <a:spLocks noGrp="1"/>
          </p:cNvSpPr>
          <p:nvPr>
            <p:ph type="dt" sz="half" idx="10"/>
          </p:nvPr>
        </p:nvSpPr>
        <p:spPr>
          <a:xfrm>
            <a:off x="10329111" y="85745"/>
            <a:ext cx="814976" cy="176797"/>
          </a:xfrm>
        </p:spPr>
        <p:txBody>
          <a:bodyPr anchor="b">
            <a:normAutofit/>
          </a:bodyPr>
          <a:lstStyle/>
          <a:p>
            <a:pPr>
              <a:spcAft>
                <a:spcPts val="600"/>
              </a:spcAft>
            </a:pPr>
            <a:fld id="{55673025-AC33-4B51-AB70-3110FF3042C8}" type="datetime1">
              <a:rPr lang="en-GB" smtClean="0"/>
              <a:pPr>
                <a:spcAft>
                  <a:spcPts val="600"/>
                </a:spcAft>
              </a:pPr>
              <a:t>09/03/2026</a:t>
            </a:fld>
            <a:endParaRPr lang="en-GB"/>
          </a:p>
        </p:txBody>
      </p:sp>
      <p:sp>
        <p:nvSpPr>
          <p:cNvPr id="3" name="Slide Number Placeholder 2">
            <a:extLst>
              <a:ext uri="{FF2B5EF4-FFF2-40B4-BE49-F238E27FC236}">
                <a16:creationId xmlns:a16="http://schemas.microsoft.com/office/drawing/2014/main" id="{97D1EFDF-F478-5549-76B1-25F1FCA75096}"/>
              </a:ext>
            </a:extLst>
          </p:cNvPr>
          <p:cNvSpPr>
            <a:spLocks noGrp="1"/>
          </p:cNvSpPr>
          <p:nvPr>
            <p:ph type="sldNum" sz="quarter" idx="12"/>
          </p:nvPr>
        </p:nvSpPr>
        <p:spPr>
          <a:xfrm>
            <a:off x="11219691" y="85745"/>
            <a:ext cx="381759" cy="176797"/>
          </a:xfrm>
        </p:spPr>
        <p:txBody>
          <a:bodyPr anchor="b">
            <a:normAutofit/>
          </a:bodyPr>
          <a:lstStyle/>
          <a:p>
            <a:pPr>
              <a:spcAft>
                <a:spcPts val="600"/>
              </a:spcAft>
            </a:pPr>
            <a:fld id="{091A926C-488A-4E3E-9C21-57CAA120E114}" type="slidenum">
              <a:rPr lang="en-GB" smtClean="0"/>
              <a:pPr>
                <a:spcAft>
                  <a:spcPts val="600"/>
                </a:spcAft>
              </a:pPr>
              <a:t>5</a:t>
            </a:fld>
            <a:endParaRPr lang="en-GB"/>
          </a:p>
        </p:txBody>
      </p:sp>
      <p:pic>
        <p:nvPicPr>
          <p:cNvPr id="1026" name="Picture 2">
            <a:extLst>
              <a:ext uri="{FF2B5EF4-FFF2-40B4-BE49-F238E27FC236}">
                <a16:creationId xmlns:a16="http://schemas.microsoft.com/office/drawing/2014/main" id="{AAC31624-D7F2-6219-4A58-904CAFCD51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2550" y="2892507"/>
            <a:ext cx="7189450" cy="334477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57ACFE19-F014-19DB-0EF3-EE205792F0D3}"/>
              </a:ext>
            </a:extLst>
          </p:cNvPr>
          <p:cNvSpPr txBox="1"/>
          <p:nvPr/>
        </p:nvSpPr>
        <p:spPr>
          <a:xfrm>
            <a:off x="5002550" y="6226432"/>
            <a:ext cx="5220981" cy="184666"/>
          </a:xfrm>
          <a:prstGeom prst="rect">
            <a:avLst/>
          </a:prstGeom>
        </p:spPr>
        <p:txBody>
          <a:bodyPr vert="horz" wrap="none" lIns="0" tIns="0" rIns="0" bIns="0" rtlCol="0" anchor="t" anchorCtr="0">
            <a:sp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200" i="1" dirty="0">
                <a:latin typeface="Times New Roman" panose="02020603050405020304" pitchFamily="18" charset="0"/>
                <a:cs typeface="Times New Roman" panose="02020603050405020304" pitchFamily="18" charset="0"/>
              </a:rPr>
              <a:t>Source: https://mayurdhvajsinhjadeja.medium.com/jaccard-similarity-34e2c15fb524</a:t>
            </a:r>
            <a:endParaRPr lang="en-DK" sz="1100" b="0" i="1" dirty="0">
              <a:solidFill>
                <a:schemeClr val="tx1"/>
              </a:solidFill>
              <a:latin typeface="Times New Roman" panose="02020603050405020304" pitchFamily="18" charset="0"/>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F82473C9-3E6E-61A6-6C90-1DE8AA89EDE5}"/>
              </a:ext>
            </a:extLst>
          </p:cNvPr>
          <p:cNvGraphicFramePr>
            <a:graphicFrameLocks noGrp="1"/>
          </p:cNvGraphicFramePr>
          <p:nvPr>
            <p:extLst>
              <p:ext uri="{D42A27DB-BD31-4B8C-83A1-F6EECF244321}">
                <p14:modId xmlns:p14="http://schemas.microsoft.com/office/powerpoint/2010/main" val="3808913307"/>
              </p:ext>
            </p:extLst>
          </p:nvPr>
        </p:nvGraphicFramePr>
        <p:xfrm>
          <a:off x="6095998" y="441252"/>
          <a:ext cx="6008018" cy="2703548"/>
        </p:xfrm>
        <a:graphic>
          <a:graphicData uri="http://schemas.openxmlformats.org/drawingml/2006/table">
            <a:tbl>
              <a:tblPr/>
              <a:tblGrid>
                <a:gridCol w="3004009">
                  <a:extLst>
                    <a:ext uri="{9D8B030D-6E8A-4147-A177-3AD203B41FA5}">
                      <a16:colId xmlns:a16="http://schemas.microsoft.com/office/drawing/2014/main" val="2163485377"/>
                    </a:ext>
                  </a:extLst>
                </a:gridCol>
                <a:gridCol w="3004009">
                  <a:extLst>
                    <a:ext uri="{9D8B030D-6E8A-4147-A177-3AD203B41FA5}">
                      <a16:colId xmlns:a16="http://schemas.microsoft.com/office/drawing/2014/main" val="2282909039"/>
                    </a:ext>
                  </a:extLst>
                </a:gridCol>
              </a:tblGrid>
              <a:tr h="276054">
                <a:tc>
                  <a:txBody>
                    <a:bodyPr/>
                    <a:lstStyle/>
                    <a:p>
                      <a:r>
                        <a:rPr lang="en-GB" sz="1800"/>
                        <a:t>Value</a:t>
                      </a:r>
                    </a:p>
                  </a:txBody>
                  <a:tcPr anchor="ctr">
                    <a:lnL>
                      <a:noFill/>
                    </a:lnL>
                    <a:lnR>
                      <a:noFill/>
                    </a:lnR>
                    <a:lnT>
                      <a:noFill/>
                    </a:lnT>
                    <a:lnB>
                      <a:noFill/>
                    </a:lnB>
                    <a:noFill/>
                  </a:tcPr>
                </a:tc>
                <a:tc>
                  <a:txBody>
                    <a:bodyPr/>
                    <a:lstStyle/>
                    <a:p>
                      <a:r>
                        <a:rPr lang="en-GB" sz="1800"/>
                        <a:t>Meaning</a:t>
                      </a:r>
                    </a:p>
                  </a:txBody>
                  <a:tcPr anchor="ctr">
                    <a:lnL>
                      <a:noFill/>
                    </a:lnL>
                    <a:lnR>
                      <a:noFill/>
                    </a:lnR>
                    <a:lnT>
                      <a:noFill/>
                    </a:lnT>
                    <a:lnB>
                      <a:noFill/>
                    </a:lnB>
                    <a:noFill/>
                  </a:tcPr>
                </a:tc>
                <a:extLst>
                  <a:ext uri="{0D108BD9-81ED-4DB2-BD59-A6C34878D82A}">
                    <a16:rowId xmlns:a16="http://schemas.microsoft.com/office/drawing/2014/main" val="3626006759"/>
                  </a:ext>
                </a:extLst>
              </a:tr>
              <a:tr h="276054">
                <a:tc>
                  <a:txBody>
                    <a:bodyPr/>
                    <a:lstStyle/>
                    <a:p>
                      <a:r>
                        <a:rPr lang="en-DK" sz="1800"/>
                        <a:t>1.0</a:t>
                      </a:r>
                    </a:p>
                  </a:txBody>
                  <a:tcPr anchor="ctr">
                    <a:lnL>
                      <a:noFill/>
                    </a:lnL>
                    <a:lnR>
                      <a:noFill/>
                    </a:lnR>
                    <a:lnT>
                      <a:noFill/>
                    </a:lnT>
                    <a:lnB>
                      <a:noFill/>
                    </a:lnB>
                    <a:noFill/>
                  </a:tcPr>
                </a:tc>
                <a:tc>
                  <a:txBody>
                    <a:bodyPr/>
                    <a:lstStyle/>
                    <a:p>
                      <a:r>
                        <a:rPr lang="en-GB" sz="1800"/>
                        <a:t>Perfect agreement</a:t>
                      </a:r>
                    </a:p>
                  </a:txBody>
                  <a:tcPr anchor="ctr">
                    <a:lnL>
                      <a:noFill/>
                    </a:lnL>
                    <a:lnR>
                      <a:noFill/>
                    </a:lnR>
                    <a:lnT>
                      <a:noFill/>
                    </a:lnT>
                    <a:lnB>
                      <a:noFill/>
                    </a:lnB>
                    <a:noFill/>
                  </a:tcPr>
                </a:tc>
                <a:extLst>
                  <a:ext uri="{0D108BD9-81ED-4DB2-BD59-A6C34878D82A}">
                    <a16:rowId xmlns:a16="http://schemas.microsoft.com/office/drawing/2014/main" val="3818661376"/>
                  </a:ext>
                </a:extLst>
              </a:tr>
              <a:tr h="483094">
                <a:tc>
                  <a:txBody>
                    <a:bodyPr/>
                    <a:lstStyle/>
                    <a:p>
                      <a:r>
                        <a:rPr lang="en-DK" sz="1800"/>
                        <a:t>0.7–0.9</a:t>
                      </a:r>
                    </a:p>
                  </a:txBody>
                  <a:tcPr anchor="ctr">
                    <a:lnL>
                      <a:noFill/>
                    </a:lnL>
                    <a:lnR>
                      <a:noFill/>
                    </a:lnR>
                    <a:lnT>
                      <a:noFill/>
                    </a:lnT>
                    <a:lnB>
                      <a:noFill/>
                    </a:lnB>
                    <a:noFill/>
                  </a:tcPr>
                </a:tc>
                <a:tc>
                  <a:txBody>
                    <a:bodyPr/>
                    <a:lstStyle/>
                    <a:p>
                      <a:r>
                        <a:rPr lang="en-GB" sz="1800"/>
                        <a:t>Very strong agreement</a:t>
                      </a:r>
                    </a:p>
                  </a:txBody>
                  <a:tcPr anchor="ctr">
                    <a:lnL>
                      <a:noFill/>
                    </a:lnL>
                    <a:lnR>
                      <a:noFill/>
                    </a:lnR>
                    <a:lnT>
                      <a:noFill/>
                    </a:lnT>
                    <a:lnB>
                      <a:noFill/>
                    </a:lnB>
                    <a:noFill/>
                  </a:tcPr>
                </a:tc>
                <a:extLst>
                  <a:ext uri="{0D108BD9-81ED-4DB2-BD59-A6C34878D82A}">
                    <a16:rowId xmlns:a16="http://schemas.microsoft.com/office/drawing/2014/main" val="1151893535"/>
                  </a:ext>
                </a:extLst>
              </a:tr>
              <a:tr h="483094">
                <a:tc>
                  <a:txBody>
                    <a:bodyPr/>
                    <a:lstStyle/>
                    <a:p>
                      <a:r>
                        <a:rPr lang="en-DK" sz="1800"/>
                        <a:t>0.4–0.6</a:t>
                      </a:r>
                    </a:p>
                  </a:txBody>
                  <a:tcPr anchor="ctr">
                    <a:lnL>
                      <a:noFill/>
                    </a:lnL>
                    <a:lnR>
                      <a:noFill/>
                    </a:lnR>
                    <a:lnT>
                      <a:noFill/>
                    </a:lnT>
                    <a:lnB>
                      <a:noFill/>
                    </a:lnB>
                    <a:noFill/>
                  </a:tcPr>
                </a:tc>
                <a:tc>
                  <a:txBody>
                    <a:bodyPr/>
                    <a:lstStyle/>
                    <a:p>
                      <a:r>
                        <a:rPr lang="en-GB" sz="1800"/>
                        <a:t>Moderate agreement</a:t>
                      </a:r>
                    </a:p>
                  </a:txBody>
                  <a:tcPr anchor="ctr">
                    <a:lnL>
                      <a:noFill/>
                    </a:lnL>
                    <a:lnR>
                      <a:noFill/>
                    </a:lnR>
                    <a:lnT>
                      <a:noFill/>
                    </a:lnT>
                    <a:lnB>
                      <a:noFill/>
                    </a:lnB>
                    <a:noFill/>
                  </a:tcPr>
                </a:tc>
                <a:extLst>
                  <a:ext uri="{0D108BD9-81ED-4DB2-BD59-A6C34878D82A}">
                    <a16:rowId xmlns:a16="http://schemas.microsoft.com/office/drawing/2014/main" val="2284518163"/>
                  </a:ext>
                </a:extLst>
              </a:tr>
              <a:tr h="276054">
                <a:tc>
                  <a:txBody>
                    <a:bodyPr/>
                    <a:lstStyle/>
                    <a:p>
                      <a:r>
                        <a:rPr lang="en-DK" sz="1800"/>
                        <a:t>0.1–0.3</a:t>
                      </a:r>
                    </a:p>
                  </a:txBody>
                  <a:tcPr anchor="ctr">
                    <a:lnL>
                      <a:noFill/>
                    </a:lnL>
                    <a:lnR>
                      <a:noFill/>
                    </a:lnR>
                    <a:lnT>
                      <a:noFill/>
                    </a:lnT>
                    <a:lnB>
                      <a:noFill/>
                    </a:lnB>
                    <a:noFill/>
                  </a:tcPr>
                </a:tc>
                <a:tc>
                  <a:txBody>
                    <a:bodyPr/>
                    <a:lstStyle/>
                    <a:p>
                      <a:r>
                        <a:rPr lang="en-GB" sz="1800"/>
                        <a:t>Weak agreement</a:t>
                      </a:r>
                    </a:p>
                  </a:txBody>
                  <a:tcPr anchor="ctr">
                    <a:lnL>
                      <a:noFill/>
                    </a:lnL>
                    <a:lnR>
                      <a:noFill/>
                    </a:lnR>
                    <a:lnT>
                      <a:noFill/>
                    </a:lnT>
                    <a:lnB>
                      <a:noFill/>
                    </a:lnB>
                    <a:noFill/>
                  </a:tcPr>
                </a:tc>
                <a:extLst>
                  <a:ext uri="{0D108BD9-81ED-4DB2-BD59-A6C34878D82A}">
                    <a16:rowId xmlns:a16="http://schemas.microsoft.com/office/drawing/2014/main" val="1552312354"/>
                  </a:ext>
                </a:extLst>
              </a:tr>
              <a:tr h="483094">
                <a:tc>
                  <a:txBody>
                    <a:bodyPr/>
                    <a:lstStyle/>
                    <a:p>
                      <a:r>
                        <a:rPr lang="en-DK" sz="1800"/>
                        <a:t>0.0</a:t>
                      </a:r>
                    </a:p>
                  </a:txBody>
                  <a:tcPr anchor="ctr">
                    <a:lnL>
                      <a:noFill/>
                    </a:lnL>
                    <a:lnR>
                      <a:noFill/>
                    </a:lnR>
                    <a:lnT>
                      <a:noFill/>
                    </a:lnT>
                    <a:lnB>
                      <a:noFill/>
                    </a:lnB>
                    <a:noFill/>
                  </a:tcPr>
                </a:tc>
                <a:tc>
                  <a:txBody>
                    <a:bodyPr/>
                    <a:lstStyle/>
                    <a:p>
                      <a:r>
                        <a:rPr lang="en-GB" sz="1800" dirty="0"/>
                        <a:t>No shared predicted residues</a:t>
                      </a:r>
                    </a:p>
                  </a:txBody>
                  <a:tcPr anchor="ctr">
                    <a:lnL>
                      <a:noFill/>
                    </a:lnL>
                    <a:lnR>
                      <a:noFill/>
                    </a:lnR>
                    <a:lnT>
                      <a:noFill/>
                    </a:lnT>
                    <a:lnB>
                      <a:noFill/>
                    </a:lnB>
                    <a:noFill/>
                  </a:tcPr>
                </a:tc>
                <a:extLst>
                  <a:ext uri="{0D108BD9-81ED-4DB2-BD59-A6C34878D82A}">
                    <a16:rowId xmlns:a16="http://schemas.microsoft.com/office/drawing/2014/main" val="3786905792"/>
                  </a:ext>
                </a:extLst>
              </a:tr>
            </a:tbl>
          </a:graphicData>
        </a:graphic>
      </p:graphicFrame>
    </p:spTree>
    <p:extLst>
      <p:ext uri="{BB962C8B-B14F-4D97-AF65-F5344CB8AC3E}">
        <p14:creationId xmlns:p14="http://schemas.microsoft.com/office/powerpoint/2010/main" val="11610609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EE201-34C1-9919-A1C1-FFA3C4BAE8B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B614B81-E36C-6A09-A421-CE95F2069008}"/>
              </a:ext>
            </a:extLst>
          </p:cNvPr>
          <p:cNvSpPr>
            <a:spLocks noGrp="1"/>
          </p:cNvSpPr>
          <p:nvPr>
            <p:ph type="title"/>
          </p:nvPr>
        </p:nvSpPr>
        <p:spPr/>
        <p:txBody>
          <a:bodyPr/>
          <a:lstStyle/>
          <a:p>
            <a:r>
              <a:rPr lang="en-GB" dirty="0"/>
              <a:t>What else does my data analysis consist of?</a:t>
            </a:r>
          </a:p>
        </p:txBody>
      </p:sp>
      <p:sp>
        <p:nvSpPr>
          <p:cNvPr id="8" name="Content Placeholder 7">
            <a:extLst>
              <a:ext uri="{FF2B5EF4-FFF2-40B4-BE49-F238E27FC236}">
                <a16:creationId xmlns:a16="http://schemas.microsoft.com/office/drawing/2014/main" id="{F2AFB189-1BD7-C319-3DDE-1D4A667BC7EF}"/>
              </a:ext>
            </a:extLst>
          </p:cNvPr>
          <p:cNvSpPr>
            <a:spLocks noGrp="1"/>
          </p:cNvSpPr>
          <p:nvPr>
            <p:ph sz="half" idx="1"/>
          </p:nvPr>
        </p:nvSpPr>
        <p:spPr/>
        <p:txBody>
          <a:bodyPr/>
          <a:lstStyle/>
          <a:p>
            <a:r>
              <a:rPr lang="en-GB" dirty="0"/>
              <a:t>A correlational analysis of the other metrics provided by the models itself</a:t>
            </a:r>
          </a:p>
          <a:p>
            <a:r>
              <a:rPr lang="en-GB" dirty="0"/>
              <a:t>If time allows it, run on another data set</a:t>
            </a:r>
          </a:p>
          <a:p>
            <a:pPr marL="0" indent="0">
              <a:buNone/>
            </a:pPr>
            <a:endParaRPr lang="en-GB" dirty="0"/>
          </a:p>
        </p:txBody>
      </p:sp>
      <p:sp>
        <p:nvSpPr>
          <p:cNvPr id="9" name="Content Placeholder 8">
            <a:extLst>
              <a:ext uri="{FF2B5EF4-FFF2-40B4-BE49-F238E27FC236}">
                <a16:creationId xmlns:a16="http://schemas.microsoft.com/office/drawing/2014/main" id="{BB4A32D4-E6EB-D3B6-9C77-A2CA2627436B}"/>
              </a:ext>
            </a:extLst>
          </p:cNvPr>
          <p:cNvSpPr>
            <a:spLocks noGrp="1"/>
          </p:cNvSpPr>
          <p:nvPr>
            <p:ph sz="half" idx="2"/>
          </p:nvPr>
        </p:nvSpPr>
        <p:spPr/>
        <p:txBody>
          <a:bodyPr/>
          <a:lstStyle/>
          <a:p>
            <a:r>
              <a:rPr lang="en-GB" dirty="0"/>
              <a:t>Consensus analysis in the end</a:t>
            </a:r>
          </a:p>
          <a:p>
            <a:pPr marL="0" indent="0">
              <a:buNone/>
            </a:pPr>
            <a:endParaRPr lang="en-GB" dirty="0"/>
          </a:p>
        </p:txBody>
      </p:sp>
      <p:sp>
        <p:nvSpPr>
          <p:cNvPr id="2" name="Date Placeholder 1">
            <a:extLst>
              <a:ext uri="{FF2B5EF4-FFF2-40B4-BE49-F238E27FC236}">
                <a16:creationId xmlns:a16="http://schemas.microsoft.com/office/drawing/2014/main" id="{E06FA9EA-D084-F438-1F25-2300CECF6BCD}"/>
              </a:ext>
            </a:extLst>
          </p:cNvPr>
          <p:cNvSpPr>
            <a:spLocks noGrp="1"/>
          </p:cNvSpPr>
          <p:nvPr>
            <p:ph type="dt" sz="half" idx="10"/>
          </p:nvPr>
        </p:nvSpPr>
        <p:spPr/>
        <p:txBody>
          <a:bodyPr/>
          <a:lstStyle/>
          <a:p>
            <a:fld id="{55673025-AC33-4B51-AB70-3110FF3042C8}" type="datetime1">
              <a:rPr lang="en-GB" smtClean="0"/>
              <a:t>09/03/2026</a:t>
            </a:fld>
            <a:endParaRPr lang="en-GB" dirty="0"/>
          </a:p>
        </p:txBody>
      </p:sp>
      <p:sp>
        <p:nvSpPr>
          <p:cNvPr id="3" name="Slide Number Placeholder 2">
            <a:extLst>
              <a:ext uri="{FF2B5EF4-FFF2-40B4-BE49-F238E27FC236}">
                <a16:creationId xmlns:a16="http://schemas.microsoft.com/office/drawing/2014/main" id="{527905FA-82B6-28D0-0093-15A2F3899BE9}"/>
              </a:ext>
            </a:extLst>
          </p:cNvPr>
          <p:cNvSpPr>
            <a:spLocks noGrp="1"/>
          </p:cNvSpPr>
          <p:nvPr>
            <p:ph type="sldNum" sz="quarter" idx="12"/>
          </p:nvPr>
        </p:nvSpPr>
        <p:spPr/>
        <p:txBody>
          <a:bodyPr/>
          <a:lstStyle/>
          <a:p>
            <a:fld id="{091A926C-488A-4E3E-9C21-57CAA120E114}" type="slidenum">
              <a:rPr lang="en-GB" smtClean="0"/>
              <a:t>6</a:t>
            </a:fld>
            <a:endParaRPr lang="en-GB" dirty="0"/>
          </a:p>
        </p:txBody>
      </p:sp>
    </p:spTree>
    <p:extLst>
      <p:ext uri="{BB962C8B-B14F-4D97-AF65-F5344CB8AC3E}">
        <p14:creationId xmlns:p14="http://schemas.microsoft.com/office/powerpoint/2010/main" val="3883629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C8B65-3253-30FD-EFB6-5DACEF5E1F2A}"/>
            </a:ext>
          </a:extLst>
        </p:cNvPr>
        <p:cNvGrpSpPr/>
        <p:nvPr/>
      </p:nvGrpSpPr>
      <p:grpSpPr>
        <a:xfrm>
          <a:off x="0" y="0"/>
          <a:ext cx="0" cy="0"/>
          <a:chOff x="0" y="0"/>
          <a:chExt cx="0" cy="0"/>
        </a:xfrm>
      </p:grpSpPr>
      <p:pic>
        <p:nvPicPr>
          <p:cNvPr id="8" name="Picture Placeholder 7" descr="A structure of a protein&#10;&#10;AI-generated content may be incorrect.">
            <a:extLst>
              <a:ext uri="{FF2B5EF4-FFF2-40B4-BE49-F238E27FC236}">
                <a16:creationId xmlns:a16="http://schemas.microsoft.com/office/drawing/2014/main" id="{17E52CB6-B208-4849-3772-5EC9F56900E0}"/>
              </a:ext>
            </a:extLst>
          </p:cNvPr>
          <p:cNvPicPr>
            <a:picLocks noGrp="1" noChangeAspect="1"/>
          </p:cNvPicPr>
          <p:nvPr>
            <p:ph type="pic" sz="quarter" idx="14"/>
          </p:nvPr>
        </p:nvPicPr>
        <p:blipFill>
          <a:blip r:embed="rId3"/>
          <a:srcRect t="6387" b="6387"/>
          <a:stretch/>
        </p:blipFill>
        <p:spPr>
          <a:xfrm>
            <a:off x="5808372" y="1248366"/>
            <a:ext cx="5793079" cy="5053069"/>
          </a:xfrm>
          <a:noFill/>
        </p:spPr>
      </p:pic>
      <p:sp>
        <p:nvSpPr>
          <p:cNvPr id="4" name="Title 3">
            <a:extLst>
              <a:ext uri="{FF2B5EF4-FFF2-40B4-BE49-F238E27FC236}">
                <a16:creationId xmlns:a16="http://schemas.microsoft.com/office/drawing/2014/main" id="{2E035984-CE4B-C23A-E9EB-C5AC1A1782C0}"/>
              </a:ext>
            </a:extLst>
          </p:cNvPr>
          <p:cNvSpPr>
            <a:spLocks noGrp="1"/>
          </p:cNvSpPr>
          <p:nvPr>
            <p:ph type="title"/>
          </p:nvPr>
        </p:nvSpPr>
        <p:spPr>
          <a:xfrm>
            <a:off x="588965" y="620712"/>
            <a:ext cx="11012486" cy="865187"/>
          </a:xfrm>
        </p:spPr>
        <p:txBody>
          <a:bodyPr anchor="t">
            <a:normAutofit fontScale="90000"/>
          </a:bodyPr>
          <a:lstStyle/>
          <a:p>
            <a:r>
              <a:rPr lang="en-GB" dirty="0"/>
              <a:t>Example of model structure predictions (nanobody, noble-otter-pearl)</a:t>
            </a:r>
          </a:p>
        </p:txBody>
      </p:sp>
      <p:sp>
        <p:nvSpPr>
          <p:cNvPr id="5" name="Content Placeholder 4">
            <a:extLst>
              <a:ext uri="{FF2B5EF4-FFF2-40B4-BE49-F238E27FC236}">
                <a16:creationId xmlns:a16="http://schemas.microsoft.com/office/drawing/2014/main" id="{F1826150-2E92-EE95-F313-595F4A8318E9}"/>
              </a:ext>
            </a:extLst>
          </p:cNvPr>
          <p:cNvSpPr>
            <a:spLocks noGrp="1"/>
          </p:cNvSpPr>
          <p:nvPr>
            <p:ph sz="half" idx="1"/>
          </p:nvPr>
        </p:nvSpPr>
        <p:spPr>
          <a:xfrm>
            <a:off x="588963" y="1628775"/>
            <a:ext cx="7563364" cy="4672800"/>
          </a:xfrm>
        </p:spPr>
        <p:txBody>
          <a:bodyPr>
            <a:normAutofit/>
          </a:bodyPr>
          <a:lstStyle/>
          <a:p>
            <a:pPr marL="0" indent="0">
              <a:buNone/>
            </a:pPr>
            <a:r>
              <a:rPr lang="en-GB" dirty="0">
                <a:latin typeface="Times New Roman" panose="02020603050405020304" pitchFamily="18" charset="0"/>
                <a:cs typeface="Times New Roman" panose="02020603050405020304" pitchFamily="18" charset="0"/>
              </a:rPr>
              <a:t>AlphaFold3 </a:t>
            </a:r>
          </a:p>
          <a:p>
            <a:pPr marL="0" indent="0">
              <a:buNone/>
            </a:pPr>
            <a:r>
              <a:rPr lang="en-GB" dirty="0">
                <a:latin typeface="Times New Roman" panose="02020603050405020304" pitchFamily="18" charset="0"/>
                <a:cs typeface="Times New Roman" panose="02020603050405020304" pitchFamily="18" charset="0"/>
              </a:rPr>
              <a:t>Boltz-2</a:t>
            </a:r>
          </a:p>
          <a:p>
            <a:pPr marL="0" indent="0">
              <a:buNone/>
            </a:pPr>
            <a:r>
              <a:rPr lang="en-GB" dirty="0">
                <a:latin typeface="Times New Roman" panose="02020603050405020304" pitchFamily="18" charset="0"/>
                <a:cs typeface="Times New Roman" panose="02020603050405020304" pitchFamily="18" charset="0"/>
              </a:rPr>
              <a:t>Chai-1</a:t>
            </a:r>
          </a:p>
          <a:p>
            <a:pPr marL="0" indent="0">
              <a:buNone/>
            </a:pPr>
            <a:r>
              <a:rPr lang="en-GB" dirty="0">
                <a:latin typeface="Times New Roman" panose="02020603050405020304" pitchFamily="18" charset="0"/>
                <a:cs typeface="Times New Roman" panose="02020603050405020304" pitchFamily="18" charset="0"/>
              </a:rPr>
              <a:t>HelixFold3</a:t>
            </a:r>
          </a:p>
          <a:p>
            <a:pPr marL="0" indent="0">
              <a:buNone/>
            </a:pPr>
            <a:r>
              <a:rPr lang="en-GB" dirty="0" err="1">
                <a:latin typeface="Times New Roman" panose="02020603050405020304" pitchFamily="18" charset="0"/>
                <a:cs typeface="Times New Roman" panose="02020603050405020304" pitchFamily="18" charset="0"/>
              </a:rPr>
              <a:t>Protenix</a:t>
            </a:r>
            <a:endParaRPr lang="en-GB" dirty="0">
              <a:latin typeface="Times New Roman" panose="02020603050405020304" pitchFamily="18" charset="0"/>
              <a:cs typeface="Times New Roman" panose="02020603050405020304" pitchFamily="18" charset="0"/>
            </a:endParaRPr>
          </a:p>
          <a:p>
            <a:pPr marL="0" indent="0">
              <a:buNone/>
            </a:pPr>
            <a:r>
              <a:rPr lang="en-GB" dirty="0">
                <a:latin typeface="Times New Roman" panose="02020603050405020304" pitchFamily="18" charset="0"/>
                <a:cs typeface="Times New Roman" panose="02020603050405020304" pitchFamily="18" charset="0"/>
              </a:rPr>
              <a:t>AlphaFold2</a:t>
            </a:r>
          </a:p>
          <a:p>
            <a:pPr marL="0" indent="0">
              <a:buNone/>
            </a:pPr>
            <a:endParaRPr lang="en-GB" dirty="0">
              <a:latin typeface="Times New Roman" panose="02020603050405020304" pitchFamily="18" charset="0"/>
              <a:cs typeface="Times New Roman" panose="02020603050405020304" pitchFamily="18" charset="0"/>
            </a:endParaRPr>
          </a:p>
          <a:p>
            <a:pPr marL="0" indent="0">
              <a:buNone/>
            </a:pPr>
            <a:endParaRPr lang="en-GB" dirty="0">
              <a:latin typeface="Times New Roman" panose="02020603050405020304" pitchFamily="18" charset="0"/>
              <a:cs typeface="Times New Roman" panose="02020603050405020304" pitchFamily="18" charset="0"/>
            </a:endParaRPr>
          </a:p>
          <a:p>
            <a:pPr marL="0" indent="0">
              <a:buNone/>
            </a:pPr>
            <a:r>
              <a:rPr lang="en-GB" dirty="0">
                <a:latin typeface="Times New Roman" panose="02020603050405020304" pitchFamily="18" charset="0"/>
                <a:cs typeface="Times New Roman" panose="02020603050405020304" pitchFamily="18" charset="0"/>
              </a:rPr>
              <a:t>			This binder has strong binding</a:t>
            </a:r>
          </a:p>
        </p:txBody>
      </p:sp>
      <p:sp>
        <p:nvSpPr>
          <p:cNvPr id="2" name="Date Placeholder 1">
            <a:extLst>
              <a:ext uri="{FF2B5EF4-FFF2-40B4-BE49-F238E27FC236}">
                <a16:creationId xmlns:a16="http://schemas.microsoft.com/office/drawing/2014/main" id="{F0F02FD9-DDEC-C28E-5F76-BE0F78D0BAEE}"/>
              </a:ext>
            </a:extLst>
          </p:cNvPr>
          <p:cNvSpPr>
            <a:spLocks noGrp="1"/>
          </p:cNvSpPr>
          <p:nvPr>
            <p:ph type="dt" sz="half" idx="10"/>
          </p:nvPr>
        </p:nvSpPr>
        <p:spPr>
          <a:xfrm>
            <a:off x="10329111" y="85745"/>
            <a:ext cx="814976" cy="176797"/>
          </a:xfrm>
        </p:spPr>
        <p:txBody>
          <a:bodyPr anchor="b">
            <a:normAutofit/>
          </a:bodyPr>
          <a:lstStyle/>
          <a:p>
            <a:pPr>
              <a:spcAft>
                <a:spcPts val="600"/>
              </a:spcAft>
            </a:pPr>
            <a:fld id="{697C72C4-28EF-44E1-B3EF-7E31A5021CB4}" type="datetime1">
              <a:rPr lang="en-GB" smtClean="0"/>
              <a:pPr>
                <a:spcAft>
                  <a:spcPts val="600"/>
                </a:spcAft>
              </a:pPr>
              <a:t>09/03/2026</a:t>
            </a:fld>
            <a:endParaRPr lang="en-GB"/>
          </a:p>
        </p:txBody>
      </p:sp>
      <p:sp>
        <p:nvSpPr>
          <p:cNvPr id="3" name="Slide Number Placeholder 2">
            <a:extLst>
              <a:ext uri="{FF2B5EF4-FFF2-40B4-BE49-F238E27FC236}">
                <a16:creationId xmlns:a16="http://schemas.microsoft.com/office/drawing/2014/main" id="{4574FAA4-55F9-F2B8-1C12-E11384163B93}"/>
              </a:ext>
            </a:extLst>
          </p:cNvPr>
          <p:cNvSpPr>
            <a:spLocks noGrp="1"/>
          </p:cNvSpPr>
          <p:nvPr>
            <p:ph type="sldNum" sz="quarter" idx="12"/>
          </p:nvPr>
        </p:nvSpPr>
        <p:spPr>
          <a:xfrm>
            <a:off x="11219691" y="85745"/>
            <a:ext cx="381759" cy="176797"/>
          </a:xfrm>
        </p:spPr>
        <p:txBody>
          <a:bodyPr anchor="b">
            <a:normAutofit/>
          </a:bodyPr>
          <a:lstStyle/>
          <a:p>
            <a:pPr>
              <a:spcAft>
                <a:spcPts val="600"/>
              </a:spcAft>
            </a:pPr>
            <a:fld id="{091A926C-488A-4E3E-9C21-57CAA120E114}" type="slidenum">
              <a:rPr lang="en-GB" smtClean="0"/>
              <a:pPr>
                <a:spcAft>
                  <a:spcPts val="600"/>
                </a:spcAft>
              </a:pPr>
              <a:t>7</a:t>
            </a:fld>
            <a:endParaRPr lang="en-GB"/>
          </a:p>
        </p:txBody>
      </p:sp>
      <p:sp>
        <p:nvSpPr>
          <p:cNvPr id="6" name="Triangle 5">
            <a:extLst>
              <a:ext uri="{FF2B5EF4-FFF2-40B4-BE49-F238E27FC236}">
                <a16:creationId xmlns:a16="http://schemas.microsoft.com/office/drawing/2014/main" id="{71B21B6B-EDA0-F215-4CD3-887A40A586AA}"/>
              </a:ext>
            </a:extLst>
          </p:cNvPr>
          <p:cNvSpPr/>
          <p:nvPr/>
        </p:nvSpPr>
        <p:spPr>
          <a:xfrm>
            <a:off x="216000" y="1674689"/>
            <a:ext cx="288758" cy="279133"/>
          </a:xfrm>
          <a:prstGeom prst="triangle">
            <a:avLst/>
          </a:prstGeom>
          <a:solidFill>
            <a:srgbClr val="38558D"/>
          </a:solidFill>
          <a:ln w="6350">
            <a:noFill/>
          </a:ln>
        </p:spPr>
        <p:txBody>
          <a:bodyPr wrap="square" rtlCol="0" anchor="ctr">
            <a:noAutofit/>
          </a:bodyPr>
          <a:lstStyle/>
          <a:p>
            <a:pPr algn="l"/>
            <a:endParaRPr lang="en-DK" sz="2400" dirty="0" err="1">
              <a:solidFill>
                <a:schemeClr val="bg1"/>
              </a:solidFill>
            </a:endParaRPr>
          </a:p>
        </p:txBody>
      </p:sp>
      <p:sp>
        <p:nvSpPr>
          <p:cNvPr id="7" name="Triangle 6">
            <a:extLst>
              <a:ext uri="{FF2B5EF4-FFF2-40B4-BE49-F238E27FC236}">
                <a16:creationId xmlns:a16="http://schemas.microsoft.com/office/drawing/2014/main" id="{9938FE19-4832-20B1-0845-173F34E01DFF}"/>
              </a:ext>
            </a:extLst>
          </p:cNvPr>
          <p:cNvSpPr/>
          <p:nvPr/>
        </p:nvSpPr>
        <p:spPr>
          <a:xfrm>
            <a:off x="216000" y="2150641"/>
            <a:ext cx="288758" cy="279133"/>
          </a:xfrm>
          <a:prstGeom prst="triangle">
            <a:avLst/>
          </a:prstGeom>
          <a:solidFill>
            <a:srgbClr val="A8EAEE"/>
          </a:solidFill>
          <a:ln w="6350">
            <a:noFill/>
          </a:ln>
        </p:spPr>
        <p:txBody>
          <a:bodyPr wrap="square" rtlCol="0" anchor="ctr">
            <a:noAutofit/>
          </a:bodyPr>
          <a:lstStyle/>
          <a:p>
            <a:pPr algn="l"/>
            <a:endParaRPr lang="en-DK" sz="2400" dirty="0" err="1">
              <a:solidFill>
                <a:schemeClr val="bg1"/>
              </a:solidFill>
            </a:endParaRPr>
          </a:p>
        </p:txBody>
      </p:sp>
      <p:sp>
        <p:nvSpPr>
          <p:cNvPr id="11" name="Triangle 10">
            <a:extLst>
              <a:ext uri="{FF2B5EF4-FFF2-40B4-BE49-F238E27FC236}">
                <a16:creationId xmlns:a16="http://schemas.microsoft.com/office/drawing/2014/main" id="{617DB28A-84F8-FF17-C73F-35B08B6F154F}"/>
              </a:ext>
            </a:extLst>
          </p:cNvPr>
          <p:cNvSpPr/>
          <p:nvPr/>
        </p:nvSpPr>
        <p:spPr>
          <a:xfrm>
            <a:off x="216000" y="2626593"/>
            <a:ext cx="288758" cy="279133"/>
          </a:xfrm>
          <a:prstGeom prst="triangle">
            <a:avLst/>
          </a:prstGeom>
          <a:solidFill>
            <a:srgbClr val="DC7B21"/>
          </a:solidFill>
          <a:ln w="6350">
            <a:noFill/>
          </a:ln>
        </p:spPr>
        <p:txBody>
          <a:bodyPr wrap="square" rtlCol="0" anchor="ctr">
            <a:noAutofit/>
          </a:bodyPr>
          <a:lstStyle/>
          <a:p>
            <a:pPr algn="l"/>
            <a:endParaRPr lang="en-DK" sz="2400" dirty="0" err="1">
              <a:solidFill>
                <a:schemeClr val="bg1"/>
              </a:solidFill>
            </a:endParaRPr>
          </a:p>
        </p:txBody>
      </p:sp>
      <p:sp>
        <p:nvSpPr>
          <p:cNvPr id="12" name="Triangle 11">
            <a:extLst>
              <a:ext uri="{FF2B5EF4-FFF2-40B4-BE49-F238E27FC236}">
                <a16:creationId xmlns:a16="http://schemas.microsoft.com/office/drawing/2014/main" id="{8C27EB91-0B50-E93F-1D05-855761C54034}"/>
              </a:ext>
            </a:extLst>
          </p:cNvPr>
          <p:cNvSpPr/>
          <p:nvPr/>
        </p:nvSpPr>
        <p:spPr>
          <a:xfrm>
            <a:off x="216000" y="3102545"/>
            <a:ext cx="288758" cy="279133"/>
          </a:xfrm>
          <a:prstGeom prst="triangle">
            <a:avLst/>
          </a:prstGeom>
          <a:solidFill>
            <a:srgbClr val="E58C8A"/>
          </a:solidFill>
          <a:ln w="6350">
            <a:noFill/>
          </a:ln>
        </p:spPr>
        <p:txBody>
          <a:bodyPr wrap="square" rtlCol="0" anchor="ctr">
            <a:noAutofit/>
          </a:bodyPr>
          <a:lstStyle/>
          <a:p>
            <a:pPr algn="l"/>
            <a:endParaRPr lang="en-DK" sz="2400" dirty="0" err="1">
              <a:solidFill>
                <a:schemeClr val="bg1"/>
              </a:solidFill>
            </a:endParaRPr>
          </a:p>
        </p:txBody>
      </p:sp>
      <p:sp>
        <p:nvSpPr>
          <p:cNvPr id="13" name="Triangle 12">
            <a:extLst>
              <a:ext uri="{FF2B5EF4-FFF2-40B4-BE49-F238E27FC236}">
                <a16:creationId xmlns:a16="http://schemas.microsoft.com/office/drawing/2014/main" id="{D2E271A2-7D83-AF44-572F-EA6821E86AEA}"/>
              </a:ext>
            </a:extLst>
          </p:cNvPr>
          <p:cNvSpPr/>
          <p:nvPr/>
        </p:nvSpPr>
        <p:spPr>
          <a:xfrm>
            <a:off x="216000" y="3624411"/>
            <a:ext cx="288758" cy="279133"/>
          </a:xfrm>
          <a:prstGeom prst="triangle">
            <a:avLst/>
          </a:prstGeom>
          <a:solidFill>
            <a:srgbClr val="E4D700"/>
          </a:solidFill>
          <a:ln w="6350">
            <a:noFill/>
          </a:ln>
        </p:spPr>
        <p:txBody>
          <a:bodyPr wrap="square" rtlCol="0" anchor="ctr">
            <a:noAutofit/>
          </a:bodyPr>
          <a:lstStyle/>
          <a:p>
            <a:pPr algn="l"/>
            <a:endParaRPr lang="en-DK" sz="2400" dirty="0" err="1">
              <a:solidFill>
                <a:schemeClr val="bg1"/>
              </a:solidFill>
            </a:endParaRPr>
          </a:p>
        </p:txBody>
      </p:sp>
      <p:sp>
        <p:nvSpPr>
          <p:cNvPr id="14" name="Triangle 13">
            <a:extLst>
              <a:ext uri="{FF2B5EF4-FFF2-40B4-BE49-F238E27FC236}">
                <a16:creationId xmlns:a16="http://schemas.microsoft.com/office/drawing/2014/main" id="{56317FC0-1108-A4CF-0682-F3434295C45C}"/>
              </a:ext>
            </a:extLst>
          </p:cNvPr>
          <p:cNvSpPr/>
          <p:nvPr/>
        </p:nvSpPr>
        <p:spPr>
          <a:xfrm>
            <a:off x="216000" y="4146277"/>
            <a:ext cx="288758" cy="279133"/>
          </a:xfrm>
          <a:prstGeom prst="triangle">
            <a:avLst/>
          </a:prstGeom>
          <a:solidFill>
            <a:srgbClr val="C38DC1"/>
          </a:solidFill>
          <a:ln w="6350">
            <a:noFill/>
          </a:ln>
        </p:spPr>
        <p:txBody>
          <a:bodyPr wrap="square" rtlCol="0" anchor="ctr">
            <a:noAutofit/>
          </a:bodyPr>
          <a:lstStyle/>
          <a:p>
            <a:pPr algn="l"/>
            <a:endParaRPr lang="en-DK" sz="2400" dirty="0" err="1">
              <a:solidFill>
                <a:schemeClr val="bg1"/>
              </a:solidFill>
            </a:endParaRPr>
          </a:p>
        </p:txBody>
      </p:sp>
    </p:spTree>
    <p:extLst>
      <p:ext uri="{BB962C8B-B14F-4D97-AF65-F5344CB8AC3E}">
        <p14:creationId xmlns:p14="http://schemas.microsoft.com/office/powerpoint/2010/main" val="1497130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76ED8-2D42-9A7C-C5FD-ECA7F1ED0333}"/>
            </a:ext>
          </a:extLst>
        </p:cNvPr>
        <p:cNvGrpSpPr/>
        <p:nvPr/>
      </p:nvGrpSpPr>
      <p:grpSpPr>
        <a:xfrm>
          <a:off x="0" y="0"/>
          <a:ext cx="0" cy="0"/>
          <a:chOff x="0" y="0"/>
          <a:chExt cx="0" cy="0"/>
        </a:xfrm>
      </p:grpSpPr>
      <p:pic>
        <p:nvPicPr>
          <p:cNvPr id="17" name="Picture Placeholder 16" descr="A screenshot of a computer&#10;&#10;AI-generated content may be incorrect.">
            <a:extLst>
              <a:ext uri="{FF2B5EF4-FFF2-40B4-BE49-F238E27FC236}">
                <a16:creationId xmlns:a16="http://schemas.microsoft.com/office/drawing/2014/main" id="{AEBC42BE-B3D1-6C34-70EA-A46B742C5B0F}"/>
              </a:ext>
            </a:extLst>
          </p:cNvPr>
          <p:cNvPicPr>
            <a:picLocks noGrp="1" noChangeAspect="1"/>
          </p:cNvPicPr>
          <p:nvPr>
            <p:ph type="pic" sz="quarter" idx="14"/>
          </p:nvPr>
        </p:nvPicPr>
        <p:blipFill>
          <a:blip r:embed="rId3"/>
          <a:srcRect t="11515"/>
          <a:stretch>
            <a:fillRect/>
          </a:stretch>
        </p:blipFill>
        <p:spPr>
          <a:xfrm>
            <a:off x="1" y="331200"/>
            <a:ext cx="12191999" cy="6526800"/>
          </a:xfrm>
          <a:noFill/>
        </p:spPr>
      </p:pic>
      <p:sp>
        <p:nvSpPr>
          <p:cNvPr id="2" name="Date Placeholder 1">
            <a:extLst>
              <a:ext uri="{FF2B5EF4-FFF2-40B4-BE49-F238E27FC236}">
                <a16:creationId xmlns:a16="http://schemas.microsoft.com/office/drawing/2014/main" id="{6989B155-33BB-D21B-67EB-911B4FAB9035}"/>
              </a:ext>
            </a:extLst>
          </p:cNvPr>
          <p:cNvSpPr>
            <a:spLocks noGrp="1"/>
          </p:cNvSpPr>
          <p:nvPr>
            <p:ph type="dt" sz="half" idx="10"/>
          </p:nvPr>
        </p:nvSpPr>
        <p:spPr>
          <a:xfrm>
            <a:off x="10329111" y="85745"/>
            <a:ext cx="814976" cy="176797"/>
          </a:xfrm>
        </p:spPr>
        <p:txBody>
          <a:bodyPr anchor="b">
            <a:normAutofit/>
          </a:bodyPr>
          <a:lstStyle/>
          <a:p>
            <a:pPr>
              <a:spcAft>
                <a:spcPts val="600"/>
              </a:spcAft>
            </a:pPr>
            <a:fld id="{697C72C4-28EF-44E1-B3EF-7E31A5021CB4}" type="datetime1">
              <a:rPr lang="en-GB" smtClean="0"/>
              <a:pPr>
                <a:spcAft>
                  <a:spcPts val="600"/>
                </a:spcAft>
              </a:pPr>
              <a:t>09/03/2026</a:t>
            </a:fld>
            <a:endParaRPr lang="en-GB"/>
          </a:p>
        </p:txBody>
      </p:sp>
      <p:sp>
        <p:nvSpPr>
          <p:cNvPr id="3" name="Slide Number Placeholder 2">
            <a:extLst>
              <a:ext uri="{FF2B5EF4-FFF2-40B4-BE49-F238E27FC236}">
                <a16:creationId xmlns:a16="http://schemas.microsoft.com/office/drawing/2014/main" id="{8150DD28-5233-D501-2183-E0D6A9F7494A}"/>
              </a:ext>
            </a:extLst>
          </p:cNvPr>
          <p:cNvSpPr>
            <a:spLocks noGrp="1"/>
          </p:cNvSpPr>
          <p:nvPr>
            <p:ph type="sldNum" sz="quarter" idx="12"/>
          </p:nvPr>
        </p:nvSpPr>
        <p:spPr>
          <a:xfrm>
            <a:off x="11219691" y="85745"/>
            <a:ext cx="381759" cy="176797"/>
          </a:xfrm>
        </p:spPr>
        <p:txBody>
          <a:bodyPr anchor="b">
            <a:normAutofit/>
          </a:bodyPr>
          <a:lstStyle/>
          <a:p>
            <a:pPr>
              <a:spcAft>
                <a:spcPts val="600"/>
              </a:spcAft>
            </a:pPr>
            <a:fld id="{091A926C-488A-4E3E-9C21-57CAA120E114}" type="slidenum">
              <a:rPr lang="en-GB" smtClean="0"/>
              <a:pPr>
                <a:spcAft>
                  <a:spcPts val="600"/>
                </a:spcAft>
              </a:pPr>
              <a:t>8</a:t>
            </a:fld>
            <a:endParaRPr lang="en-GB"/>
          </a:p>
        </p:txBody>
      </p:sp>
    </p:spTree>
    <p:extLst>
      <p:ext uri="{BB962C8B-B14F-4D97-AF65-F5344CB8AC3E}">
        <p14:creationId xmlns:p14="http://schemas.microsoft.com/office/powerpoint/2010/main" val="7514323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D81BC6A5-3111-D144-BDFC-F615234C1171}"/>
              </a:ext>
            </a:extLst>
          </p:cNvPr>
          <p:cNvSpPr>
            <a:spLocks noGrp="1"/>
          </p:cNvSpPr>
          <p:nvPr>
            <p:ph type="title"/>
          </p:nvPr>
        </p:nvSpPr>
        <p:spPr>
          <a:xfrm>
            <a:off x="588963" y="620714"/>
            <a:ext cx="11012488" cy="863599"/>
          </a:xfrm>
        </p:spPr>
        <p:txBody>
          <a:bodyPr anchor="t">
            <a:normAutofit/>
          </a:bodyPr>
          <a:lstStyle/>
          <a:p>
            <a:r>
              <a:rPr lang="en-GB" b="0" dirty="0"/>
              <a:t>What about OF2 and OF3?</a:t>
            </a:r>
          </a:p>
        </p:txBody>
      </p:sp>
      <p:pic>
        <p:nvPicPr>
          <p:cNvPr id="5" name="Picture Placeholder 4" descr="A grey and blue structure&#10;&#10;AI-generated content may be incorrect.">
            <a:extLst>
              <a:ext uri="{FF2B5EF4-FFF2-40B4-BE49-F238E27FC236}">
                <a16:creationId xmlns:a16="http://schemas.microsoft.com/office/drawing/2014/main" id="{F9B2ADDB-DA41-7C43-3031-3625D27A8505}"/>
              </a:ext>
            </a:extLst>
          </p:cNvPr>
          <p:cNvPicPr>
            <a:picLocks noGrp="1" noChangeAspect="1"/>
          </p:cNvPicPr>
          <p:nvPr>
            <p:ph idx="1"/>
          </p:nvPr>
        </p:nvPicPr>
        <p:blipFill>
          <a:blip r:embed="rId3"/>
          <a:stretch>
            <a:fillRect/>
          </a:stretch>
        </p:blipFill>
        <p:spPr>
          <a:xfrm>
            <a:off x="3052293" y="375869"/>
            <a:ext cx="6632620" cy="6632620"/>
          </a:xfrm>
          <a:noFill/>
        </p:spPr>
      </p:pic>
      <p:sp>
        <p:nvSpPr>
          <p:cNvPr id="2" name="Date Placeholder 1">
            <a:extLst>
              <a:ext uri="{FF2B5EF4-FFF2-40B4-BE49-F238E27FC236}">
                <a16:creationId xmlns:a16="http://schemas.microsoft.com/office/drawing/2014/main" id="{79D8D8CE-FCFB-854F-9B04-68E9294731BB}"/>
              </a:ext>
            </a:extLst>
          </p:cNvPr>
          <p:cNvSpPr>
            <a:spLocks noGrp="1"/>
          </p:cNvSpPr>
          <p:nvPr>
            <p:ph type="dt" sz="half" idx="10"/>
          </p:nvPr>
        </p:nvSpPr>
        <p:spPr>
          <a:xfrm>
            <a:off x="10329111" y="85745"/>
            <a:ext cx="814976" cy="176797"/>
          </a:xfrm>
        </p:spPr>
        <p:txBody>
          <a:bodyPr anchor="b">
            <a:normAutofit/>
          </a:bodyPr>
          <a:lstStyle/>
          <a:p>
            <a:pPr>
              <a:spcAft>
                <a:spcPts val="600"/>
              </a:spcAft>
            </a:pPr>
            <a:fld id="{2641B106-B132-4B6A-9A84-DCB6EF2B8900}" type="datetime1">
              <a:rPr lang="en-GB" smtClean="0"/>
              <a:pPr>
                <a:spcAft>
                  <a:spcPts val="600"/>
                </a:spcAft>
              </a:pPr>
              <a:t>09/03/2026</a:t>
            </a:fld>
            <a:endParaRPr lang="en-GB"/>
          </a:p>
        </p:txBody>
      </p:sp>
      <p:sp>
        <p:nvSpPr>
          <p:cNvPr id="3" name="Slide Number Placeholder 2">
            <a:extLst>
              <a:ext uri="{FF2B5EF4-FFF2-40B4-BE49-F238E27FC236}">
                <a16:creationId xmlns:a16="http://schemas.microsoft.com/office/drawing/2014/main" id="{1311F2CF-A41F-BC40-BDEF-887570989BBF}"/>
              </a:ext>
            </a:extLst>
          </p:cNvPr>
          <p:cNvSpPr>
            <a:spLocks noGrp="1"/>
          </p:cNvSpPr>
          <p:nvPr>
            <p:ph type="sldNum" sz="quarter" idx="12"/>
          </p:nvPr>
        </p:nvSpPr>
        <p:spPr>
          <a:xfrm>
            <a:off x="11219691" y="85745"/>
            <a:ext cx="381759" cy="176797"/>
          </a:xfrm>
        </p:spPr>
        <p:txBody>
          <a:bodyPr anchor="b">
            <a:normAutofit/>
          </a:bodyPr>
          <a:lstStyle/>
          <a:p>
            <a:pPr>
              <a:spcAft>
                <a:spcPts val="600"/>
              </a:spcAft>
            </a:pPr>
            <a:fld id="{091A926C-488A-4E3E-9C21-57CAA120E114}" type="slidenum">
              <a:rPr lang="en-GB" smtClean="0"/>
              <a:pPr>
                <a:spcAft>
                  <a:spcPts val="600"/>
                </a:spcAft>
              </a:pPr>
              <a:t>9</a:t>
            </a:fld>
            <a:endParaRPr lang="en-GB"/>
          </a:p>
        </p:txBody>
      </p:sp>
    </p:spTree>
    <p:extLst>
      <p:ext uri="{BB962C8B-B14F-4D97-AF65-F5344CB8AC3E}">
        <p14:creationId xmlns:p14="http://schemas.microsoft.com/office/powerpoint/2010/main" val="2152244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9FD2E-DDE7-7D68-ACDE-C478C699B0B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C7804C0-2BC1-3E9F-D2A9-254C06052277}"/>
              </a:ext>
            </a:extLst>
          </p:cNvPr>
          <p:cNvSpPr>
            <a:spLocks noGrp="1"/>
          </p:cNvSpPr>
          <p:nvPr>
            <p:ph type="title"/>
          </p:nvPr>
        </p:nvSpPr>
        <p:spPr>
          <a:xfrm>
            <a:off x="588965" y="620712"/>
            <a:ext cx="11012486" cy="865187"/>
          </a:xfrm>
        </p:spPr>
        <p:txBody>
          <a:bodyPr anchor="t">
            <a:normAutofit/>
          </a:bodyPr>
          <a:lstStyle/>
          <a:p>
            <a:pPr>
              <a:lnSpc>
                <a:spcPct val="90000"/>
              </a:lnSpc>
            </a:pPr>
            <a:r>
              <a:rPr lang="en-GB" dirty="0"/>
              <a:t>Example of model structure predictions (Peptide, scarlet-crane-moss)</a:t>
            </a:r>
          </a:p>
        </p:txBody>
      </p:sp>
      <p:sp>
        <p:nvSpPr>
          <p:cNvPr id="21" name="Content Placeholder 2">
            <a:extLst>
              <a:ext uri="{FF2B5EF4-FFF2-40B4-BE49-F238E27FC236}">
                <a16:creationId xmlns:a16="http://schemas.microsoft.com/office/drawing/2014/main" id="{F5AFD5E9-943A-6A7A-7892-08B0877638C1}"/>
              </a:ext>
            </a:extLst>
          </p:cNvPr>
          <p:cNvSpPr>
            <a:spLocks noGrp="1"/>
          </p:cNvSpPr>
          <p:nvPr>
            <p:ph sz="half" idx="1"/>
          </p:nvPr>
        </p:nvSpPr>
        <p:spPr>
          <a:xfrm>
            <a:off x="588963" y="1628775"/>
            <a:ext cx="7563363" cy="4672800"/>
          </a:xfrm>
        </p:spPr>
        <p:txBody>
          <a:bodyPr/>
          <a:lstStyle/>
          <a:p>
            <a:pPr marL="0" indent="0">
              <a:buNone/>
            </a:pPr>
            <a:r>
              <a:rPr lang="en-GB" dirty="0">
                <a:latin typeface="Times New Roman" panose="02020603050405020304" pitchFamily="18" charset="0"/>
                <a:cs typeface="Times New Roman" panose="02020603050405020304" pitchFamily="18" charset="0"/>
              </a:rPr>
              <a:t>AlphaFold3 </a:t>
            </a:r>
          </a:p>
          <a:p>
            <a:pPr marL="0" indent="0">
              <a:buNone/>
            </a:pPr>
            <a:r>
              <a:rPr lang="en-GB" dirty="0">
                <a:latin typeface="Times New Roman" panose="02020603050405020304" pitchFamily="18" charset="0"/>
                <a:cs typeface="Times New Roman" panose="02020603050405020304" pitchFamily="18" charset="0"/>
              </a:rPr>
              <a:t>Boltz-2</a:t>
            </a:r>
          </a:p>
          <a:p>
            <a:pPr marL="0" indent="0">
              <a:buNone/>
            </a:pPr>
            <a:r>
              <a:rPr lang="en-GB" dirty="0">
                <a:latin typeface="Times New Roman" panose="02020603050405020304" pitchFamily="18" charset="0"/>
                <a:cs typeface="Times New Roman" panose="02020603050405020304" pitchFamily="18" charset="0"/>
              </a:rPr>
              <a:t>Chai-1</a:t>
            </a:r>
          </a:p>
          <a:p>
            <a:pPr marL="0" indent="0">
              <a:buNone/>
            </a:pPr>
            <a:r>
              <a:rPr lang="en-GB" dirty="0">
                <a:latin typeface="Times New Roman" panose="02020603050405020304" pitchFamily="18" charset="0"/>
                <a:cs typeface="Times New Roman" panose="02020603050405020304" pitchFamily="18" charset="0"/>
              </a:rPr>
              <a:t>HelixFold3</a:t>
            </a:r>
          </a:p>
          <a:p>
            <a:pPr marL="0" indent="0">
              <a:buNone/>
            </a:pPr>
            <a:r>
              <a:rPr lang="en-GB" dirty="0" err="1">
                <a:latin typeface="Times New Roman" panose="02020603050405020304" pitchFamily="18" charset="0"/>
                <a:cs typeface="Times New Roman" panose="02020603050405020304" pitchFamily="18" charset="0"/>
              </a:rPr>
              <a:t>Protenix</a:t>
            </a:r>
            <a:endParaRPr lang="en-GB" dirty="0">
              <a:latin typeface="Times New Roman" panose="02020603050405020304" pitchFamily="18" charset="0"/>
              <a:cs typeface="Times New Roman" panose="02020603050405020304" pitchFamily="18" charset="0"/>
            </a:endParaRPr>
          </a:p>
          <a:p>
            <a:pPr marL="0" indent="0">
              <a:buNone/>
            </a:pPr>
            <a:r>
              <a:rPr lang="en-GB" dirty="0">
                <a:latin typeface="Times New Roman" panose="02020603050405020304" pitchFamily="18" charset="0"/>
                <a:cs typeface="Times New Roman" panose="02020603050405020304" pitchFamily="18" charset="0"/>
              </a:rPr>
              <a:t>AlphaFold2</a:t>
            </a:r>
          </a:p>
          <a:p>
            <a:pPr marL="0" indent="0">
              <a:buNone/>
            </a:pPr>
            <a:endParaRPr lang="en-GB" dirty="0">
              <a:latin typeface="Times New Roman" panose="02020603050405020304" pitchFamily="18" charset="0"/>
              <a:cs typeface="Times New Roman" panose="02020603050405020304" pitchFamily="18" charset="0"/>
            </a:endParaRPr>
          </a:p>
          <a:p>
            <a:pPr marL="0" indent="0">
              <a:buNone/>
            </a:pPr>
            <a:endParaRPr lang="en-GB" dirty="0">
              <a:latin typeface="Times New Roman" panose="02020603050405020304" pitchFamily="18" charset="0"/>
              <a:cs typeface="Times New Roman" panose="02020603050405020304" pitchFamily="18" charset="0"/>
            </a:endParaRPr>
          </a:p>
          <a:p>
            <a:pPr marL="0" indent="0">
              <a:buNone/>
            </a:pPr>
            <a:r>
              <a:rPr lang="en-GB" dirty="0">
                <a:latin typeface="Times New Roman" panose="02020603050405020304" pitchFamily="18" charset="0"/>
                <a:cs typeface="Times New Roman" panose="02020603050405020304" pitchFamily="18" charset="0"/>
              </a:rPr>
              <a:t>			This binder has strong binding</a:t>
            </a:r>
          </a:p>
          <a:p>
            <a:endParaRPr lang="en-US" dirty="0"/>
          </a:p>
        </p:txBody>
      </p:sp>
      <p:pic>
        <p:nvPicPr>
          <p:cNvPr id="16" name="Content Placeholder 15" descr="A structure of a cell&#10;&#10;AI-generated content may be incorrect.">
            <a:extLst>
              <a:ext uri="{FF2B5EF4-FFF2-40B4-BE49-F238E27FC236}">
                <a16:creationId xmlns:a16="http://schemas.microsoft.com/office/drawing/2014/main" id="{9D1985FA-760B-82AB-ECFD-5C6C984059CB}"/>
              </a:ext>
            </a:extLst>
          </p:cNvPr>
          <p:cNvPicPr>
            <a:picLocks noGrp="1" noChangeAspect="1"/>
          </p:cNvPicPr>
          <p:nvPr>
            <p:ph sz="half" idx="2"/>
          </p:nvPr>
        </p:nvPicPr>
        <p:blipFill>
          <a:blip r:embed="rId3"/>
          <a:stretch>
            <a:fillRect/>
          </a:stretch>
        </p:blipFill>
        <p:spPr>
          <a:xfrm>
            <a:off x="4383464" y="114337"/>
            <a:ext cx="7027107" cy="7027107"/>
          </a:xfrm>
          <a:noFill/>
        </p:spPr>
      </p:pic>
      <p:sp>
        <p:nvSpPr>
          <p:cNvPr id="2" name="Date Placeholder 1">
            <a:extLst>
              <a:ext uri="{FF2B5EF4-FFF2-40B4-BE49-F238E27FC236}">
                <a16:creationId xmlns:a16="http://schemas.microsoft.com/office/drawing/2014/main" id="{94E3DDC5-2917-39F7-177C-AD4C8AE4DA62}"/>
              </a:ext>
            </a:extLst>
          </p:cNvPr>
          <p:cNvSpPr>
            <a:spLocks noGrp="1"/>
          </p:cNvSpPr>
          <p:nvPr>
            <p:ph type="dt" sz="half" idx="10"/>
          </p:nvPr>
        </p:nvSpPr>
        <p:spPr>
          <a:xfrm>
            <a:off x="10329111" y="85745"/>
            <a:ext cx="814976" cy="176797"/>
          </a:xfrm>
        </p:spPr>
        <p:txBody>
          <a:bodyPr anchor="b">
            <a:normAutofit/>
          </a:bodyPr>
          <a:lstStyle/>
          <a:p>
            <a:pPr>
              <a:spcAft>
                <a:spcPts val="600"/>
              </a:spcAft>
            </a:pPr>
            <a:fld id="{697C72C4-28EF-44E1-B3EF-7E31A5021CB4}" type="datetime1">
              <a:rPr lang="en-GB" smtClean="0"/>
              <a:pPr>
                <a:spcAft>
                  <a:spcPts val="600"/>
                </a:spcAft>
              </a:pPr>
              <a:t>09/03/2026</a:t>
            </a:fld>
            <a:endParaRPr lang="en-GB"/>
          </a:p>
        </p:txBody>
      </p:sp>
      <p:sp>
        <p:nvSpPr>
          <p:cNvPr id="3" name="Slide Number Placeholder 2">
            <a:extLst>
              <a:ext uri="{FF2B5EF4-FFF2-40B4-BE49-F238E27FC236}">
                <a16:creationId xmlns:a16="http://schemas.microsoft.com/office/drawing/2014/main" id="{6A4F1D6B-CD11-BDE4-25EA-36BF8F81C32E}"/>
              </a:ext>
            </a:extLst>
          </p:cNvPr>
          <p:cNvSpPr>
            <a:spLocks noGrp="1"/>
          </p:cNvSpPr>
          <p:nvPr>
            <p:ph type="sldNum" sz="quarter" idx="12"/>
          </p:nvPr>
        </p:nvSpPr>
        <p:spPr>
          <a:xfrm>
            <a:off x="11219691" y="85745"/>
            <a:ext cx="381759" cy="176797"/>
          </a:xfrm>
        </p:spPr>
        <p:txBody>
          <a:bodyPr anchor="b">
            <a:normAutofit/>
          </a:bodyPr>
          <a:lstStyle/>
          <a:p>
            <a:pPr>
              <a:spcAft>
                <a:spcPts val="600"/>
              </a:spcAft>
            </a:pPr>
            <a:fld id="{091A926C-488A-4E3E-9C21-57CAA120E114}" type="slidenum">
              <a:rPr lang="en-GB" smtClean="0"/>
              <a:pPr>
                <a:spcAft>
                  <a:spcPts val="600"/>
                </a:spcAft>
              </a:pPr>
              <a:t>10</a:t>
            </a:fld>
            <a:endParaRPr lang="en-GB"/>
          </a:p>
        </p:txBody>
      </p:sp>
      <p:sp>
        <p:nvSpPr>
          <p:cNvPr id="17" name="Triangle 16">
            <a:extLst>
              <a:ext uri="{FF2B5EF4-FFF2-40B4-BE49-F238E27FC236}">
                <a16:creationId xmlns:a16="http://schemas.microsoft.com/office/drawing/2014/main" id="{95BA7B0B-B2AF-B086-91B8-79E1A238855D}"/>
              </a:ext>
            </a:extLst>
          </p:cNvPr>
          <p:cNvSpPr/>
          <p:nvPr/>
        </p:nvSpPr>
        <p:spPr>
          <a:xfrm>
            <a:off x="216000" y="1674689"/>
            <a:ext cx="288758" cy="279133"/>
          </a:xfrm>
          <a:prstGeom prst="triangle">
            <a:avLst/>
          </a:prstGeom>
          <a:solidFill>
            <a:srgbClr val="38558D"/>
          </a:solidFill>
          <a:ln w="6350">
            <a:noFill/>
          </a:ln>
        </p:spPr>
        <p:txBody>
          <a:bodyPr wrap="square" rtlCol="0" anchor="ctr">
            <a:noAutofit/>
          </a:bodyPr>
          <a:lstStyle/>
          <a:p>
            <a:pPr algn="l"/>
            <a:endParaRPr lang="en-DK" sz="2400" dirty="0" err="1">
              <a:solidFill>
                <a:schemeClr val="bg1"/>
              </a:solidFill>
            </a:endParaRPr>
          </a:p>
        </p:txBody>
      </p:sp>
      <p:sp>
        <p:nvSpPr>
          <p:cNvPr id="18" name="Triangle 17">
            <a:extLst>
              <a:ext uri="{FF2B5EF4-FFF2-40B4-BE49-F238E27FC236}">
                <a16:creationId xmlns:a16="http://schemas.microsoft.com/office/drawing/2014/main" id="{F1EC0D46-1E9C-2F33-AB6D-6AAA90D36219}"/>
              </a:ext>
            </a:extLst>
          </p:cNvPr>
          <p:cNvSpPr/>
          <p:nvPr/>
        </p:nvSpPr>
        <p:spPr>
          <a:xfrm>
            <a:off x="216000" y="2150641"/>
            <a:ext cx="288758" cy="279133"/>
          </a:xfrm>
          <a:prstGeom prst="triangle">
            <a:avLst/>
          </a:prstGeom>
          <a:solidFill>
            <a:srgbClr val="A8EAEE"/>
          </a:solidFill>
          <a:ln w="6350">
            <a:noFill/>
          </a:ln>
        </p:spPr>
        <p:txBody>
          <a:bodyPr wrap="square" rtlCol="0" anchor="ctr">
            <a:noAutofit/>
          </a:bodyPr>
          <a:lstStyle/>
          <a:p>
            <a:pPr algn="l"/>
            <a:endParaRPr lang="en-DK" sz="2400" dirty="0" err="1">
              <a:solidFill>
                <a:schemeClr val="bg1"/>
              </a:solidFill>
            </a:endParaRPr>
          </a:p>
        </p:txBody>
      </p:sp>
      <p:sp>
        <p:nvSpPr>
          <p:cNvPr id="19" name="Triangle 18">
            <a:extLst>
              <a:ext uri="{FF2B5EF4-FFF2-40B4-BE49-F238E27FC236}">
                <a16:creationId xmlns:a16="http://schemas.microsoft.com/office/drawing/2014/main" id="{1647C68D-24DF-2AC1-BBA1-7DC2BA356247}"/>
              </a:ext>
            </a:extLst>
          </p:cNvPr>
          <p:cNvSpPr/>
          <p:nvPr/>
        </p:nvSpPr>
        <p:spPr>
          <a:xfrm>
            <a:off x="216000" y="2626593"/>
            <a:ext cx="288758" cy="279133"/>
          </a:xfrm>
          <a:prstGeom prst="triangle">
            <a:avLst/>
          </a:prstGeom>
          <a:solidFill>
            <a:srgbClr val="DC7B21"/>
          </a:solidFill>
          <a:ln w="6350">
            <a:noFill/>
          </a:ln>
        </p:spPr>
        <p:txBody>
          <a:bodyPr wrap="square" rtlCol="0" anchor="ctr">
            <a:noAutofit/>
          </a:bodyPr>
          <a:lstStyle/>
          <a:p>
            <a:pPr algn="l"/>
            <a:endParaRPr lang="en-DK" sz="2400" dirty="0" err="1">
              <a:solidFill>
                <a:schemeClr val="bg1"/>
              </a:solidFill>
            </a:endParaRPr>
          </a:p>
        </p:txBody>
      </p:sp>
      <p:sp>
        <p:nvSpPr>
          <p:cNvPr id="20" name="Triangle 19">
            <a:extLst>
              <a:ext uri="{FF2B5EF4-FFF2-40B4-BE49-F238E27FC236}">
                <a16:creationId xmlns:a16="http://schemas.microsoft.com/office/drawing/2014/main" id="{449A689B-94C4-9B35-FE68-5584635A7640}"/>
              </a:ext>
            </a:extLst>
          </p:cNvPr>
          <p:cNvSpPr/>
          <p:nvPr/>
        </p:nvSpPr>
        <p:spPr>
          <a:xfrm>
            <a:off x="216000" y="3102545"/>
            <a:ext cx="288758" cy="279133"/>
          </a:xfrm>
          <a:prstGeom prst="triangle">
            <a:avLst/>
          </a:prstGeom>
          <a:solidFill>
            <a:srgbClr val="E58C8A"/>
          </a:solidFill>
          <a:ln w="6350">
            <a:noFill/>
          </a:ln>
        </p:spPr>
        <p:txBody>
          <a:bodyPr wrap="square" rtlCol="0" anchor="ctr">
            <a:noAutofit/>
          </a:bodyPr>
          <a:lstStyle/>
          <a:p>
            <a:pPr algn="l"/>
            <a:endParaRPr lang="en-DK" sz="2400" dirty="0" err="1">
              <a:solidFill>
                <a:schemeClr val="bg1"/>
              </a:solidFill>
            </a:endParaRPr>
          </a:p>
        </p:txBody>
      </p:sp>
      <p:sp>
        <p:nvSpPr>
          <p:cNvPr id="22" name="Triangle 21">
            <a:extLst>
              <a:ext uri="{FF2B5EF4-FFF2-40B4-BE49-F238E27FC236}">
                <a16:creationId xmlns:a16="http://schemas.microsoft.com/office/drawing/2014/main" id="{A74088D5-F5CF-419C-24DF-649283CFABE7}"/>
              </a:ext>
            </a:extLst>
          </p:cNvPr>
          <p:cNvSpPr/>
          <p:nvPr/>
        </p:nvSpPr>
        <p:spPr>
          <a:xfrm>
            <a:off x="216000" y="3624411"/>
            <a:ext cx="288758" cy="279133"/>
          </a:xfrm>
          <a:prstGeom prst="triangle">
            <a:avLst/>
          </a:prstGeom>
          <a:solidFill>
            <a:srgbClr val="E4D700"/>
          </a:solidFill>
          <a:ln w="6350">
            <a:noFill/>
          </a:ln>
        </p:spPr>
        <p:txBody>
          <a:bodyPr wrap="square" rtlCol="0" anchor="ctr">
            <a:noAutofit/>
          </a:bodyPr>
          <a:lstStyle/>
          <a:p>
            <a:pPr algn="l"/>
            <a:endParaRPr lang="en-DK" sz="2400" dirty="0" err="1">
              <a:solidFill>
                <a:schemeClr val="bg1"/>
              </a:solidFill>
            </a:endParaRPr>
          </a:p>
        </p:txBody>
      </p:sp>
      <p:sp>
        <p:nvSpPr>
          <p:cNvPr id="23" name="Triangle 22">
            <a:extLst>
              <a:ext uri="{FF2B5EF4-FFF2-40B4-BE49-F238E27FC236}">
                <a16:creationId xmlns:a16="http://schemas.microsoft.com/office/drawing/2014/main" id="{CF87852F-049D-45B4-D84A-B7F09C600E5A}"/>
              </a:ext>
            </a:extLst>
          </p:cNvPr>
          <p:cNvSpPr/>
          <p:nvPr/>
        </p:nvSpPr>
        <p:spPr>
          <a:xfrm>
            <a:off x="216000" y="4146277"/>
            <a:ext cx="288758" cy="279133"/>
          </a:xfrm>
          <a:prstGeom prst="triangle">
            <a:avLst/>
          </a:prstGeom>
          <a:solidFill>
            <a:srgbClr val="C38DC1"/>
          </a:solidFill>
          <a:ln w="6350">
            <a:noFill/>
          </a:ln>
        </p:spPr>
        <p:txBody>
          <a:bodyPr wrap="square" rtlCol="0" anchor="ctr">
            <a:noAutofit/>
          </a:bodyPr>
          <a:lstStyle/>
          <a:p>
            <a:pPr algn="l"/>
            <a:endParaRPr lang="en-DK" sz="2400" dirty="0" err="1">
              <a:solidFill>
                <a:schemeClr val="bg1"/>
              </a:solidFill>
            </a:endParaRPr>
          </a:p>
        </p:txBody>
      </p:sp>
    </p:spTree>
    <p:extLst>
      <p:ext uri="{BB962C8B-B14F-4D97-AF65-F5344CB8AC3E}">
        <p14:creationId xmlns:p14="http://schemas.microsoft.com/office/powerpoint/2010/main" val="24066164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94BF7-5F79-5DCD-B934-2B7970CEEC9C}"/>
            </a:ext>
          </a:extLst>
        </p:cNvPr>
        <p:cNvGrpSpPr/>
        <p:nvPr/>
      </p:nvGrpSpPr>
      <p:grpSpPr>
        <a:xfrm>
          <a:off x="0" y="0"/>
          <a:ext cx="0" cy="0"/>
          <a:chOff x="0" y="0"/>
          <a:chExt cx="0" cy="0"/>
        </a:xfrm>
      </p:grpSpPr>
      <p:pic>
        <p:nvPicPr>
          <p:cNvPr id="9" name="Picture 8" descr="A screenshot of a computer&#10;&#10;AI-generated content may be incorrect.">
            <a:extLst>
              <a:ext uri="{FF2B5EF4-FFF2-40B4-BE49-F238E27FC236}">
                <a16:creationId xmlns:a16="http://schemas.microsoft.com/office/drawing/2014/main" id="{FBB86A57-3C4D-8AFB-4B81-5FA48AD4210D}"/>
              </a:ext>
            </a:extLst>
          </p:cNvPr>
          <p:cNvPicPr>
            <a:picLocks noChangeAspect="1"/>
          </p:cNvPicPr>
          <p:nvPr/>
        </p:nvPicPr>
        <p:blipFill>
          <a:blip r:embed="rId3"/>
          <a:srcRect t="6081"/>
          <a:stretch>
            <a:fillRect/>
          </a:stretch>
        </p:blipFill>
        <p:spPr>
          <a:xfrm>
            <a:off x="20" y="331200"/>
            <a:ext cx="12191979" cy="6526800"/>
          </a:xfrm>
          <a:prstGeom prst="rect">
            <a:avLst/>
          </a:prstGeom>
          <a:noFill/>
        </p:spPr>
      </p:pic>
      <p:sp>
        <p:nvSpPr>
          <p:cNvPr id="2" name="Date Placeholder 1">
            <a:extLst>
              <a:ext uri="{FF2B5EF4-FFF2-40B4-BE49-F238E27FC236}">
                <a16:creationId xmlns:a16="http://schemas.microsoft.com/office/drawing/2014/main" id="{B604C777-AAEA-A32E-F2C9-D5011960CCEE}"/>
              </a:ext>
            </a:extLst>
          </p:cNvPr>
          <p:cNvSpPr>
            <a:spLocks noGrp="1"/>
          </p:cNvSpPr>
          <p:nvPr>
            <p:ph type="dt" sz="half" idx="10"/>
          </p:nvPr>
        </p:nvSpPr>
        <p:spPr>
          <a:xfrm>
            <a:off x="10329111" y="85745"/>
            <a:ext cx="814976" cy="176797"/>
          </a:xfrm>
        </p:spPr>
        <p:txBody>
          <a:bodyPr anchor="b">
            <a:normAutofit/>
          </a:bodyPr>
          <a:lstStyle/>
          <a:p>
            <a:pPr>
              <a:spcAft>
                <a:spcPts val="600"/>
              </a:spcAft>
            </a:pPr>
            <a:fld id="{697C72C4-28EF-44E1-B3EF-7E31A5021CB4}" type="datetime1">
              <a:rPr lang="en-GB" smtClean="0"/>
              <a:pPr>
                <a:spcAft>
                  <a:spcPts val="600"/>
                </a:spcAft>
              </a:pPr>
              <a:t>09/03/2026</a:t>
            </a:fld>
            <a:endParaRPr lang="en-GB"/>
          </a:p>
        </p:txBody>
      </p:sp>
      <p:sp>
        <p:nvSpPr>
          <p:cNvPr id="3" name="Slide Number Placeholder 2">
            <a:extLst>
              <a:ext uri="{FF2B5EF4-FFF2-40B4-BE49-F238E27FC236}">
                <a16:creationId xmlns:a16="http://schemas.microsoft.com/office/drawing/2014/main" id="{0F4487A2-73F2-717E-50E2-3CFFA370E26B}"/>
              </a:ext>
            </a:extLst>
          </p:cNvPr>
          <p:cNvSpPr>
            <a:spLocks noGrp="1"/>
          </p:cNvSpPr>
          <p:nvPr>
            <p:ph type="sldNum" sz="quarter" idx="12"/>
          </p:nvPr>
        </p:nvSpPr>
        <p:spPr>
          <a:xfrm>
            <a:off x="11219691" y="85745"/>
            <a:ext cx="381759" cy="176797"/>
          </a:xfrm>
        </p:spPr>
        <p:txBody>
          <a:bodyPr anchor="b">
            <a:normAutofit/>
          </a:bodyPr>
          <a:lstStyle/>
          <a:p>
            <a:pPr>
              <a:spcAft>
                <a:spcPts val="600"/>
              </a:spcAft>
            </a:pPr>
            <a:fld id="{091A926C-488A-4E3E-9C21-57CAA120E114}" type="slidenum">
              <a:rPr lang="en-GB" smtClean="0"/>
              <a:pPr>
                <a:spcAft>
                  <a:spcPts val="600"/>
                </a:spcAft>
              </a:pPr>
              <a:t>11</a:t>
            </a:fld>
            <a:endParaRPr lang="en-GB"/>
          </a:p>
        </p:txBody>
      </p:sp>
    </p:spTree>
    <p:extLst>
      <p:ext uri="{BB962C8B-B14F-4D97-AF65-F5344CB8AC3E}">
        <p14:creationId xmlns:p14="http://schemas.microsoft.com/office/powerpoint/2010/main" val="19316721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BCFD5-00AB-E1F0-5594-EF5FA712392A}"/>
            </a:ext>
          </a:extLst>
        </p:cNvPr>
        <p:cNvGrpSpPr/>
        <p:nvPr/>
      </p:nvGrpSpPr>
      <p:grpSpPr>
        <a:xfrm>
          <a:off x="0" y="0"/>
          <a:ext cx="0" cy="0"/>
          <a:chOff x="0" y="0"/>
          <a:chExt cx="0" cy="0"/>
        </a:xfrm>
      </p:grpSpPr>
      <p:pic>
        <p:nvPicPr>
          <p:cNvPr id="8" name="Picture Placeholder 7" descr="A structure of a protein&#10;&#10;AI-generated content may be incorrect.">
            <a:extLst>
              <a:ext uri="{FF2B5EF4-FFF2-40B4-BE49-F238E27FC236}">
                <a16:creationId xmlns:a16="http://schemas.microsoft.com/office/drawing/2014/main" id="{C622A391-3CD4-E1A4-CC74-0B45FC87E699}"/>
              </a:ext>
            </a:extLst>
          </p:cNvPr>
          <p:cNvPicPr>
            <a:picLocks noGrp="1" noChangeAspect="1"/>
          </p:cNvPicPr>
          <p:nvPr>
            <p:ph type="pic" sz="quarter" idx="14"/>
          </p:nvPr>
        </p:nvPicPr>
        <p:blipFill>
          <a:blip r:embed="rId3"/>
          <a:srcRect t="6387" b="6387"/>
          <a:stretch/>
        </p:blipFill>
        <p:spPr>
          <a:xfrm>
            <a:off x="5808372" y="1248366"/>
            <a:ext cx="5793079" cy="5053069"/>
          </a:xfrm>
          <a:noFill/>
        </p:spPr>
      </p:pic>
      <p:sp>
        <p:nvSpPr>
          <p:cNvPr id="4" name="Title 3">
            <a:extLst>
              <a:ext uri="{FF2B5EF4-FFF2-40B4-BE49-F238E27FC236}">
                <a16:creationId xmlns:a16="http://schemas.microsoft.com/office/drawing/2014/main" id="{98A76ACE-FC2C-D781-8C11-CC989CFCEA3C}"/>
              </a:ext>
            </a:extLst>
          </p:cNvPr>
          <p:cNvSpPr>
            <a:spLocks noGrp="1"/>
          </p:cNvSpPr>
          <p:nvPr>
            <p:ph type="title"/>
          </p:nvPr>
        </p:nvSpPr>
        <p:spPr>
          <a:xfrm>
            <a:off x="588965" y="620712"/>
            <a:ext cx="11012486" cy="865187"/>
          </a:xfrm>
        </p:spPr>
        <p:txBody>
          <a:bodyPr anchor="t">
            <a:normAutofit/>
          </a:bodyPr>
          <a:lstStyle/>
          <a:p>
            <a:r>
              <a:rPr lang="en-GB" dirty="0"/>
              <a:t>Example of model structure predictions</a:t>
            </a:r>
          </a:p>
        </p:txBody>
      </p:sp>
      <p:sp>
        <p:nvSpPr>
          <p:cNvPr id="5" name="Content Placeholder 4">
            <a:extLst>
              <a:ext uri="{FF2B5EF4-FFF2-40B4-BE49-F238E27FC236}">
                <a16:creationId xmlns:a16="http://schemas.microsoft.com/office/drawing/2014/main" id="{AD422047-3EB9-C5F8-07BA-BC5B5F8B9C96}"/>
              </a:ext>
            </a:extLst>
          </p:cNvPr>
          <p:cNvSpPr>
            <a:spLocks noGrp="1"/>
          </p:cNvSpPr>
          <p:nvPr>
            <p:ph sz="half" idx="1"/>
          </p:nvPr>
        </p:nvSpPr>
        <p:spPr>
          <a:xfrm>
            <a:off x="588962" y="1438500"/>
            <a:ext cx="5365523" cy="4672800"/>
          </a:xfrm>
        </p:spPr>
        <p:txBody>
          <a:bodyPr>
            <a:normAutofit/>
          </a:bodyPr>
          <a:lstStyle/>
          <a:p>
            <a:pPr marL="0" indent="0">
              <a:buNone/>
            </a:pPr>
            <a:r>
              <a:rPr lang="en-GB" dirty="0">
                <a:latin typeface="Times New Roman" panose="02020603050405020304" pitchFamily="18" charset="0"/>
                <a:cs typeface="Times New Roman" panose="02020603050405020304" pitchFamily="18" charset="0"/>
              </a:rPr>
              <a:t>So just from two ”strong” examples there’s variance – nanobody having the higher variance which is expected.</a:t>
            </a:r>
          </a:p>
        </p:txBody>
      </p:sp>
      <p:sp>
        <p:nvSpPr>
          <p:cNvPr id="2" name="Date Placeholder 1">
            <a:extLst>
              <a:ext uri="{FF2B5EF4-FFF2-40B4-BE49-F238E27FC236}">
                <a16:creationId xmlns:a16="http://schemas.microsoft.com/office/drawing/2014/main" id="{6ECF322D-24DD-BBD5-AC95-1830018D7B9A}"/>
              </a:ext>
            </a:extLst>
          </p:cNvPr>
          <p:cNvSpPr>
            <a:spLocks noGrp="1"/>
          </p:cNvSpPr>
          <p:nvPr>
            <p:ph type="dt" sz="half" idx="10"/>
          </p:nvPr>
        </p:nvSpPr>
        <p:spPr>
          <a:xfrm>
            <a:off x="10329111" y="85745"/>
            <a:ext cx="814976" cy="176797"/>
          </a:xfrm>
        </p:spPr>
        <p:txBody>
          <a:bodyPr anchor="b">
            <a:normAutofit/>
          </a:bodyPr>
          <a:lstStyle/>
          <a:p>
            <a:pPr>
              <a:spcAft>
                <a:spcPts val="600"/>
              </a:spcAft>
            </a:pPr>
            <a:fld id="{697C72C4-28EF-44E1-B3EF-7E31A5021CB4}" type="datetime1">
              <a:rPr lang="en-GB" smtClean="0"/>
              <a:pPr>
                <a:spcAft>
                  <a:spcPts val="600"/>
                </a:spcAft>
              </a:pPr>
              <a:t>09/03/2026</a:t>
            </a:fld>
            <a:endParaRPr lang="en-GB"/>
          </a:p>
        </p:txBody>
      </p:sp>
      <p:sp>
        <p:nvSpPr>
          <p:cNvPr id="3" name="Slide Number Placeholder 2">
            <a:extLst>
              <a:ext uri="{FF2B5EF4-FFF2-40B4-BE49-F238E27FC236}">
                <a16:creationId xmlns:a16="http://schemas.microsoft.com/office/drawing/2014/main" id="{80FDCD12-89CB-27A2-C454-2A451CF47F5F}"/>
              </a:ext>
            </a:extLst>
          </p:cNvPr>
          <p:cNvSpPr>
            <a:spLocks noGrp="1"/>
          </p:cNvSpPr>
          <p:nvPr>
            <p:ph type="sldNum" sz="quarter" idx="12"/>
          </p:nvPr>
        </p:nvSpPr>
        <p:spPr>
          <a:xfrm>
            <a:off x="11219691" y="85745"/>
            <a:ext cx="381759" cy="176797"/>
          </a:xfrm>
        </p:spPr>
        <p:txBody>
          <a:bodyPr anchor="b">
            <a:normAutofit/>
          </a:bodyPr>
          <a:lstStyle/>
          <a:p>
            <a:pPr>
              <a:spcAft>
                <a:spcPts val="600"/>
              </a:spcAft>
            </a:pPr>
            <a:fld id="{091A926C-488A-4E3E-9C21-57CAA120E114}" type="slidenum">
              <a:rPr lang="en-GB" smtClean="0"/>
              <a:pPr>
                <a:spcAft>
                  <a:spcPts val="600"/>
                </a:spcAft>
              </a:pPr>
              <a:t>12</a:t>
            </a:fld>
            <a:endParaRPr lang="en-GB"/>
          </a:p>
        </p:txBody>
      </p:sp>
      <p:pic>
        <p:nvPicPr>
          <p:cNvPr id="9" name="Content Placeholder 15" descr="A structure of a cell&#10;&#10;AI-generated content may be incorrect.">
            <a:extLst>
              <a:ext uri="{FF2B5EF4-FFF2-40B4-BE49-F238E27FC236}">
                <a16:creationId xmlns:a16="http://schemas.microsoft.com/office/drawing/2014/main" id="{54A933E4-857F-8D1D-43BA-1D7491F1A97C}"/>
              </a:ext>
            </a:extLst>
          </p:cNvPr>
          <p:cNvPicPr>
            <a:picLocks noChangeAspect="1"/>
          </p:cNvPicPr>
          <p:nvPr/>
        </p:nvPicPr>
        <p:blipFill>
          <a:blip r:embed="rId4"/>
          <a:stretch>
            <a:fillRect/>
          </a:stretch>
        </p:blipFill>
        <p:spPr>
          <a:xfrm rot="10800000">
            <a:off x="991355" y="2303686"/>
            <a:ext cx="4963129" cy="4963129"/>
          </a:xfrm>
          <a:prstGeom prst="rect">
            <a:avLst/>
          </a:prstGeom>
          <a:noFill/>
        </p:spPr>
      </p:pic>
    </p:spTree>
    <p:extLst>
      <p:ext uri="{BB962C8B-B14F-4D97-AF65-F5344CB8AC3E}">
        <p14:creationId xmlns:p14="http://schemas.microsoft.com/office/powerpoint/2010/main" val="24463951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4E5B4-0C05-D457-2D3C-51061A1C89F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8B54CE5-30FE-53AA-A494-080D6E12B685}"/>
              </a:ext>
            </a:extLst>
          </p:cNvPr>
          <p:cNvSpPr>
            <a:spLocks noGrp="1"/>
          </p:cNvSpPr>
          <p:nvPr>
            <p:ph type="title"/>
          </p:nvPr>
        </p:nvSpPr>
        <p:spPr/>
        <p:txBody>
          <a:bodyPr/>
          <a:lstStyle/>
          <a:p>
            <a:r>
              <a:rPr lang="en-GB" dirty="0"/>
              <a:t>What I started with in terms of metrics: AF3 as the reference</a:t>
            </a:r>
          </a:p>
        </p:txBody>
      </p:sp>
      <p:pic>
        <p:nvPicPr>
          <p:cNvPr id="4" name="Content Placeholder 3">
            <a:extLst>
              <a:ext uri="{FF2B5EF4-FFF2-40B4-BE49-F238E27FC236}">
                <a16:creationId xmlns:a16="http://schemas.microsoft.com/office/drawing/2014/main" id="{8EC66D68-FDC8-457F-273A-411D19EA1D6D}"/>
              </a:ext>
            </a:extLst>
          </p:cNvPr>
          <p:cNvPicPr>
            <a:picLocks noGrp="1" noChangeAspect="1"/>
          </p:cNvPicPr>
          <p:nvPr>
            <p:ph sz="half" idx="1"/>
          </p:nvPr>
        </p:nvPicPr>
        <p:blipFill>
          <a:blip r:embed="rId3"/>
          <a:stretch>
            <a:fillRect/>
          </a:stretch>
        </p:blipFill>
        <p:spPr>
          <a:xfrm>
            <a:off x="338230" y="1485900"/>
            <a:ext cx="5907770" cy="4133665"/>
          </a:xfrm>
          <a:prstGeom prst="rect">
            <a:avLst/>
          </a:prstGeom>
        </p:spPr>
      </p:pic>
      <p:pic>
        <p:nvPicPr>
          <p:cNvPr id="5" name="Content Placeholder 4">
            <a:extLst>
              <a:ext uri="{FF2B5EF4-FFF2-40B4-BE49-F238E27FC236}">
                <a16:creationId xmlns:a16="http://schemas.microsoft.com/office/drawing/2014/main" id="{D8638586-C922-46E9-CAAB-C0DA71615DD7}"/>
              </a:ext>
            </a:extLst>
          </p:cNvPr>
          <p:cNvPicPr>
            <a:picLocks noGrp="1" noChangeAspect="1"/>
          </p:cNvPicPr>
          <p:nvPr>
            <p:ph sz="half" idx="2"/>
          </p:nvPr>
        </p:nvPicPr>
        <p:blipFill>
          <a:blip r:embed="rId4"/>
          <a:stretch>
            <a:fillRect/>
          </a:stretch>
        </p:blipFill>
        <p:spPr>
          <a:xfrm>
            <a:off x="6096000" y="1485900"/>
            <a:ext cx="5988774" cy="3652839"/>
          </a:xfrm>
          <a:prstGeom prst="rect">
            <a:avLst/>
          </a:prstGeom>
        </p:spPr>
      </p:pic>
      <p:sp>
        <p:nvSpPr>
          <p:cNvPr id="2" name="Date Placeholder 1">
            <a:extLst>
              <a:ext uri="{FF2B5EF4-FFF2-40B4-BE49-F238E27FC236}">
                <a16:creationId xmlns:a16="http://schemas.microsoft.com/office/drawing/2014/main" id="{CC9ADFA5-5C92-D738-35E7-29DF2BD1CE76}"/>
              </a:ext>
            </a:extLst>
          </p:cNvPr>
          <p:cNvSpPr>
            <a:spLocks noGrp="1"/>
          </p:cNvSpPr>
          <p:nvPr>
            <p:ph type="dt" sz="half" idx="10"/>
          </p:nvPr>
        </p:nvSpPr>
        <p:spPr/>
        <p:txBody>
          <a:bodyPr/>
          <a:lstStyle/>
          <a:p>
            <a:fld id="{55673025-AC33-4B51-AB70-3110FF3042C8}" type="datetime1">
              <a:rPr lang="en-GB" smtClean="0"/>
              <a:t>09/03/2026</a:t>
            </a:fld>
            <a:endParaRPr lang="en-GB" dirty="0"/>
          </a:p>
        </p:txBody>
      </p:sp>
      <p:sp>
        <p:nvSpPr>
          <p:cNvPr id="3" name="Slide Number Placeholder 2">
            <a:extLst>
              <a:ext uri="{FF2B5EF4-FFF2-40B4-BE49-F238E27FC236}">
                <a16:creationId xmlns:a16="http://schemas.microsoft.com/office/drawing/2014/main" id="{BDA71346-6F04-BA85-CE8D-A3FE89B3EBA2}"/>
              </a:ext>
            </a:extLst>
          </p:cNvPr>
          <p:cNvSpPr>
            <a:spLocks noGrp="1"/>
          </p:cNvSpPr>
          <p:nvPr>
            <p:ph type="sldNum" sz="quarter" idx="12"/>
          </p:nvPr>
        </p:nvSpPr>
        <p:spPr/>
        <p:txBody>
          <a:bodyPr/>
          <a:lstStyle/>
          <a:p>
            <a:fld id="{091A926C-488A-4E3E-9C21-57CAA120E114}" type="slidenum">
              <a:rPr lang="en-GB" smtClean="0"/>
              <a:t>13</a:t>
            </a:fld>
            <a:endParaRPr lang="en-GB" dirty="0"/>
          </a:p>
        </p:txBody>
      </p:sp>
    </p:spTree>
    <p:extLst>
      <p:ext uri="{BB962C8B-B14F-4D97-AF65-F5344CB8AC3E}">
        <p14:creationId xmlns:p14="http://schemas.microsoft.com/office/powerpoint/2010/main" val="36388685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6F138-59CD-0A03-51DE-82957565912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1E56B85-C585-2928-2B40-0BA3CFBC85B5}"/>
              </a:ext>
            </a:extLst>
          </p:cNvPr>
          <p:cNvSpPr>
            <a:spLocks noGrp="1"/>
          </p:cNvSpPr>
          <p:nvPr>
            <p:ph type="title"/>
          </p:nvPr>
        </p:nvSpPr>
        <p:spPr/>
        <p:txBody>
          <a:bodyPr/>
          <a:lstStyle/>
          <a:p>
            <a:r>
              <a:rPr lang="en-GB" dirty="0"/>
              <a:t>What I started with in terms of metrics: AF3 as the reference</a:t>
            </a:r>
          </a:p>
        </p:txBody>
      </p:sp>
      <p:sp>
        <p:nvSpPr>
          <p:cNvPr id="2" name="Date Placeholder 1">
            <a:extLst>
              <a:ext uri="{FF2B5EF4-FFF2-40B4-BE49-F238E27FC236}">
                <a16:creationId xmlns:a16="http://schemas.microsoft.com/office/drawing/2014/main" id="{3F1D41F7-F703-A5B7-DBDB-FAA305FC0E8C}"/>
              </a:ext>
            </a:extLst>
          </p:cNvPr>
          <p:cNvSpPr>
            <a:spLocks noGrp="1"/>
          </p:cNvSpPr>
          <p:nvPr>
            <p:ph type="dt" sz="half" idx="10"/>
          </p:nvPr>
        </p:nvSpPr>
        <p:spPr/>
        <p:txBody>
          <a:bodyPr/>
          <a:lstStyle/>
          <a:p>
            <a:fld id="{55673025-AC33-4B51-AB70-3110FF3042C8}" type="datetime1">
              <a:rPr lang="en-GB" smtClean="0"/>
              <a:t>09/03/2026</a:t>
            </a:fld>
            <a:endParaRPr lang="en-GB" dirty="0"/>
          </a:p>
        </p:txBody>
      </p:sp>
      <p:sp>
        <p:nvSpPr>
          <p:cNvPr id="3" name="Slide Number Placeholder 2">
            <a:extLst>
              <a:ext uri="{FF2B5EF4-FFF2-40B4-BE49-F238E27FC236}">
                <a16:creationId xmlns:a16="http://schemas.microsoft.com/office/drawing/2014/main" id="{0D3BF01A-6FF7-25FF-D8C9-F011A0D2494A}"/>
              </a:ext>
            </a:extLst>
          </p:cNvPr>
          <p:cNvSpPr>
            <a:spLocks noGrp="1"/>
          </p:cNvSpPr>
          <p:nvPr>
            <p:ph type="sldNum" sz="quarter" idx="12"/>
          </p:nvPr>
        </p:nvSpPr>
        <p:spPr/>
        <p:txBody>
          <a:bodyPr/>
          <a:lstStyle/>
          <a:p>
            <a:fld id="{091A926C-488A-4E3E-9C21-57CAA120E114}" type="slidenum">
              <a:rPr lang="en-GB" smtClean="0"/>
              <a:t>14</a:t>
            </a:fld>
            <a:endParaRPr lang="en-GB" dirty="0"/>
          </a:p>
        </p:txBody>
      </p:sp>
      <p:pic>
        <p:nvPicPr>
          <p:cNvPr id="16" name="Content Placeholder 15">
            <a:extLst>
              <a:ext uri="{FF2B5EF4-FFF2-40B4-BE49-F238E27FC236}">
                <a16:creationId xmlns:a16="http://schemas.microsoft.com/office/drawing/2014/main" id="{1554A1BA-DD4F-778D-DA1F-5EB7B27F6A1D}"/>
              </a:ext>
            </a:extLst>
          </p:cNvPr>
          <p:cNvPicPr>
            <a:picLocks noGrp="1" noChangeAspect="1"/>
          </p:cNvPicPr>
          <p:nvPr>
            <p:ph sz="half" idx="1"/>
          </p:nvPr>
        </p:nvPicPr>
        <p:blipFill>
          <a:blip r:embed="rId3"/>
          <a:stretch>
            <a:fillRect/>
          </a:stretch>
        </p:blipFill>
        <p:spPr>
          <a:xfrm>
            <a:off x="474035" y="1485899"/>
            <a:ext cx="5512639" cy="3654271"/>
          </a:xfrm>
          <a:prstGeom prst="rect">
            <a:avLst/>
          </a:prstGeom>
        </p:spPr>
      </p:pic>
      <p:sp>
        <p:nvSpPr>
          <p:cNvPr id="13" name="Content Placeholder 7">
            <a:extLst>
              <a:ext uri="{FF2B5EF4-FFF2-40B4-BE49-F238E27FC236}">
                <a16:creationId xmlns:a16="http://schemas.microsoft.com/office/drawing/2014/main" id="{55DDDFDC-B5C3-475F-93A9-037C11DDAE0D}"/>
              </a:ext>
            </a:extLst>
          </p:cNvPr>
          <p:cNvSpPr txBox="1">
            <a:spLocks/>
          </p:cNvSpPr>
          <p:nvPr/>
        </p:nvSpPr>
        <p:spPr>
          <a:xfrm>
            <a:off x="6095207" y="1628775"/>
            <a:ext cx="5507036" cy="4672800"/>
          </a:xfrm>
          <a:prstGeom prst="rect">
            <a:avLst/>
          </a:prstGeom>
        </p:spPr>
        <p:txBody>
          <a:bodyPr vert="horz" lIns="0" tIns="0" rIns="0" bIns="0" rtlCol="0">
            <a:noAutofit/>
          </a:bodyPr>
          <a:lstStyle>
            <a:lvl1pPr marL="360000" indent="-360000" algn="l" defTabSz="914400" rtl="0" eaLnBrk="1" latinLnBrk="0" hangingPunct="1">
              <a:lnSpc>
                <a:spcPct val="100000"/>
              </a:lnSpc>
              <a:spcBef>
                <a:spcPts val="1000"/>
              </a:spcBef>
              <a:buFont typeface="Arial" panose="020B0604020202020204" pitchFamily="34" charset="0"/>
              <a:buChar char="•"/>
              <a:defRPr lang="da-DK" sz="2400" b="0" i="0" kern="1200" spc="60" baseline="0" dirty="0" smtClean="0">
                <a:solidFill>
                  <a:schemeClr val="tx1"/>
                </a:solidFill>
                <a:latin typeface="+mn-lt"/>
                <a:ea typeface="+mn-ea"/>
                <a:cs typeface="Microsoft New Tai Lue" panose="020B0502040204020203" pitchFamily="34" charset="0"/>
              </a:defRPr>
            </a:lvl1pPr>
            <a:lvl2pPr marL="719138" marR="0" indent="-358775" algn="l" defTabSz="914400" rtl="0" eaLnBrk="1" fontAlgn="auto" latinLnBrk="0" hangingPunct="1">
              <a:lnSpc>
                <a:spcPct val="100000"/>
              </a:lnSpc>
              <a:spcBef>
                <a:spcPts val="500"/>
              </a:spcBef>
              <a:spcAft>
                <a:spcPts val="0"/>
              </a:spcAft>
              <a:buClrTx/>
              <a:buSzTx/>
              <a:buFont typeface="Arial" panose="020B0604020202020204" pitchFamily="34" charset="0"/>
              <a:buChar char="•"/>
              <a:tabLst/>
              <a:defRPr lang="da-DK" sz="2000" b="0" i="0" kern="1200" spc="60" baseline="0" dirty="0" smtClean="0">
                <a:solidFill>
                  <a:schemeClr val="tx1"/>
                </a:solidFill>
                <a:latin typeface="+mn-lt"/>
                <a:ea typeface="+mn-ea"/>
                <a:cs typeface="Microsoft New Tai Lue" panose="020B0502040204020203" pitchFamily="34" charset="0"/>
              </a:defRPr>
            </a:lvl2pPr>
            <a:lvl3pPr marL="1072800" indent="-352800" algn="l" defTabSz="914400" rtl="0" eaLnBrk="1" latinLnBrk="0" hangingPunct="1">
              <a:lnSpc>
                <a:spcPct val="90000"/>
              </a:lnSpc>
              <a:spcBef>
                <a:spcPts val="500"/>
              </a:spcBef>
              <a:buFont typeface="Arial" panose="020B0604020202020204" pitchFamily="34" charset="0"/>
              <a:buChar char="•"/>
              <a:defRPr lang="da-DK" sz="1800" b="0" i="0" kern="1200" baseline="0" dirty="0" smtClean="0">
                <a:solidFill>
                  <a:schemeClr val="tx1"/>
                </a:solidFill>
                <a:latin typeface="+mn-lt"/>
                <a:ea typeface="+mn-ea"/>
                <a:cs typeface="Microsoft New Tai Lue" panose="020B0502040204020203" pitchFamily="34" charset="0"/>
              </a:defRPr>
            </a:lvl3pPr>
            <a:lvl4pPr marL="1072800" indent="-352800" algn="l" defTabSz="914400" rtl="0" eaLnBrk="1" latinLnBrk="0" hangingPunct="1">
              <a:lnSpc>
                <a:spcPct val="90000"/>
              </a:lnSpc>
              <a:spcBef>
                <a:spcPts val="500"/>
              </a:spcBef>
              <a:buFont typeface="Arial" panose="020B0604020202020204" pitchFamily="34" charset="0"/>
              <a:buChar char="•"/>
              <a:defRPr lang="da-DK" sz="1800" b="0" i="0" kern="1200" baseline="0" dirty="0" smtClean="0">
                <a:solidFill>
                  <a:schemeClr val="tx1"/>
                </a:solidFill>
                <a:latin typeface="+mn-lt"/>
                <a:ea typeface="+mn-ea"/>
                <a:cs typeface="Microsoft New Tai Lue" panose="020B0502040204020203" pitchFamily="34" charset="0"/>
              </a:defRPr>
            </a:lvl4pPr>
            <a:lvl5pPr marL="1072800" indent="-352800" algn="l" defTabSz="914400" rtl="0" eaLnBrk="1" latinLnBrk="0" hangingPunct="1">
              <a:lnSpc>
                <a:spcPct val="90000"/>
              </a:lnSpc>
              <a:spcBef>
                <a:spcPts val="500"/>
              </a:spcBef>
              <a:buFont typeface="Arial" panose="020B0604020202020204" pitchFamily="34" charset="0"/>
              <a:buChar char="•"/>
              <a:defRPr lang="da-DK" sz="1800" b="0" i="0" kern="1200" spc="60" baseline="0" dirty="0" smtClean="0">
                <a:solidFill>
                  <a:schemeClr val="tx1"/>
                </a:solidFill>
                <a:latin typeface="+mn-lt"/>
                <a:ea typeface="+mn-ea"/>
                <a:cs typeface="Microsoft New Tai Lue" panose="020B0502040204020203" pitchFamily="34" charset="0"/>
              </a:defRPr>
            </a:lvl5pPr>
            <a:lvl6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6pPr>
            <a:lvl7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7pPr>
            <a:lvl8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8pPr>
            <a:lvl9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9pPr>
          </a:lstStyle>
          <a:p>
            <a:endParaRPr lang="en-DK"/>
          </a:p>
        </p:txBody>
      </p:sp>
      <p:sp>
        <p:nvSpPr>
          <p:cNvPr id="15" name="Content Placeholder 7">
            <a:extLst>
              <a:ext uri="{FF2B5EF4-FFF2-40B4-BE49-F238E27FC236}">
                <a16:creationId xmlns:a16="http://schemas.microsoft.com/office/drawing/2014/main" id="{E8B18524-39B1-22D8-CD93-4930C4453E7D}"/>
              </a:ext>
            </a:extLst>
          </p:cNvPr>
          <p:cNvSpPr txBox="1">
            <a:spLocks/>
          </p:cNvSpPr>
          <p:nvPr/>
        </p:nvSpPr>
        <p:spPr>
          <a:xfrm>
            <a:off x="6165620" y="1628775"/>
            <a:ext cx="5507036" cy="4672800"/>
          </a:xfrm>
          <a:prstGeom prst="rect">
            <a:avLst/>
          </a:prstGeom>
        </p:spPr>
        <p:txBody>
          <a:bodyPr vert="horz" lIns="0" tIns="0" rIns="0" bIns="0" rtlCol="0">
            <a:noAutofit/>
          </a:bodyPr>
          <a:lstStyle>
            <a:lvl1pPr marL="360000" indent="-360000" algn="l" defTabSz="914400" rtl="0" eaLnBrk="1" latinLnBrk="0" hangingPunct="1">
              <a:lnSpc>
                <a:spcPct val="100000"/>
              </a:lnSpc>
              <a:spcBef>
                <a:spcPts val="1000"/>
              </a:spcBef>
              <a:buFont typeface="Arial" panose="020B0604020202020204" pitchFamily="34" charset="0"/>
              <a:buChar char="•"/>
              <a:defRPr lang="da-DK" sz="2400" b="0" i="0" kern="1200" spc="60" baseline="0" dirty="0" smtClean="0">
                <a:solidFill>
                  <a:schemeClr val="tx1"/>
                </a:solidFill>
                <a:latin typeface="+mn-lt"/>
                <a:ea typeface="+mn-ea"/>
                <a:cs typeface="Microsoft New Tai Lue" panose="020B0502040204020203" pitchFamily="34" charset="0"/>
              </a:defRPr>
            </a:lvl1pPr>
            <a:lvl2pPr marL="719138" marR="0" indent="-358775" algn="l" defTabSz="914400" rtl="0" eaLnBrk="1" fontAlgn="auto" latinLnBrk="0" hangingPunct="1">
              <a:lnSpc>
                <a:spcPct val="100000"/>
              </a:lnSpc>
              <a:spcBef>
                <a:spcPts val="500"/>
              </a:spcBef>
              <a:spcAft>
                <a:spcPts val="0"/>
              </a:spcAft>
              <a:buClrTx/>
              <a:buSzTx/>
              <a:buFont typeface="Arial" panose="020B0604020202020204" pitchFamily="34" charset="0"/>
              <a:buChar char="•"/>
              <a:tabLst/>
              <a:defRPr lang="da-DK" sz="2000" b="0" i="0" kern="1200" spc="60" baseline="0" dirty="0" smtClean="0">
                <a:solidFill>
                  <a:schemeClr val="tx1"/>
                </a:solidFill>
                <a:latin typeface="+mn-lt"/>
                <a:ea typeface="+mn-ea"/>
                <a:cs typeface="Microsoft New Tai Lue" panose="020B0502040204020203" pitchFamily="34" charset="0"/>
              </a:defRPr>
            </a:lvl2pPr>
            <a:lvl3pPr marL="1072800" indent="-352800" algn="l" defTabSz="914400" rtl="0" eaLnBrk="1" latinLnBrk="0" hangingPunct="1">
              <a:lnSpc>
                <a:spcPct val="90000"/>
              </a:lnSpc>
              <a:spcBef>
                <a:spcPts val="500"/>
              </a:spcBef>
              <a:buFont typeface="Arial" panose="020B0604020202020204" pitchFamily="34" charset="0"/>
              <a:buChar char="•"/>
              <a:defRPr lang="da-DK" sz="1800" b="0" i="0" kern="1200" baseline="0" dirty="0" smtClean="0">
                <a:solidFill>
                  <a:schemeClr val="tx1"/>
                </a:solidFill>
                <a:latin typeface="+mn-lt"/>
                <a:ea typeface="+mn-ea"/>
                <a:cs typeface="Microsoft New Tai Lue" panose="020B0502040204020203" pitchFamily="34" charset="0"/>
              </a:defRPr>
            </a:lvl3pPr>
            <a:lvl4pPr marL="1072800" indent="-352800" algn="l" defTabSz="914400" rtl="0" eaLnBrk="1" latinLnBrk="0" hangingPunct="1">
              <a:lnSpc>
                <a:spcPct val="90000"/>
              </a:lnSpc>
              <a:spcBef>
                <a:spcPts val="500"/>
              </a:spcBef>
              <a:buFont typeface="Arial" panose="020B0604020202020204" pitchFamily="34" charset="0"/>
              <a:buChar char="•"/>
              <a:defRPr lang="da-DK" sz="1800" b="0" i="0" kern="1200" baseline="0" dirty="0" smtClean="0">
                <a:solidFill>
                  <a:schemeClr val="tx1"/>
                </a:solidFill>
                <a:latin typeface="+mn-lt"/>
                <a:ea typeface="+mn-ea"/>
                <a:cs typeface="Microsoft New Tai Lue" panose="020B0502040204020203" pitchFamily="34" charset="0"/>
              </a:defRPr>
            </a:lvl4pPr>
            <a:lvl5pPr marL="1072800" indent="-352800" algn="l" defTabSz="914400" rtl="0" eaLnBrk="1" latinLnBrk="0" hangingPunct="1">
              <a:lnSpc>
                <a:spcPct val="90000"/>
              </a:lnSpc>
              <a:spcBef>
                <a:spcPts val="500"/>
              </a:spcBef>
              <a:buFont typeface="Arial" panose="020B0604020202020204" pitchFamily="34" charset="0"/>
              <a:buChar char="•"/>
              <a:defRPr lang="da-DK" sz="1800" b="0" i="0" kern="1200" spc="60" baseline="0" dirty="0" smtClean="0">
                <a:solidFill>
                  <a:schemeClr val="tx1"/>
                </a:solidFill>
                <a:latin typeface="+mn-lt"/>
                <a:ea typeface="+mn-ea"/>
                <a:cs typeface="Microsoft New Tai Lue" panose="020B0502040204020203" pitchFamily="34" charset="0"/>
              </a:defRPr>
            </a:lvl5pPr>
            <a:lvl6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6pPr>
            <a:lvl7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7pPr>
            <a:lvl8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8pPr>
            <a:lvl9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9pPr>
          </a:lstStyle>
          <a:p>
            <a:r>
              <a:rPr lang="en-DK" sz="1800" dirty="0"/>
              <a:t>PAE =Predicted Aligned Error (Å)</a:t>
            </a:r>
            <a:br>
              <a:rPr lang="en-DK" sz="1800" dirty="0"/>
            </a:br>
            <a:r>
              <a:rPr lang="en-DK" sz="1800" dirty="0"/>
              <a:t>How confident is AF3 about the relative positioning of the two chains (not if they are folded correctly)</a:t>
            </a:r>
          </a:p>
          <a:p>
            <a:r>
              <a:rPr lang="en-DK" sz="1800" dirty="0"/>
              <a:t>ipTM = Interface Predicted TM-S</a:t>
            </a:r>
            <a:r>
              <a:rPr lang="en-GB" sz="1800" dirty="0"/>
              <a:t>c</a:t>
            </a:r>
            <a:r>
              <a:rPr lang="en-DK" sz="1800" dirty="0"/>
              <a:t>ore</a:t>
            </a:r>
            <a:br>
              <a:rPr lang="en-DK" sz="1800" dirty="0"/>
            </a:br>
            <a:r>
              <a:rPr lang="en-DK" sz="1800" dirty="0"/>
              <a:t>How well does AF3 predict relative positions and contacts between chains</a:t>
            </a:r>
          </a:p>
        </p:txBody>
      </p:sp>
    </p:spTree>
    <p:extLst>
      <p:ext uri="{BB962C8B-B14F-4D97-AF65-F5344CB8AC3E}">
        <p14:creationId xmlns:p14="http://schemas.microsoft.com/office/powerpoint/2010/main" val="37951257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E1A0-A66D-E70C-296C-F159B86073C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55CC8178-53AA-2191-22AE-1C0B07AA635A}"/>
              </a:ext>
            </a:extLst>
          </p:cNvPr>
          <p:cNvSpPr>
            <a:spLocks noGrp="1"/>
          </p:cNvSpPr>
          <p:nvPr>
            <p:ph type="title"/>
          </p:nvPr>
        </p:nvSpPr>
        <p:spPr/>
        <p:txBody>
          <a:bodyPr/>
          <a:lstStyle/>
          <a:p>
            <a:r>
              <a:rPr lang="en-GB" dirty="0"/>
              <a:t>What I started with in terms of metrics: AF3 as the reference</a:t>
            </a:r>
          </a:p>
        </p:txBody>
      </p:sp>
      <p:sp>
        <p:nvSpPr>
          <p:cNvPr id="2" name="Date Placeholder 1">
            <a:extLst>
              <a:ext uri="{FF2B5EF4-FFF2-40B4-BE49-F238E27FC236}">
                <a16:creationId xmlns:a16="http://schemas.microsoft.com/office/drawing/2014/main" id="{C5D75B90-005A-26D1-F141-CED3B7727C0B}"/>
              </a:ext>
            </a:extLst>
          </p:cNvPr>
          <p:cNvSpPr>
            <a:spLocks noGrp="1"/>
          </p:cNvSpPr>
          <p:nvPr>
            <p:ph type="dt" sz="half" idx="10"/>
          </p:nvPr>
        </p:nvSpPr>
        <p:spPr/>
        <p:txBody>
          <a:bodyPr/>
          <a:lstStyle/>
          <a:p>
            <a:fld id="{55673025-AC33-4B51-AB70-3110FF3042C8}" type="datetime1">
              <a:rPr lang="en-GB" smtClean="0"/>
              <a:t>09/03/2026</a:t>
            </a:fld>
            <a:endParaRPr lang="en-GB" dirty="0"/>
          </a:p>
        </p:txBody>
      </p:sp>
      <p:sp>
        <p:nvSpPr>
          <p:cNvPr id="3" name="Slide Number Placeholder 2">
            <a:extLst>
              <a:ext uri="{FF2B5EF4-FFF2-40B4-BE49-F238E27FC236}">
                <a16:creationId xmlns:a16="http://schemas.microsoft.com/office/drawing/2014/main" id="{E6022C97-3BC4-8FD7-6042-65E360254E05}"/>
              </a:ext>
            </a:extLst>
          </p:cNvPr>
          <p:cNvSpPr>
            <a:spLocks noGrp="1"/>
          </p:cNvSpPr>
          <p:nvPr>
            <p:ph type="sldNum" sz="quarter" idx="12"/>
          </p:nvPr>
        </p:nvSpPr>
        <p:spPr/>
        <p:txBody>
          <a:bodyPr/>
          <a:lstStyle/>
          <a:p>
            <a:fld id="{091A926C-488A-4E3E-9C21-57CAA120E114}" type="slidenum">
              <a:rPr lang="en-GB" smtClean="0"/>
              <a:t>15</a:t>
            </a:fld>
            <a:endParaRPr lang="en-GB" dirty="0"/>
          </a:p>
        </p:txBody>
      </p:sp>
      <p:sp>
        <p:nvSpPr>
          <p:cNvPr id="13" name="Content Placeholder 7">
            <a:extLst>
              <a:ext uri="{FF2B5EF4-FFF2-40B4-BE49-F238E27FC236}">
                <a16:creationId xmlns:a16="http://schemas.microsoft.com/office/drawing/2014/main" id="{899FD530-F2A8-A5B2-19D7-9763FCB34695}"/>
              </a:ext>
            </a:extLst>
          </p:cNvPr>
          <p:cNvSpPr txBox="1">
            <a:spLocks/>
          </p:cNvSpPr>
          <p:nvPr/>
        </p:nvSpPr>
        <p:spPr>
          <a:xfrm>
            <a:off x="6095207" y="1628775"/>
            <a:ext cx="5507036" cy="4672800"/>
          </a:xfrm>
          <a:prstGeom prst="rect">
            <a:avLst/>
          </a:prstGeom>
        </p:spPr>
        <p:txBody>
          <a:bodyPr vert="horz" lIns="0" tIns="0" rIns="0" bIns="0" rtlCol="0">
            <a:noAutofit/>
          </a:bodyPr>
          <a:lstStyle>
            <a:lvl1pPr marL="360000" indent="-360000" algn="l" defTabSz="914400" rtl="0" eaLnBrk="1" latinLnBrk="0" hangingPunct="1">
              <a:lnSpc>
                <a:spcPct val="100000"/>
              </a:lnSpc>
              <a:spcBef>
                <a:spcPts val="1000"/>
              </a:spcBef>
              <a:buFont typeface="Arial" panose="020B0604020202020204" pitchFamily="34" charset="0"/>
              <a:buChar char="•"/>
              <a:defRPr lang="da-DK" sz="2400" b="0" i="0" kern="1200" spc="60" baseline="0" dirty="0" smtClean="0">
                <a:solidFill>
                  <a:schemeClr val="tx1"/>
                </a:solidFill>
                <a:latin typeface="+mn-lt"/>
                <a:ea typeface="+mn-ea"/>
                <a:cs typeface="Microsoft New Tai Lue" panose="020B0502040204020203" pitchFamily="34" charset="0"/>
              </a:defRPr>
            </a:lvl1pPr>
            <a:lvl2pPr marL="719138" marR="0" indent="-358775" algn="l" defTabSz="914400" rtl="0" eaLnBrk="1" fontAlgn="auto" latinLnBrk="0" hangingPunct="1">
              <a:lnSpc>
                <a:spcPct val="100000"/>
              </a:lnSpc>
              <a:spcBef>
                <a:spcPts val="500"/>
              </a:spcBef>
              <a:spcAft>
                <a:spcPts val="0"/>
              </a:spcAft>
              <a:buClrTx/>
              <a:buSzTx/>
              <a:buFont typeface="Arial" panose="020B0604020202020204" pitchFamily="34" charset="0"/>
              <a:buChar char="•"/>
              <a:tabLst/>
              <a:defRPr lang="da-DK" sz="2000" b="0" i="0" kern="1200" spc="60" baseline="0" dirty="0" smtClean="0">
                <a:solidFill>
                  <a:schemeClr val="tx1"/>
                </a:solidFill>
                <a:latin typeface="+mn-lt"/>
                <a:ea typeface="+mn-ea"/>
                <a:cs typeface="Microsoft New Tai Lue" panose="020B0502040204020203" pitchFamily="34" charset="0"/>
              </a:defRPr>
            </a:lvl2pPr>
            <a:lvl3pPr marL="1072800" indent="-352800" algn="l" defTabSz="914400" rtl="0" eaLnBrk="1" latinLnBrk="0" hangingPunct="1">
              <a:lnSpc>
                <a:spcPct val="90000"/>
              </a:lnSpc>
              <a:spcBef>
                <a:spcPts val="500"/>
              </a:spcBef>
              <a:buFont typeface="Arial" panose="020B0604020202020204" pitchFamily="34" charset="0"/>
              <a:buChar char="•"/>
              <a:defRPr lang="da-DK" sz="1800" b="0" i="0" kern="1200" baseline="0" dirty="0" smtClean="0">
                <a:solidFill>
                  <a:schemeClr val="tx1"/>
                </a:solidFill>
                <a:latin typeface="+mn-lt"/>
                <a:ea typeface="+mn-ea"/>
                <a:cs typeface="Microsoft New Tai Lue" panose="020B0502040204020203" pitchFamily="34" charset="0"/>
              </a:defRPr>
            </a:lvl3pPr>
            <a:lvl4pPr marL="1072800" indent="-352800" algn="l" defTabSz="914400" rtl="0" eaLnBrk="1" latinLnBrk="0" hangingPunct="1">
              <a:lnSpc>
                <a:spcPct val="90000"/>
              </a:lnSpc>
              <a:spcBef>
                <a:spcPts val="500"/>
              </a:spcBef>
              <a:buFont typeface="Arial" panose="020B0604020202020204" pitchFamily="34" charset="0"/>
              <a:buChar char="•"/>
              <a:defRPr lang="da-DK" sz="1800" b="0" i="0" kern="1200" baseline="0" dirty="0" smtClean="0">
                <a:solidFill>
                  <a:schemeClr val="tx1"/>
                </a:solidFill>
                <a:latin typeface="+mn-lt"/>
                <a:ea typeface="+mn-ea"/>
                <a:cs typeface="Microsoft New Tai Lue" panose="020B0502040204020203" pitchFamily="34" charset="0"/>
              </a:defRPr>
            </a:lvl4pPr>
            <a:lvl5pPr marL="1072800" indent="-352800" algn="l" defTabSz="914400" rtl="0" eaLnBrk="1" latinLnBrk="0" hangingPunct="1">
              <a:lnSpc>
                <a:spcPct val="90000"/>
              </a:lnSpc>
              <a:spcBef>
                <a:spcPts val="500"/>
              </a:spcBef>
              <a:buFont typeface="Arial" panose="020B0604020202020204" pitchFamily="34" charset="0"/>
              <a:buChar char="•"/>
              <a:defRPr lang="da-DK" sz="1800" b="0" i="0" kern="1200" spc="60" baseline="0" dirty="0" smtClean="0">
                <a:solidFill>
                  <a:schemeClr val="tx1"/>
                </a:solidFill>
                <a:latin typeface="+mn-lt"/>
                <a:ea typeface="+mn-ea"/>
                <a:cs typeface="Microsoft New Tai Lue" panose="020B0502040204020203" pitchFamily="34" charset="0"/>
              </a:defRPr>
            </a:lvl5pPr>
            <a:lvl6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6pPr>
            <a:lvl7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7pPr>
            <a:lvl8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8pPr>
            <a:lvl9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9pPr>
          </a:lstStyle>
          <a:p>
            <a:endParaRPr lang="en-DK"/>
          </a:p>
        </p:txBody>
      </p:sp>
      <p:pic>
        <p:nvPicPr>
          <p:cNvPr id="6" name="Content Placeholder 5">
            <a:extLst>
              <a:ext uri="{FF2B5EF4-FFF2-40B4-BE49-F238E27FC236}">
                <a16:creationId xmlns:a16="http://schemas.microsoft.com/office/drawing/2014/main" id="{B5679FF2-2B58-368B-7E86-EB10873F39F1}"/>
              </a:ext>
            </a:extLst>
          </p:cNvPr>
          <p:cNvPicPr>
            <a:picLocks noGrp="1" noChangeAspect="1"/>
          </p:cNvPicPr>
          <p:nvPr>
            <p:ph sz="half" idx="1"/>
          </p:nvPr>
        </p:nvPicPr>
        <p:blipFill>
          <a:blip r:embed="rId3"/>
          <a:stretch>
            <a:fillRect/>
          </a:stretch>
        </p:blipFill>
        <p:spPr>
          <a:xfrm>
            <a:off x="588964" y="1227915"/>
            <a:ext cx="10838074" cy="4453794"/>
          </a:xfrm>
          <a:prstGeom prst="rect">
            <a:avLst/>
          </a:prstGeom>
        </p:spPr>
      </p:pic>
    </p:spTree>
    <p:extLst>
      <p:ext uri="{BB962C8B-B14F-4D97-AF65-F5344CB8AC3E}">
        <p14:creationId xmlns:p14="http://schemas.microsoft.com/office/powerpoint/2010/main" val="30445700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F8EFFC1-A9F6-E463-A932-409A83E54099}"/>
              </a:ext>
            </a:extLst>
          </p:cNvPr>
          <p:cNvSpPr>
            <a:spLocks noGrp="1"/>
          </p:cNvSpPr>
          <p:nvPr>
            <p:ph type="title"/>
          </p:nvPr>
        </p:nvSpPr>
        <p:spPr/>
        <p:txBody>
          <a:bodyPr/>
          <a:lstStyle/>
          <a:p>
            <a:r>
              <a:rPr lang="en-GB" dirty="0"/>
              <a:t>Next step: RMSD results with AF3 as reference model</a:t>
            </a:r>
          </a:p>
        </p:txBody>
      </p:sp>
      <p:sp>
        <p:nvSpPr>
          <p:cNvPr id="2" name="Date Placeholder 1">
            <a:extLst>
              <a:ext uri="{FF2B5EF4-FFF2-40B4-BE49-F238E27FC236}">
                <a16:creationId xmlns:a16="http://schemas.microsoft.com/office/drawing/2014/main" id="{79D8D8CE-FCFB-854F-9B04-68E9294731BB}"/>
              </a:ext>
            </a:extLst>
          </p:cNvPr>
          <p:cNvSpPr>
            <a:spLocks noGrp="1"/>
          </p:cNvSpPr>
          <p:nvPr>
            <p:ph type="dt" sz="half" idx="10"/>
          </p:nvPr>
        </p:nvSpPr>
        <p:spPr/>
        <p:txBody>
          <a:bodyPr/>
          <a:lstStyle/>
          <a:p>
            <a:fld id="{D55F5BBF-28CA-4D9A-8D51-824465E3343C}" type="datetime1">
              <a:rPr lang="en-GB" smtClean="0"/>
              <a:t>09/03/2026</a:t>
            </a:fld>
            <a:endParaRPr lang="en-GB" dirty="0"/>
          </a:p>
        </p:txBody>
      </p:sp>
      <p:sp>
        <p:nvSpPr>
          <p:cNvPr id="3" name="Slide Number Placeholder 2">
            <a:extLst>
              <a:ext uri="{FF2B5EF4-FFF2-40B4-BE49-F238E27FC236}">
                <a16:creationId xmlns:a16="http://schemas.microsoft.com/office/drawing/2014/main" id="{1311F2CF-A41F-BC40-BDEF-887570989BBF}"/>
              </a:ext>
            </a:extLst>
          </p:cNvPr>
          <p:cNvSpPr>
            <a:spLocks noGrp="1"/>
          </p:cNvSpPr>
          <p:nvPr>
            <p:ph type="sldNum" sz="quarter" idx="12"/>
          </p:nvPr>
        </p:nvSpPr>
        <p:spPr/>
        <p:txBody>
          <a:bodyPr/>
          <a:lstStyle/>
          <a:p>
            <a:fld id="{091A926C-488A-4E3E-9C21-57CAA120E114}" type="slidenum">
              <a:rPr lang="en-GB" smtClean="0"/>
              <a:t>16</a:t>
            </a:fld>
            <a:endParaRPr lang="en-GB" dirty="0"/>
          </a:p>
        </p:txBody>
      </p:sp>
      <p:pic>
        <p:nvPicPr>
          <p:cNvPr id="5" name="Picture 4">
            <a:extLst>
              <a:ext uri="{FF2B5EF4-FFF2-40B4-BE49-F238E27FC236}">
                <a16:creationId xmlns:a16="http://schemas.microsoft.com/office/drawing/2014/main" id="{900A5C31-7FC2-CA39-71F5-A01987576BDB}"/>
              </a:ext>
            </a:extLst>
          </p:cNvPr>
          <p:cNvPicPr>
            <a:picLocks noChangeAspect="1"/>
          </p:cNvPicPr>
          <p:nvPr/>
        </p:nvPicPr>
        <p:blipFill>
          <a:blip r:embed="rId3"/>
          <a:stretch>
            <a:fillRect/>
          </a:stretch>
        </p:blipFill>
        <p:spPr>
          <a:xfrm>
            <a:off x="369269" y="1313599"/>
            <a:ext cx="5725146" cy="4612485"/>
          </a:xfrm>
          <a:prstGeom prst="rect">
            <a:avLst/>
          </a:prstGeom>
        </p:spPr>
      </p:pic>
      <p:pic>
        <p:nvPicPr>
          <p:cNvPr id="6" name="Picture 5">
            <a:extLst>
              <a:ext uri="{FF2B5EF4-FFF2-40B4-BE49-F238E27FC236}">
                <a16:creationId xmlns:a16="http://schemas.microsoft.com/office/drawing/2014/main" id="{2AB3C9C8-F51F-BB15-0BBE-061C813E39DC}"/>
              </a:ext>
            </a:extLst>
          </p:cNvPr>
          <p:cNvPicPr>
            <a:picLocks noChangeAspect="1"/>
          </p:cNvPicPr>
          <p:nvPr/>
        </p:nvPicPr>
        <p:blipFill>
          <a:blip r:embed="rId4"/>
          <a:stretch>
            <a:fillRect/>
          </a:stretch>
        </p:blipFill>
        <p:spPr>
          <a:xfrm>
            <a:off x="6096000" y="1345741"/>
            <a:ext cx="5725147" cy="4548200"/>
          </a:xfrm>
          <a:prstGeom prst="rect">
            <a:avLst/>
          </a:prstGeom>
        </p:spPr>
      </p:pic>
    </p:spTree>
    <p:extLst>
      <p:ext uri="{BB962C8B-B14F-4D97-AF65-F5344CB8AC3E}">
        <p14:creationId xmlns:p14="http://schemas.microsoft.com/office/powerpoint/2010/main" val="5230484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067DC-AECB-7A6A-73EF-C899E6A6000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B47789A-736B-E90E-41B7-38D617BB2C3C}"/>
              </a:ext>
            </a:extLst>
          </p:cNvPr>
          <p:cNvSpPr>
            <a:spLocks noGrp="1"/>
          </p:cNvSpPr>
          <p:nvPr>
            <p:ph type="title"/>
          </p:nvPr>
        </p:nvSpPr>
        <p:spPr/>
        <p:txBody>
          <a:bodyPr/>
          <a:lstStyle/>
          <a:p>
            <a:r>
              <a:rPr lang="en-GB" dirty="0"/>
              <a:t>RMSD results with AF3 as reference model</a:t>
            </a:r>
          </a:p>
        </p:txBody>
      </p:sp>
      <p:sp>
        <p:nvSpPr>
          <p:cNvPr id="2" name="Date Placeholder 1">
            <a:extLst>
              <a:ext uri="{FF2B5EF4-FFF2-40B4-BE49-F238E27FC236}">
                <a16:creationId xmlns:a16="http://schemas.microsoft.com/office/drawing/2014/main" id="{249ECFCC-95C9-D8D2-4F83-A63A5411EFF2}"/>
              </a:ext>
            </a:extLst>
          </p:cNvPr>
          <p:cNvSpPr>
            <a:spLocks noGrp="1"/>
          </p:cNvSpPr>
          <p:nvPr>
            <p:ph type="dt" sz="half" idx="10"/>
          </p:nvPr>
        </p:nvSpPr>
        <p:spPr/>
        <p:txBody>
          <a:bodyPr/>
          <a:lstStyle/>
          <a:p>
            <a:fld id="{D55F5BBF-28CA-4D9A-8D51-824465E3343C}" type="datetime1">
              <a:rPr lang="en-GB" smtClean="0"/>
              <a:t>09/03/2026</a:t>
            </a:fld>
            <a:endParaRPr lang="en-GB" dirty="0"/>
          </a:p>
        </p:txBody>
      </p:sp>
      <p:sp>
        <p:nvSpPr>
          <p:cNvPr id="3" name="Slide Number Placeholder 2">
            <a:extLst>
              <a:ext uri="{FF2B5EF4-FFF2-40B4-BE49-F238E27FC236}">
                <a16:creationId xmlns:a16="http://schemas.microsoft.com/office/drawing/2014/main" id="{17606A60-BB81-8988-0D39-2327F3EC8EF7}"/>
              </a:ext>
            </a:extLst>
          </p:cNvPr>
          <p:cNvSpPr>
            <a:spLocks noGrp="1"/>
          </p:cNvSpPr>
          <p:nvPr>
            <p:ph type="sldNum" sz="quarter" idx="12"/>
          </p:nvPr>
        </p:nvSpPr>
        <p:spPr/>
        <p:txBody>
          <a:bodyPr/>
          <a:lstStyle/>
          <a:p>
            <a:fld id="{091A926C-488A-4E3E-9C21-57CAA120E114}" type="slidenum">
              <a:rPr lang="en-GB" smtClean="0"/>
              <a:t>17</a:t>
            </a:fld>
            <a:endParaRPr lang="en-GB" dirty="0"/>
          </a:p>
        </p:txBody>
      </p:sp>
      <p:pic>
        <p:nvPicPr>
          <p:cNvPr id="7" name="Picture 6">
            <a:extLst>
              <a:ext uri="{FF2B5EF4-FFF2-40B4-BE49-F238E27FC236}">
                <a16:creationId xmlns:a16="http://schemas.microsoft.com/office/drawing/2014/main" id="{A8B3CD4C-AC14-8769-6CAE-7746084B65EF}"/>
              </a:ext>
            </a:extLst>
          </p:cNvPr>
          <p:cNvPicPr>
            <a:picLocks noChangeAspect="1"/>
          </p:cNvPicPr>
          <p:nvPr/>
        </p:nvPicPr>
        <p:blipFill>
          <a:blip r:embed="rId3"/>
          <a:stretch>
            <a:fillRect/>
          </a:stretch>
        </p:blipFill>
        <p:spPr>
          <a:xfrm>
            <a:off x="357014" y="1307818"/>
            <a:ext cx="5738194" cy="4622997"/>
          </a:xfrm>
          <a:prstGeom prst="rect">
            <a:avLst/>
          </a:prstGeom>
        </p:spPr>
      </p:pic>
      <p:pic>
        <p:nvPicPr>
          <p:cNvPr id="8" name="Picture 7">
            <a:extLst>
              <a:ext uri="{FF2B5EF4-FFF2-40B4-BE49-F238E27FC236}">
                <a16:creationId xmlns:a16="http://schemas.microsoft.com/office/drawing/2014/main" id="{475ADE0F-C12A-C3E3-AC3C-D1C26DDBA7B0}"/>
              </a:ext>
            </a:extLst>
          </p:cNvPr>
          <p:cNvPicPr>
            <a:picLocks noChangeAspect="1"/>
          </p:cNvPicPr>
          <p:nvPr/>
        </p:nvPicPr>
        <p:blipFill>
          <a:blip r:embed="rId4"/>
          <a:stretch>
            <a:fillRect/>
          </a:stretch>
        </p:blipFill>
        <p:spPr>
          <a:xfrm>
            <a:off x="6438508" y="1307818"/>
            <a:ext cx="5574056" cy="4428170"/>
          </a:xfrm>
          <a:prstGeom prst="rect">
            <a:avLst/>
          </a:prstGeom>
        </p:spPr>
      </p:pic>
    </p:spTree>
    <p:extLst>
      <p:ext uri="{BB962C8B-B14F-4D97-AF65-F5344CB8AC3E}">
        <p14:creationId xmlns:p14="http://schemas.microsoft.com/office/powerpoint/2010/main" val="14598939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F7892-3276-416E-D374-D76D848C1AD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0DEF078-38F9-2F59-5C7E-B0AFB99E0CEE}"/>
              </a:ext>
            </a:extLst>
          </p:cNvPr>
          <p:cNvSpPr>
            <a:spLocks noGrp="1"/>
          </p:cNvSpPr>
          <p:nvPr>
            <p:ph type="title"/>
          </p:nvPr>
        </p:nvSpPr>
        <p:spPr/>
        <p:txBody>
          <a:bodyPr/>
          <a:lstStyle/>
          <a:p>
            <a:r>
              <a:rPr lang="en-GB" sz="2400" dirty="0"/>
              <a:t>RMSD results with AF3 as reference model (only mini proteins and peptides)</a:t>
            </a:r>
          </a:p>
        </p:txBody>
      </p:sp>
      <p:sp>
        <p:nvSpPr>
          <p:cNvPr id="2" name="Date Placeholder 1">
            <a:extLst>
              <a:ext uri="{FF2B5EF4-FFF2-40B4-BE49-F238E27FC236}">
                <a16:creationId xmlns:a16="http://schemas.microsoft.com/office/drawing/2014/main" id="{1F78668B-D6DA-6B1E-F937-E4D4E428326A}"/>
              </a:ext>
            </a:extLst>
          </p:cNvPr>
          <p:cNvSpPr>
            <a:spLocks noGrp="1"/>
          </p:cNvSpPr>
          <p:nvPr>
            <p:ph type="dt" sz="half" idx="10"/>
          </p:nvPr>
        </p:nvSpPr>
        <p:spPr/>
        <p:txBody>
          <a:bodyPr/>
          <a:lstStyle/>
          <a:p>
            <a:fld id="{D55F5BBF-28CA-4D9A-8D51-824465E3343C}" type="datetime1">
              <a:rPr lang="en-GB" smtClean="0"/>
              <a:t>09/03/2026</a:t>
            </a:fld>
            <a:endParaRPr lang="en-GB" dirty="0"/>
          </a:p>
        </p:txBody>
      </p:sp>
      <p:sp>
        <p:nvSpPr>
          <p:cNvPr id="3" name="Slide Number Placeholder 2">
            <a:extLst>
              <a:ext uri="{FF2B5EF4-FFF2-40B4-BE49-F238E27FC236}">
                <a16:creationId xmlns:a16="http://schemas.microsoft.com/office/drawing/2014/main" id="{2679DDBC-E336-B3C5-FEA2-9BFF8DE335B5}"/>
              </a:ext>
            </a:extLst>
          </p:cNvPr>
          <p:cNvSpPr>
            <a:spLocks noGrp="1"/>
          </p:cNvSpPr>
          <p:nvPr>
            <p:ph type="sldNum" sz="quarter" idx="12"/>
          </p:nvPr>
        </p:nvSpPr>
        <p:spPr/>
        <p:txBody>
          <a:bodyPr/>
          <a:lstStyle/>
          <a:p>
            <a:fld id="{091A926C-488A-4E3E-9C21-57CAA120E114}" type="slidenum">
              <a:rPr lang="en-GB" smtClean="0"/>
              <a:t>18</a:t>
            </a:fld>
            <a:endParaRPr lang="en-GB" dirty="0"/>
          </a:p>
        </p:txBody>
      </p:sp>
      <p:pic>
        <p:nvPicPr>
          <p:cNvPr id="5" name="Picture 4">
            <a:extLst>
              <a:ext uri="{FF2B5EF4-FFF2-40B4-BE49-F238E27FC236}">
                <a16:creationId xmlns:a16="http://schemas.microsoft.com/office/drawing/2014/main" id="{3DA99DA8-35CE-4BC3-6E23-DAA24E5221D2}"/>
              </a:ext>
            </a:extLst>
          </p:cNvPr>
          <p:cNvPicPr>
            <a:picLocks noChangeAspect="1"/>
          </p:cNvPicPr>
          <p:nvPr/>
        </p:nvPicPr>
        <p:blipFill>
          <a:blip r:embed="rId3"/>
          <a:stretch>
            <a:fillRect/>
          </a:stretch>
        </p:blipFill>
        <p:spPr>
          <a:xfrm>
            <a:off x="160308" y="1382004"/>
            <a:ext cx="5765739" cy="4301130"/>
          </a:xfrm>
          <a:prstGeom prst="rect">
            <a:avLst/>
          </a:prstGeom>
        </p:spPr>
      </p:pic>
      <p:pic>
        <p:nvPicPr>
          <p:cNvPr id="6" name="Picture 5">
            <a:extLst>
              <a:ext uri="{FF2B5EF4-FFF2-40B4-BE49-F238E27FC236}">
                <a16:creationId xmlns:a16="http://schemas.microsoft.com/office/drawing/2014/main" id="{79909904-5429-BDD2-2BBB-18D3E933784A}"/>
              </a:ext>
            </a:extLst>
          </p:cNvPr>
          <p:cNvPicPr>
            <a:picLocks noChangeAspect="1"/>
          </p:cNvPicPr>
          <p:nvPr/>
        </p:nvPicPr>
        <p:blipFill>
          <a:blip r:embed="rId4"/>
          <a:stretch>
            <a:fillRect/>
          </a:stretch>
        </p:blipFill>
        <p:spPr>
          <a:xfrm>
            <a:off x="6265954" y="1457565"/>
            <a:ext cx="5525612" cy="4122000"/>
          </a:xfrm>
          <a:prstGeom prst="rect">
            <a:avLst/>
          </a:prstGeom>
        </p:spPr>
      </p:pic>
    </p:spTree>
    <p:extLst>
      <p:ext uri="{BB962C8B-B14F-4D97-AF65-F5344CB8AC3E}">
        <p14:creationId xmlns:p14="http://schemas.microsoft.com/office/powerpoint/2010/main" val="23464046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B9EC1-B120-FC0A-B97E-2C26FDE3273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0FFED33-B9C6-D494-5539-0B918C5D7C12}"/>
              </a:ext>
            </a:extLst>
          </p:cNvPr>
          <p:cNvSpPr>
            <a:spLocks noGrp="1"/>
          </p:cNvSpPr>
          <p:nvPr>
            <p:ph type="title"/>
          </p:nvPr>
        </p:nvSpPr>
        <p:spPr/>
        <p:txBody>
          <a:bodyPr/>
          <a:lstStyle/>
          <a:p>
            <a:r>
              <a:rPr lang="en-GB" dirty="0"/>
              <a:t>Jaccard results (mean) with AF3 as reference model</a:t>
            </a:r>
          </a:p>
        </p:txBody>
      </p:sp>
      <p:sp>
        <p:nvSpPr>
          <p:cNvPr id="2" name="Date Placeholder 1">
            <a:extLst>
              <a:ext uri="{FF2B5EF4-FFF2-40B4-BE49-F238E27FC236}">
                <a16:creationId xmlns:a16="http://schemas.microsoft.com/office/drawing/2014/main" id="{BF5E8D91-9055-E2FA-E74F-5D0403C8AE1E}"/>
              </a:ext>
            </a:extLst>
          </p:cNvPr>
          <p:cNvSpPr>
            <a:spLocks noGrp="1"/>
          </p:cNvSpPr>
          <p:nvPr>
            <p:ph type="dt" sz="half" idx="10"/>
          </p:nvPr>
        </p:nvSpPr>
        <p:spPr/>
        <p:txBody>
          <a:bodyPr/>
          <a:lstStyle/>
          <a:p>
            <a:fld id="{D55F5BBF-28CA-4D9A-8D51-824465E3343C}" type="datetime1">
              <a:rPr lang="en-GB" smtClean="0"/>
              <a:t>09/03/2026</a:t>
            </a:fld>
            <a:endParaRPr lang="en-GB" dirty="0"/>
          </a:p>
        </p:txBody>
      </p:sp>
      <p:sp>
        <p:nvSpPr>
          <p:cNvPr id="3" name="Slide Number Placeholder 2">
            <a:extLst>
              <a:ext uri="{FF2B5EF4-FFF2-40B4-BE49-F238E27FC236}">
                <a16:creationId xmlns:a16="http://schemas.microsoft.com/office/drawing/2014/main" id="{D2F883D3-0170-F899-2A0E-8BA86991F3C0}"/>
              </a:ext>
            </a:extLst>
          </p:cNvPr>
          <p:cNvSpPr>
            <a:spLocks noGrp="1"/>
          </p:cNvSpPr>
          <p:nvPr>
            <p:ph type="sldNum" sz="quarter" idx="12"/>
          </p:nvPr>
        </p:nvSpPr>
        <p:spPr/>
        <p:txBody>
          <a:bodyPr/>
          <a:lstStyle/>
          <a:p>
            <a:fld id="{091A926C-488A-4E3E-9C21-57CAA120E114}" type="slidenum">
              <a:rPr lang="en-GB" smtClean="0"/>
              <a:t>19</a:t>
            </a:fld>
            <a:endParaRPr lang="en-GB" dirty="0"/>
          </a:p>
        </p:txBody>
      </p:sp>
      <p:pic>
        <p:nvPicPr>
          <p:cNvPr id="7" name="Picture 6">
            <a:extLst>
              <a:ext uri="{FF2B5EF4-FFF2-40B4-BE49-F238E27FC236}">
                <a16:creationId xmlns:a16="http://schemas.microsoft.com/office/drawing/2014/main" id="{D82C16DB-5AEE-4A33-4453-6E67FB85079B}"/>
              </a:ext>
            </a:extLst>
          </p:cNvPr>
          <p:cNvPicPr>
            <a:picLocks noChangeAspect="1"/>
          </p:cNvPicPr>
          <p:nvPr/>
        </p:nvPicPr>
        <p:blipFill>
          <a:blip r:embed="rId3"/>
          <a:stretch>
            <a:fillRect/>
          </a:stretch>
        </p:blipFill>
        <p:spPr>
          <a:xfrm>
            <a:off x="588964" y="1485572"/>
            <a:ext cx="5506557" cy="4443888"/>
          </a:xfrm>
          <a:prstGeom prst="rect">
            <a:avLst/>
          </a:prstGeom>
        </p:spPr>
      </p:pic>
      <p:pic>
        <p:nvPicPr>
          <p:cNvPr id="8" name="Picture 7">
            <a:extLst>
              <a:ext uri="{FF2B5EF4-FFF2-40B4-BE49-F238E27FC236}">
                <a16:creationId xmlns:a16="http://schemas.microsoft.com/office/drawing/2014/main" id="{5E00F4C4-AB0E-58DE-07A8-05DA7261DCBE}"/>
              </a:ext>
            </a:extLst>
          </p:cNvPr>
          <p:cNvPicPr>
            <a:picLocks noChangeAspect="1"/>
          </p:cNvPicPr>
          <p:nvPr/>
        </p:nvPicPr>
        <p:blipFill>
          <a:blip r:embed="rId4"/>
          <a:stretch>
            <a:fillRect/>
          </a:stretch>
        </p:blipFill>
        <p:spPr>
          <a:xfrm>
            <a:off x="6095207" y="1485572"/>
            <a:ext cx="5506557" cy="4443888"/>
          </a:xfrm>
          <a:prstGeom prst="rect">
            <a:avLst/>
          </a:prstGeom>
        </p:spPr>
      </p:pic>
    </p:spTree>
    <p:extLst>
      <p:ext uri="{BB962C8B-B14F-4D97-AF65-F5344CB8AC3E}">
        <p14:creationId xmlns:p14="http://schemas.microsoft.com/office/powerpoint/2010/main" val="8493969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42D42-243F-D336-0272-99567AE8904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9222331-C85D-1711-71F4-88A01ACF4F2D}"/>
              </a:ext>
            </a:extLst>
          </p:cNvPr>
          <p:cNvSpPr>
            <a:spLocks noGrp="1"/>
          </p:cNvSpPr>
          <p:nvPr>
            <p:ph type="title"/>
          </p:nvPr>
        </p:nvSpPr>
        <p:spPr/>
        <p:txBody>
          <a:bodyPr/>
          <a:lstStyle/>
          <a:p>
            <a:r>
              <a:rPr lang="en-GB" dirty="0"/>
              <a:t>Jaccard results (mean) with AF3 as reference model</a:t>
            </a:r>
          </a:p>
        </p:txBody>
      </p:sp>
      <p:sp>
        <p:nvSpPr>
          <p:cNvPr id="2" name="Date Placeholder 1">
            <a:extLst>
              <a:ext uri="{FF2B5EF4-FFF2-40B4-BE49-F238E27FC236}">
                <a16:creationId xmlns:a16="http://schemas.microsoft.com/office/drawing/2014/main" id="{532576B2-2AF5-59F7-EB12-7D9CDF0EB21A}"/>
              </a:ext>
            </a:extLst>
          </p:cNvPr>
          <p:cNvSpPr>
            <a:spLocks noGrp="1"/>
          </p:cNvSpPr>
          <p:nvPr>
            <p:ph type="dt" sz="half" idx="10"/>
          </p:nvPr>
        </p:nvSpPr>
        <p:spPr/>
        <p:txBody>
          <a:bodyPr/>
          <a:lstStyle/>
          <a:p>
            <a:fld id="{D55F5BBF-28CA-4D9A-8D51-824465E3343C}" type="datetime1">
              <a:rPr lang="en-GB" smtClean="0"/>
              <a:t>09/03/2026</a:t>
            </a:fld>
            <a:endParaRPr lang="en-GB" dirty="0"/>
          </a:p>
        </p:txBody>
      </p:sp>
      <p:sp>
        <p:nvSpPr>
          <p:cNvPr id="3" name="Slide Number Placeholder 2">
            <a:extLst>
              <a:ext uri="{FF2B5EF4-FFF2-40B4-BE49-F238E27FC236}">
                <a16:creationId xmlns:a16="http://schemas.microsoft.com/office/drawing/2014/main" id="{11C3B306-F5CF-AAA1-4D39-B67D7496CDA1}"/>
              </a:ext>
            </a:extLst>
          </p:cNvPr>
          <p:cNvSpPr>
            <a:spLocks noGrp="1"/>
          </p:cNvSpPr>
          <p:nvPr>
            <p:ph type="sldNum" sz="quarter" idx="12"/>
          </p:nvPr>
        </p:nvSpPr>
        <p:spPr/>
        <p:txBody>
          <a:bodyPr/>
          <a:lstStyle/>
          <a:p>
            <a:fld id="{091A926C-488A-4E3E-9C21-57CAA120E114}" type="slidenum">
              <a:rPr lang="en-GB" smtClean="0"/>
              <a:t>20</a:t>
            </a:fld>
            <a:endParaRPr lang="en-GB" dirty="0"/>
          </a:p>
        </p:txBody>
      </p:sp>
      <p:pic>
        <p:nvPicPr>
          <p:cNvPr id="5" name="Picture 4">
            <a:extLst>
              <a:ext uri="{FF2B5EF4-FFF2-40B4-BE49-F238E27FC236}">
                <a16:creationId xmlns:a16="http://schemas.microsoft.com/office/drawing/2014/main" id="{76559AF3-D6B9-1ABF-CCCD-44692116D33F}"/>
              </a:ext>
            </a:extLst>
          </p:cNvPr>
          <p:cNvPicPr>
            <a:picLocks noChangeAspect="1"/>
          </p:cNvPicPr>
          <p:nvPr/>
        </p:nvPicPr>
        <p:blipFill>
          <a:blip r:embed="rId3"/>
          <a:stretch>
            <a:fillRect/>
          </a:stretch>
        </p:blipFill>
        <p:spPr>
          <a:xfrm>
            <a:off x="588650" y="1485572"/>
            <a:ext cx="5506557" cy="4443888"/>
          </a:xfrm>
          <a:prstGeom prst="rect">
            <a:avLst/>
          </a:prstGeom>
        </p:spPr>
      </p:pic>
      <p:pic>
        <p:nvPicPr>
          <p:cNvPr id="6" name="Picture 5">
            <a:extLst>
              <a:ext uri="{FF2B5EF4-FFF2-40B4-BE49-F238E27FC236}">
                <a16:creationId xmlns:a16="http://schemas.microsoft.com/office/drawing/2014/main" id="{4C4DFEE4-B29E-6B4B-7DD2-02CC5F08C0DE}"/>
              </a:ext>
            </a:extLst>
          </p:cNvPr>
          <p:cNvPicPr>
            <a:picLocks noChangeAspect="1"/>
          </p:cNvPicPr>
          <p:nvPr/>
        </p:nvPicPr>
        <p:blipFill>
          <a:blip r:embed="rId4"/>
          <a:stretch>
            <a:fillRect/>
          </a:stretch>
        </p:blipFill>
        <p:spPr>
          <a:xfrm>
            <a:off x="6095206" y="1485571"/>
            <a:ext cx="5506243" cy="4443635"/>
          </a:xfrm>
          <a:prstGeom prst="rect">
            <a:avLst/>
          </a:prstGeom>
        </p:spPr>
      </p:pic>
    </p:spTree>
    <p:extLst>
      <p:ext uri="{BB962C8B-B14F-4D97-AF65-F5344CB8AC3E}">
        <p14:creationId xmlns:p14="http://schemas.microsoft.com/office/powerpoint/2010/main" val="2576730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1A9E9-A0C2-90B9-E096-7C676F5AF72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09B7EB0-DD44-95DC-1F81-A791E3726C99}"/>
              </a:ext>
            </a:extLst>
          </p:cNvPr>
          <p:cNvSpPr>
            <a:spLocks noGrp="1"/>
          </p:cNvSpPr>
          <p:nvPr>
            <p:ph type="title"/>
          </p:nvPr>
        </p:nvSpPr>
        <p:spPr/>
        <p:txBody>
          <a:bodyPr/>
          <a:lstStyle/>
          <a:p>
            <a:r>
              <a:rPr lang="en-GB" dirty="0"/>
              <a:t>Jaccard results (mean) with AF3 as reference model</a:t>
            </a:r>
          </a:p>
        </p:txBody>
      </p:sp>
      <p:sp>
        <p:nvSpPr>
          <p:cNvPr id="2" name="Date Placeholder 1">
            <a:extLst>
              <a:ext uri="{FF2B5EF4-FFF2-40B4-BE49-F238E27FC236}">
                <a16:creationId xmlns:a16="http://schemas.microsoft.com/office/drawing/2014/main" id="{680FDD22-C1CC-D09D-6D4B-3B4D1A59591B}"/>
              </a:ext>
            </a:extLst>
          </p:cNvPr>
          <p:cNvSpPr>
            <a:spLocks noGrp="1"/>
          </p:cNvSpPr>
          <p:nvPr>
            <p:ph type="dt" sz="half" idx="10"/>
          </p:nvPr>
        </p:nvSpPr>
        <p:spPr/>
        <p:txBody>
          <a:bodyPr/>
          <a:lstStyle/>
          <a:p>
            <a:fld id="{D55F5BBF-28CA-4D9A-8D51-824465E3343C}" type="datetime1">
              <a:rPr lang="en-GB" smtClean="0"/>
              <a:t>09/03/2026</a:t>
            </a:fld>
            <a:endParaRPr lang="en-GB" dirty="0"/>
          </a:p>
        </p:txBody>
      </p:sp>
      <p:sp>
        <p:nvSpPr>
          <p:cNvPr id="3" name="Slide Number Placeholder 2">
            <a:extLst>
              <a:ext uri="{FF2B5EF4-FFF2-40B4-BE49-F238E27FC236}">
                <a16:creationId xmlns:a16="http://schemas.microsoft.com/office/drawing/2014/main" id="{81E405EC-5070-E1B4-2D46-7C52D2960489}"/>
              </a:ext>
            </a:extLst>
          </p:cNvPr>
          <p:cNvSpPr>
            <a:spLocks noGrp="1"/>
          </p:cNvSpPr>
          <p:nvPr>
            <p:ph type="sldNum" sz="quarter" idx="12"/>
          </p:nvPr>
        </p:nvSpPr>
        <p:spPr/>
        <p:txBody>
          <a:bodyPr/>
          <a:lstStyle/>
          <a:p>
            <a:fld id="{091A926C-488A-4E3E-9C21-57CAA120E114}" type="slidenum">
              <a:rPr lang="en-GB" smtClean="0"/>
              <a:t>21</a:t>
            </a:fld>
            <a:endParaRPr lang="en-GB" dirty="0"/>
          </a:p>
        </p:txBody>
      </p:sp>
      <p:pic>
        <p:nvPicPr>
          <p:cNvPr id="7" name="Picture 6">
            <a:extLst>
              <a:ext uri="{FF2B5EF4-FFF2-40B4-BE49-F238E27FC236}">
                <a16:creationId xmlns:a16="http://schemas.microsoft.com/office/drawing/2014/main" id="{8F29E2D9-AFE0-FE7B-4B67-2FC2107E0B78}"/>
              </a:ext>
            </a:extLst>
          </p:cNvPr>
          <p:cNvPicPr>
            <a:picLocks noChangeAspect="1"/>
          </p:cNvPicPr>
          <p:nvPr/>
        </p:nvPicPr>
        <p:blipFill>
          <a:blip r:embed="rId3"/>
          <a:stretch>
            <a:fillRect/>
          </a:stretch>
        </p:blipFill>
        <p:spPr>
          <a:xfrm>
            <a:off x="138435" y="1485569"/>
            <a:ext cx="5956769" cy="4443635"/>
          </a:xfrm>
          <a:prstGeom prst="rect">
            <a:avLst/>
          </a:prstGeom>
        </p:spPr>
      </p:pic>
      <p:pic>
        <p:nvPicPr>
          <p:cNvPr id="8" name="Picture 7">
            <a:extLst>
              <a:ext uri="{FF2B5EF4-FFF2-40B4-BE49-F238E27FC236}">
                <a16:creationId xmlns:a16="http://schemas.microsoft.com/office/drawing/2014/main" id="{5D04D980-3F5F-0E55-969D-EFC5FEE305E9}"/>
              </a:ext>
            </a:extLst>
          </p:cNvPr>
          <p:cNvPicPr>
            <a:picLocks noChangeAspect="1"/>
          </p:cNvPicPr>
          <p:nvPr/>
        </p:nvPicPr>
        <p:blipFill>
          <a:blip r:embed="rId4"/>
          <a:stretch>
            <a:fillRect/>
          </a:stretch>
        </p:blipFill>
        <p:spPr>
          <a:xfrm>
            <a:off x="6095203" y="1485568"/>
            <a:ext cx="5956769" cy="4443635"/>
          </a:xfrm>
          <a:prstGeom prst="rect">
            <a:avLst/>
          </a:prstGeom>
        </p:spPr>
      </p:pic>
    </p:spTree>
    <p:extLst>
      <p:ext uri="{BB962C8B-B14F-4D97-AF65-F5344CB8AC3E}">
        <p14:creationId xmlns:p14="http://schemas.microsoft.com/office/powerpoint/2010/main" val="2611062573"/>
      </p:ext>
    </p:extLst>
  </p:cSld>
  <p:clrMapOvr>
    <a:masterClrMapping/>
  </p:clrMapOvr>
</p:sld>
</file>

<file path=ppt/theme/theme1.xml><?xml version="1.0" encoding="utf-8"?>
<a:theme xmlns:a="http://schemas.openxmlformats.org/drawingml/2006/main" name="Brugerdefineret design">
  <a:themeElements>
    <a:clrScheme name="KU 2023">
      <a:dk1>
        <a:srgbClr val="000000"/>
      </a:dk1>
      <a:lt1>
        <a:srgbClr val="FFFFFF"/>
      </a:lt1>
      <a:dk2>
        <a:srgbClr val="6E6E6E"/>
      </a:dk2>
      <a:lt2>
        <a:srgbClr val="E7E6E6"/>
      </a:lt2>
      <a:accent1>
        <a:srgbClr val="A31D20"/>
      </a:accent1>
      <a:accent2>
        <a:srgbClr val="7B7B7B"/>
      </a:accent2>
      <a:accent3>
        <a:srgbClr val="C73028"/>
      </a:accent3>
      <a:accent4>
        <a:srgbClr val="415570"/>
      </a:accent4>
      <a:accent5>
        <a:srgbClr val="197F8E"/>
      </a:accent5>
      <a:accent6>
        <a:srgbClr val="4B8324"/>
      </a:accent6>
      <a:hlink>
        <a:srgbClr val="A31D20"/>
      </a:hlink>
      <a:folHlink>
        <a:srgbClr val="000000"/>
      </a:folHlink>
    </a:clrScheme>
    <a:fontScheme name="Københavns Universitet">
      <a:majorFont>
        <a:latin typeface="Microsoft New Tai Lue"/>
        <a:ea typeface=""/>
        <a:cs typeface=""/>
      </a:majorFont>
      <a:minorFont>
        <a:latin typeface="Microsoft New Tai Lue"/>
        <a:ea typeface=""/>
        <a:cs typeface=""/>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a:solidFill>
            <a:schemeClr val="accent1"/>
          </a:solidFill>
        </a:ln>
      </a:spPr>
      <a:bodyPr wrap="square" rtlCol="0" anchor="ctr">
        <a:noAutofit/>
      </a:bodyPr>
      <a:lstStyle>
        <a:defPPr algn="l">
          <a:defRPr sz="2400" dirty="0" err="1" smtClean="0">
            <a:solidFill>
              <a:schemeClr val="bg1"/>
            </a:solidFill>
          </a:defRPr>
        </a:defPPr>
      </a:lstStyle>
    </a:spDef>
    <a:txDef>
      <a:spPr/>
      <a:bodyPr vert="horz" wrap="square" lIns="0" tIns="0" rIns="0" bIns="0" rtlCol="0" anchor="t" anchorCtr="0">
        <a:spAutoFit/>
      </a:bodyPr>
      <a:lstStyle>
        <a:defPPr marL="0" marR="0" indent="0" algn="l" defTabSz="914400" rtl="0" eaLnBrk="1" fontAlgn="auto" latinLnBrk="0" hangingPunct="1">
          <a:lnSpc>
            <a:spcPct val="100000"/>
          </a:lnSpc>
          <a:spcBef>
            <a:spcPct val="0"/>
          </a:spcBef>
          <a:spcAft>
            <a:spcPts val="0"/>
          </a:spcAft>
          <a:buClrTx/>
          <a:buSzTx/>
          <a:buFontTx/>
          <a:buNone/>
          <a:tabLst/>
          <a:defRPr sz="2400" b="0" dirty="0" smtClean="0">
            <a:solidFill>
              <a:schemeClr val="tx1"/>
            </a:solidFill>
            <a:latin typeface="+mn-lt"/>
          </a:defRPr>
        </a:defPPr>
      </a:lstStyle>
    </a:txDef>
  </a:objectDefaults>
  <a:extraClrSchemeLst/>
  <a:extLst>
    <a:ext uri="{05A4C25C-085E-4340-85A3-A5531E510DB2}">
      <thm15:themeFamily xmlns:thm15="http://schemas.microsoft.com/office/thememl/2012/main" name="PP_skabelon" id="{81D96024-6376-2046-9E56-016A2B54C897}" vid="{2C6E1245-DF51-0C4C-AB7D-ECE3BE3C42E8}"/>
    </a:ext>
  </a:extLst>
</a:theme>
</file>

<file path=ppt/theme/theme2.xml><?xml version="1.0" encoding="utf-8"?>
<a:theme xmlns:a="http://schemas.openxmlformats.org/drawingml/2006/main" name="Office Theme">
  <a:themeElements>
    <a:clrScheme name="KU 2023">
      <a:dk1>
        <a:srgbClr val="000000"/>
      </a:dk1>
      <a:lt1>
        <a:srgbClr val="FFFFFF"/>
      </a:lt1>
      <a:dk2>
        <a:srgbClr val="6E6E6E"/>
      </a:dk2>
      <a:lt2>
        <a:srgbClr val="E7E6E6"/>
      </a:lt2>
      <a:accent1>
        <a:srgbClr val="A31D20"/>
      </a:accent1>
      <a:accent2>
        <a:srgbClr val="7B7B7B"/>
      </a:accent2>
      <a:accent3>
        <a:srgbClr val="C73028"/>
      </a:accent3>
      <a:accent4>
        <a:srgbClr val="415570"/>
      </a:accent4>
      <a:accent5>
        <a:srgbClr val="197F8E"/>
      </a:accent5>
      <a:accent6>
        <a:srgbClr val="4B8324"/>
      </a:accent6>
      <a:hlink>
        <a:srgbClr val="A31D20"/>
      </a:hlink>
      <a:folHlink>
        <a:srgbClr val="000000"/>
      </a:folHlink>
    </a:clrScheme>
    <a:fontScheme name="KU 2023">
      <a:majorFont>
        <a:latin typeface="Microsoft New Tai Lue"/>
        <a:ea typeface=""/>
        <a:cs typeface=""/>
      </a:majorFont>
      <a:minorFont>
        <a:latin typeface="Microsoft New Tai Lu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tema">
  <a:themeElements>
    <a:clrScheme name="KU 2023">
      <a:dk1>
        <a:srgbClr val="000000"/>
      </a:dk1>
      <a:lt1>
        <a:srgbClr val="FFFFFF"/>
      </a:lt1>
      <a:dk2>
        <a:srgbClr val="6E6E6E"/>
      </a:dk2>
      <a:lt2>
        <a:srgbClr val="E7E6E6"/>
      </a:lt2>
      <a:accent1>
        <a:srgbClr val="A31D20"/>
      </a:accent1>
      <a:accent2>
        <a:srgbClr val="7B7B7B"/>
      </a:accent2>
      <a:accent3>
        <a:srgbClr val="C73028"/>
      </a:accent3>
      <a:accent4>
        <a:srgbClr val="415570"/>
      </a:accent4>
      <a:accent5>
        <a:srgbClr val="197F8E"/>
      </a:accent5>
      <a:accent6>
        <a:srgbClr val="4B8324"/>
      </a:accent6>
      <a:hlink>
        <a:srgbClr val="A31D20"/>
      </a:hlink>
      <a:folHlink>
        <a:srgbClr val="000000"/>
      </a:folHlink>
    </a:clrScheme>
    <a:fontScheme name="KU 2023">
      <a:majorFont>
        <a:latin typeface="Microsoft New Tai Lue"/>
        <a:ea typeface=""/>
        <a:cs typeface=""/>
      </a:majorFont>
      <a:minorFont>
        <a:latin typeface="Microsoft New Tai Lue"/>
        <a:ea typeface=""/>
        <a:cs typeface=""/>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1666</Words>
  <Application>Microsoft Macintosh PowerPoint</Application>
  <PresentationFormat>Widescreen</PresentationFormat>
  <Paragraphs>186</Paragraphs>
  <Slides>21</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Google Sans</vt:lpstr>
      <vt:lpstr>Microsoft New Tai Lue</vt:lpstr>
      <vt:lpstr>Times New Roman</vt:lpstr>
      <vt:lpstr>Wingdings</vt:lpstr>
      <vt:lpstr>Brugerdefineret design</vt:lpstr>
      <vt:lpstr>PowerPoint Presentation</vt:lpstr>
      <vt:lpstr>A quick reminder of my project</vt:lpstr>
      <vt:lpstr>Where am I right now?</vt:lpstr>
      <vt:lpstr>What does my data analysis consist of?</vt:lpstr>
      <vt:lpstr>Jaccard calculation</vt:lpstr>
      <vt:lpstr>What else does my data analysis consist of?</vt:lpstr>
      <vt:lpstr>Example of model structure predictions (nanobody, noble-otter-pearl)</vt:lpstr>
      <vt:lpstr>PowerPoint Presentation</vt:lpstr>
      <vt:lpstr>What about OF2 and OF3?</vt:lpstr>
      <vt:lpstr>Example of model structure predictions (Peptide, scarlet-crane-moss)</vt:lpstr>
      <vt:lpstr>PowerPoint Presentation</vt:lpstr>
      <vt:lpstr>Example of model structure predictions</vt:lpstr>
      <vt:lpstr>What I started with in terms of metrics: AF3 as the reference</vt:lpstr>
      <vt:lpstr>What I started with in terms of metrics: AF3 as the reference</vt:lpstr>
      <vt:lpstr>What I started with in terms of metrics: AF3 as the reference</vt:lpstr>
      <vt:lpstr>Next step: RMSD results with AF3 as reference model</vt:lpstr>
      <vt:lpstr>RMSD results with AF3 as reference model</vt:lpstr>
      <vt:lpstr>RMSD results with AF3 as reference model (only mini proteins and peptides)</vt:lpstr>
      <vt:lpstr>Jaccard results (mean) with AF3 as reference model</vt:lpstr>
      <vt:lpstr>Jaccard results (mean) with AF3 as reference model</vt:lpstr>
      <vt:lpstr>Jaccard results (mean) with AF3 as reference model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2022-06-29T06:33:07Z</dcterms:created>
  <dcterms:modified xsi:type="dcterms:W3CDTF">2026-03-09T13:13:43Z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by:">
    <vt:lpwstr>www.omnidocs.com</vt:lpwstr>
  </property>
</Properties>
</file>