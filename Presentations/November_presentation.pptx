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8" r:id="rId1"/>
  </p:sldMasterIdLst>
  <p:notesMasterIdLst>
    <p:notesMasterId r:id="rId25"/>
  </p:notesMasterIdLst>
  <p:handoutMasterIdLst>
    <p:handoutMasterId r:id="rId26"/>
  </p:handoutMasterIdLst>
  <p:sldIdLst>
    <p:sldId id="462" r:id="rId2"/>
    <p:sldId id="528" r:id="rId3"/>
    <p:sldId id="450" r:id="rId4"/>
    <p:sldId id="517" r:id="rId5"/>
    <p:sldId id="523" r:id="rId6"/>
    <p:sldId id="524" r:id="rId7"/>
    <p:sldId id="511" r:id="rId8"/>
    <p:sldId id="518" r:id="rId9"/>
    <p:sldId id="519" r:id="rId10"/>
    <p:sldId id="520" r:id="rId11"/>
    <p:sldId id="509" r:id="rId12"/>
    <p:sldId id="516" r:id="rId13"/>
    <p:sldId id="512" r:id="rId14"/>
    <p:sldId id="525" r:id="rId15"/>
    <p:sldId id="510" r:id="rId16"/>
    <p:sldId id="514" r:id="rId17"/>
    <p:sldId id="513" r:id="rId18"/>
    <p:sldId id="526" r:id="rId19"/>
    <p:sldId id="521" r:id="rId20"/>
    <p:sldId id="522" r:id="rId21"/>
    <p:sldId id="527" r:id="rId22"/>
    <p:sldId id="489" r:id="rId23"/>
    <p:sldId id="27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36">
          <p15:clr>
            <a:srgbClr val="A4A3A4"/>
          </p15:clr>
        </p15:guide>
        <p15:guide id="2" orient="horz" pos="391">
          <p15:clr>
            <a:srgbClr val="A4A3A4"/>
          </p15:clr>
        </p15:guide>
        <p15:guide id="3"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895" autoAdjust="0"/>
    <p:restoredTop sz="84255" autoAdjust="0"/>
  </p:normalViewPr>
  <p:slideViewPr>
    <p:cSldViewPr snapToGrid="0" showGuides="1">
      <p:cViewPr varScale="1">
        <p:scale>
          <a:sx n="102" d="100"/>
          <a:sy n="102" d="100"/>
        </p:scale>
        <p:origin x="1280" y="184"/>
      </p:cViewPr>
      <p:guideLst>
        <p:guide orient="horz" pos="936"/>
        <p:guide orient="horz" pos="391"/>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78" d="100"/>
          <a:sy n="78" d="100"/>
        </p:scale>
        <p:origin x="3954"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Pladsholder til dato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68F9E11-F642-4BF2-B4DC-AF7D35EA7551}" type="datetimeFigureOut">
              <a:rPr lang="en-GB" smtClean="0"/>
              <a:t>10/11/2025</a:t>
            </a:fld>
            <a:endParaRPr lang="en-GB"/>
          </a:p>
        </p:txBody>
      </p:sp>
      <p:sp>
        <p:nvSpPr>
          <p:cNvPr id="4" name="Pladsholder til sidefod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Pladsholder til slide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A371A3-64EC-4735-8565-D99D78279674}" type="slidenum">
              <a:rPr lang="en-GB" smtClean="0"/>
              <a:t>‹#›</a:t>
            </a:fld>
            <a:endParaRPr lang="en-GB"/>
          </a:p>
        </p:txBody>
      </p:sp>
    </p:spTree>
    <p:extLst>
      <p:ext uri="{BB962C8B-B14F-4D97-AF65-F5344CB8AC3E}">
        <p14:creationId xmlns:p14="http://schemas.microsoft.com/office/powerpoint/2010/main" val="34692714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D72A38B-F9FA-4036-A084-652409E98F08}" type="datetimeFigureOut">
              <a:rPr lang="en-GB" smtClean="0"/>
              <a:t>10/11/2025</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9436F85-577F-4A92-A47F-D540A2BCC821}" type="slidenum">
              <a:rPr lang="en-GB" smtClean="0"/>
              <a:t>‹#›</a:t>
            </a:fld>
            <a:endParaRPr lang="en-GB"/>
          </a:p>
        </p:txBody>
      </p:sp>
    </p:spTree>
    <p:extLst>
      <p:ext uri="{BB962C8B-B14F-4D97-AF65-F5344CB8AC3E}">
        <p14:creationId xmlns:p14="http://schemas.microsoft.com/office/powerpoint/2010/main" val="3378091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9436F85-577F-4A92-A47F-D540A2BCC821}" type="slidenum">
              <a:rPr lang="en-GB" smtClean="0"/>
              <a:t>1</a:t>
            </a:fld>
            <a:endParaRPr lang="en-GB" dirty="0"/>
          </a:p>
        </p:txBody>
      </p:sp>
    </p:spTree>
    <p:extLst>
      <p:ext uri="{BB962C8B-B14F-4D97-AF65-F5344CB8AC3E}">
        <p14:creationId xmlns:p14="http://schemas.microsoft.com/office/powerpoint/2010/main" val="13310291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FA9A3-DB24-90CD-AF2F-185C2A3D02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72FD06-ABE9-A57D-90FD-60144A8581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2574AB-2BA8-CCF2-DBBA-F1244AE66B59}"/>
              </a:ext>
            </a:extLst>
          </p:cNvPr>
          <p:cNvSpPr>
            <a:spLocks noGrp="1"/>
          </p:cNvSpPr>
          <p:nvPr>
            <p:ph type="body" idx="1"/>
          </p:nvPr>
        </p:nvSpPr>
        <p:spPr/>
        <p:txBody>
          <a:bodyPr/>
          <a:lstStyle/>
          <a:p>
            <a:r>
              <a:rPr lang="en-GB" dirty="0"/>
              <a:t>These in silico validation scores, like pLDDT, IPAE, and </a:t>
            </a:r>
            <a:r>
              <a:rPr lang="en-GB" dirty="0" err="1"/>
              <a:t>RosettaEnergy</a:t>
            </a:r>
            <a:r>
              <a:rPr lang="en-GB" dirty="0"/>
              <a:t>, have historically not been very good nor accurate, and we need to find a better way of validating the results that these design models make.</a:t>
            </a:r>
          </a:p>
          <a:p>
            <a:r>
              <a:rPr lang="en-GB" dirty="0"/>
              <a:t>These scoring functions (also called filters) are what tells us if the proteins generated are good binders and if they are possible hits. </a:t>
            </a:r>
          </a:p>
          <a:p>
            <a:r>
              <a:rPr lang="en-GB" dirty="0"/>
              <a:t>We want to make an AI model that does the job of the filters, a so called AI filter. We give this AI filter an input (sequences, structures, pocket properties etc. - also what will be our weights) and train it so that it can determine whether the generated protein is a binder (a hit) or not a hit.</a:t>
            </a:r>
          </a:p>
          <a:p>
            <a:endParaRPr lang="en-GB" dirty="0"/>
          </a:p>
          <a:p>
            <a:r>
              <a:rPr lang="en-GB" dirty="0"/>
              <a:t>One of my jobs is to gather, download and organize the training data on which the AI model will be trained on. This is done by gathering all the raw data we have from different papers and experiments, on the hallucination of de novo proteins.</a:t>
            </a:r>
          </a:p>
          <a:p>
            <a:endParaRPr lang="en-GB" dirty="0"/>
          </a:p>
        </p:txBody>
      </p:sp>
      <p:sp>
        <p:nvSpPr>
          <p:cNvPr id="4" name="Slide Number Placeholder 3">
            <a:extLst>
              <a:ext uri="{FF2B5EF4-FFF2-40B4-BE49-F238E27FC236}">
                <a16:creationId xmlns:a16="http://schemas.microsoft.com/office/drawing/2014/main" id="{9335DADB-B250-A8B0-4F6B-6A4C1604BD74}"/>
              </a:ext>
            </a:extLst>
          </p:cNvPr>
          <p:cNvSpPr>
            <a:spLocks noGrp="1"/>
          </p:cNvSpPr>
          <p:nvPr>
            <p:ph type="sldNum" sz="quarter" idx="5"/>
          </p:nvPr>
        </p:nvSpPr>
        <p:spPr/>
        <p:txBody>
          <a:bodyPr/>
          <a:lstStyle/>
          <a:p>
            <a:fld id="{49436F85-577F-4A92-A47F-D540A2BCC821}" type="slidenum">
              <a:rPr lang="en-GB" smtClean="0"/>
              <a:t>2</a:t>
            </a:fld>
            <a:endParaRPr lang="en-GB" dirty="0"/>
          </a:p>
        </p:txBody>
      </p:sp>
    </p:spTree>
    <p:extLst>
      <p:ext uri="{BB962C8B-B14F-4D97-AF65-F5344CB8AC3E}">
        <p14:creationId xmlns:p14="http://schemas.microsoft.com/office/powerpoint/2010/main" val="2380906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the methods and theoretical section of the thesis I need to narrow it down on what I need to focus on.</a:t>
            </a:r>
          </a:p>
          <a:p>
            <a:r>
              <a:rPr lang="en-GB" dirty="0"/>
              <a:t>I will at least focus on the design methods and then I’ll find out how deep into AI architecture I’ll go later.</a:t>
            </a:r>
          </a:p>
          <a:p>
            <a:endParaRPr lang="en-GB" dirty="0"/>
          </a:p>
          <a:p>
            <a:r>
              <a:rPr lang="en-GB" dirty="0"/>
              <a:t>Check up on all the rules about handing in.</a:t>
            </a:r>
          </a:p>
        </p:txBody>
      </p:sp>
      <p:sp>
        <p:nvSpPr>
          <p:cNvPr id="4" name="Slide Number Placeholder 3"/>
          <p:cNvSpPr>
            <a:spLocks noGrp="1"/>
          </p:cNvSpPr>
          <p:nvPr>
            <p:ph type="sldNum" sz="quarter" idx="5"/>
          </p:nvPr>
        </p:nvSpPr>
        <p:spPr/>
        <p:txBody>
          <a:bodyPr/>
          <a:lstStyle/>
          <a:p>
            <a:fld id="{49436F85-577F-4A92-A47F-D540A2BCC821}" type="slidenum">
              <a:rPr lang="en-GB" smtClean="0"/>
              <a:t>3</a:t>
            </a:fld>
            <a:endParaRPr lang="en-GB" dirty="0"/>
          </a:p>
        </p:txBody>
      </p:sp>
    </p:spTree>
    <p:extLst>
      <p:ext uri="{BB962C8B-B14F-4D97-AF65-F5344CB8AC3E}">
        <p14:creationId xmlns:p14="http://schemas.microsoft.com/office/powerpoint/2010/main" val="31405944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48944-15DC-874B-8ABA-CEFADC6E9D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AF30C0-7D31-4F38-BF6D-090D6DBA98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E41582-2890-6D14-14DE-F0A465D51DD8}"/>
              </a:ext>
            </a:extLst>
          </p:cNvPr>
          <p:cNvSpPr>
            <a:spLocks noGrp="1"/>
          </p:cNvSpPr>
          <p:nvPr>
            <p:ph type="body" idx="1"/>
          </p:nvPr>
        </p:nvSpPr>
        <p:spPr/>
        <p:txBody>
          <a:bodyPr/>
          <a:lstStyle/>
          <a:p>
            <a:r>
              <a:rPr lang="en-GB" dirty="0"/>
              <a:t>For the methods and theoretical section of the thesis I need to narrow it down on what I need to focus on.</a:t>
            </a:r>
          </a:p>
          <a:p>
            <a:r>
              <a:rPr lang="en-GB" dirty="0"/>
              <a:t>I will at least focus on the design methods and then I’ll find out how deep into AI architecture I’ll go later.</a:t>
            </a:r>
          </a:p>
          <a:p>
            <a:endParaRPr lang="en-GB" dirty="0"/>
          </a:p>
          <a:p>
            <a:r>
              <a:rPr lang="en-GB" dirty="0"/>
              <a:t>Check up on all the rules about handing in.</a:t>
            </a:r>
          </a:p>
        </p:txBody>
      </p:sp>
      <p:sp>
        <p:nvSpPr>
          <p:cNvPr id="4" name="Slide Number Placeholder 3">
            <a:extLst>
              <a:ext uri="{FF2B5EF4-FFF2-40B4-BE49-F238E27FC236}">
                <a16:creationId xmlns:a16="http://schemas.microsoft.com/office/drawing/2014/main" id="{ACD64F4E-3F20-2D42-2800-9D671DAA0A74}"/>
              </a:ext>
            </a:extLst>
          </p:cNvPr>
          <p:cNvSpPr>
            <a:spLocks noGrp="1"/>
          </p:cNvSpPr>
          <p:nvPr>
            <p:ph type="sldNum" sz="quarter" idx="5"/>
          </p:nvPr>
        </p:nvSpPr>
        <p:spPr/>
        <p:txBody>
          <a:bodyPr/>
          <a:lstStyle/>
          <a:p>
            <a:fld id="{49436F85-577F-4A92-A47F-D540A2BCC821}" type="slidenum">
              <a:rPr lang="en-GB" smtClean="0"/>
              <a:t>4</a:t>
            </a:fld>
            <a:endParaRPr lang="en-GB" dirty="0"/>
          </a:p>
        </p:txBody>
      </p:sp>
    </p:spTree>
    <p:extLst>
      <p:ext uri="{BB962C8B-B14F-4D97-AF65-F5344CB8AC3E}">
        <p14:creationId xmlns:p14="http://schemas.microsoft.com/office/powerpoint/2010/main" val="25032299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07D25-0F25-2C0A-729F-9E0C5232C2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2A955-63A5-6AED-D6E7-5CDD65E9F4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A1C1F4-BB6E-8795-D191-4239CEB37FCF}"/>
              </a:ext>
            </a:extLst>
          </p:cNvPr>
          <p:cNvSpPr>
            <a:spLocks noGrp="1"/>
          </p:cNvSpPr>
          <p:nvPr>
            <p:ph type="body" idx="1"/>
          </p:nvPr>
        </p:nvSpPr>
        <p:spPr/>
        <p:txBody>
          <a:bodyPr/>
          <a:lstStyle/>
          <a:p>
            <a:r>
              <a:rPr lang="en-GB" dirty="0"/>
              <a:t>Metrics = in silico validation scores that we look at.</a:t>
            </a:r>
          </a:p>
        </p:txBody>
      </p:sp>
      <p:sp>
        <p:nvSpPr>
          <p:cNvPr id="4" name="Slide Number Placeholder 3">
            <a:extLst>
              <a:ext uri="{FF2B5EF4-FFF2-40B4-BE49-F238E27FC236}">
                <a16:creationId xmlns:a16="http://schemas.microsoft.com/office/drawing/2014/main" id="{2CA0F57C-F606-DF3C-AB64-12AE4A0B4CD5}"/>
              </a:ext>
            </a:extLst>
          </p:cNvPr>
          <p:cNvSpPr>
            <a:spLocks noGrp="1"/>
          </p:cNvSpPr>
          <p:nvPr>
            <p:ph type="sldNum" sz="quarter" idx="5"/>
          </p:nvPr>
        </p:nvSpPr>
        <p:spPr/>
        <p:txBody>
          <a:bodyPr/>
          <a:lstStyle/>
          <a:p>
            <a:fld id="{49436F85-577F-4A92-A47F-D540A2BCC821}" type="slidenum">
              <a:rPr lang="en-GB" smtClean="0"/>
              <a:t>5</a:t>
            </a:fld>
            <a:endParaRPr lang="en-GB" dirty="0"/>
          </a:p>
        </p:txBody>
      </p:sp>
    </p:spTree>
    <p:extLst>
      <p:ext uri="{BB962C8B-B14F-4D97-AF65-F5344CB8AC3E}">
        <p14:creationId xmlns:p14="http://schemas.microsoft.com/office/powerpoint/2010/main" val="6567284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12270-B9DE-CDB7-A393-0BD91ED896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BA2512-DC57-267E-FBDD-CC5F0D8B4E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A8C650-2215-DFB2-8E25-A96E4817B78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D1A2328-FBCE-0EBD-03FA-6C2B004838B2}"/>
              </a:ext>
            </a:extLst>
          </p:cNvPr>
          <p:cNvSpPr>
            <a:spLocks noGrp="1"/>
          </p:cNvSpPr>
          <p:nvPr>
            <p:ph type="sldNum" sz="quarter" idx="5"/>
          </p:nvPr>
        </p:nvSpPr>
        <p:spPr/>
        <p:txBody>
          <a:bodyPr/>
          <a:lstStyle/>
          <a:p>
            <a:fld id="{49436F85-577F-4A92-A47F-D540A2BCC821}" type="slidenum">
              <a:rPr lang="en-GB" smtClean="0"/>
              <a:t>6</a:t>
            </a:fld>
            <a:endParaRPr lang="en-GB" dirty="0"/>
          </a:p>
        </p:txBody>
      </p:sp>
    </p:spTree>
    <p:extLst>
      <p:ext uri="{BB962C8B-B14F-4D97-AF65-F5344CB8AC3E}">
        <p14:creationId xmlns:p14="http://schemas.microsoft.com/office/powerpoint/2010/main" val="23863778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2AC51-868A-3A76-C3C8-1DE22DF364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834E60-4A3C-2DB7-BAD7-5AEEB85AB6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A5EED4-4110-B363-F4F7-2CFBF74CB10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6B3D344-5B41-0A61-67FF-35942DD615B5}"/>
              </a:ext>
            </a:extLst>
          </p:cNvPr>
          <p:cNvSpPr>
            <a:spLocks noGrp="1"/>
          </p:cNvSpPr>
          <p:nvPr>
            <p:ph type="sldNum" sz="quarter" idx="5"/>
          </p:nvPr>
        </p:nvSpPr>
        <p:spPr/>
        <p:txBody>
          <a:bodyPr/>
          <a:lstStyle/>
          <a:p>
            <a:fld id="{49436F85-577F-4A92-A47F-D540A2BCC821}" type="slidenum">
              <a:rPr lang="en-GB" smtClean="0"/>
              <a:t>7</a:t>
            </a:fld>
            <a:endParaRPr lang="en-GB" dirty="0"/>
          </a:p>
        </p:txBody>
      </p:sp>
    </p:spTree>
    <p:extLst>
      <p:ext uri="{BB962C8B-B14F-4D97-AF65-F5344CB8AC3E}">
        <p14:creationId xmlns:p14="http://schemas.microsoft.com/office/powerpoint/2010/main" val="28177237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9DE28-A666-3DE2-71CC-4BF8A84C91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32535-D9DB-65E3-3E17-CB7A1A1FE9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2317EF-9568-51A0-8BBE-7D3348EEBFF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1FD75C0-9032-265A-6056-978146495CD9}"/>
              </a:ext>
            </a:extLst>
          </p:cNvPr>
          <p:cNvSpPr>
            <a:spLocks noGrp="1"/>
          </p:cNvSpPr>
          <p:nvPr>
            <p:ph type="sldNum" sz="quarter" idx="5"/>
          </p:nvPr>
        </p:nvSpPr>
        <p:spPr/>
        <p:txBody>
          <a:bodyPr/>
          <a:lstStyle/>
          <a:p>
            <a:fld id="{49436F85-577F-4A92-A47F-D540A2BCC821}" type="slidenum">
              <a:rPr lang="en-GB" smtClean="0"/>
              <a:t>8</a:t>
            </a:fld>
            <a:endParaRPr lang="en-GB" dirty="0"/>
          </a:p>
        </p:txBody>
      </p:sp>
    </p:spTree>
    <p:extLst>
      <p:ext uri="{BB962C8B-B14F-4D97-AF65-F5344CB8AC3E}">
        <p14:creationId xmlns:p14="http://schemas.microsoft.com/office/powerpoint/2010/main" val="39098353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6C370-96A2-1BF2-2E5A-82FCBFAFB4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B890F9-B183-0C30-4C5D-9123C8326A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2B437D-3662-88AD-9F0A-0C7DE76288E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6153CFE-6DBB-EA06-5E8D-3C1B7466E084}"/>
              </a:ext>
            </a:extLst>
          </p:cNvPr>
          <p:cNvSpPr>
            <a:spLocks noGrp="1"/>
          </p:cNvSpPr>
          <p:nvPr>
            <p:ph type="sldNum" sz="quarter" idx="5"/>
          </p:nvPr>
        </p:nvSpPr>
        <p:spPr/>
        <p:txBody>
          <a:bodyPr/>
          <a:lstStyle/>
          <a:p>
            <a:fld id="{49436F85-577F-4A92-A47F-D540A2BCC821}" type="slidenum">
              <a:rPr lang="en-GB" smtClean="0"/>
              <a:t>9</a:t>
            </a:fld>
            <a:endParaRPr lang="en-GB" dirty="0"/>
          </a:p>
        </p:txBody>
      </p:sp>
    </p:spTree>
    <p:extLst>
      <p:ext uri="{BB962C8B-B14F-4D97-AF65-F5344CB8AC3E}">
        <p14:creationId xmlns:p14="http://schemas.microsoft.com/office/powerpoint/2010/main" val="2759862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0BE4D-171E-9AD4-E89E-72C390F87C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3204A1-D5A8-0E58-53DC-D51B078613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5511CA-1550-8A5A-068E-866C7D791CD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4CEC8E5-D01D-0177-C223-E68E911BC6C0}"/>
              </a:ext>
            </a:extLst>
          </p:cNvPr>
          <p:cNvSpPr>
            <a:spLocks noGrp="1"/>
          </p:cNvSpPr>
          <p:nvPr>
            <p:ph type="sldNum" sz="quarter" idx="5"/>
          </p:nvPr>
        </p:nvSpPr>
        <p:spPr/>
        <p:txBody>
          <a:bodyPr/>
          <a:lstStyle/>
          <a:p>
            <a:fld id="{49436F85-577F-4A92-A47F-D540A2BCC821}" type="slidenum">
              <a:rPr lang="en-GB" smtClean="0"/>
              <a:t>10</a:t>
            </a:fld>
            <a:endParaRPr lang="en-GB" dirty="0"/>
          </a:p>
        </p:txBody>
      </p:sp>
    </p:spTree>
    <p:extLst>
      <p:ext uri="{BB962C8B-B14F-4D97-AF65-F5344CB8AC3E}">
        <p14:creationId xmlns:p14="http://schemas.microsoft.com/office/powerpoint/2010/main" val="40618109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34E1E-E502-2ED2-85C9-3374FE888E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4F3CBE-925B-DCBB-8554-BFB58E5655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26C02E-A9EE-ED05-9A37-9F8402BB9BBD}"/>
              </a:ext>
            </a:extLst>
          </p:cNvPr>
          <p:cNvSpPr>
            <a:spLocks noGrp="1"/>
          </p:cNvSpPr>
          <p:nvPr>
            <p:ph type="body" idx="1"/>
          </p:nvPr>
        </p:nvSpPr>
        <p:spPr/>
        <p:txBody>
          <a:bodyPr/>
          <a:lstStyle/>
          <a:p>
            <a:r>
              <a:rPr lang="en-GB" dirty="0"/>
              <a:t>Try to drop the duplicate </a:t>
            </a:r>
            <a:r>
              <a:rPr lang="en-GB" dirty="0" err="1"/>
              <a:t>boolean</a:t>
            </a:r>
            <a:r>
              <a:rPr lang="en-GB" dirty="0"/>
              <a:t> rows. </a:t>
            </a:r>
          </a:p>
        </p:txBody>
      </p:sp>
      <p:sp>
        <p:nvSpPr>
          <p:cNvPr id="4" name="Slide Number Placeholder 3">
            <a:extLst>
              <a:ext uri="{FF2B5EF4-FFF2-40B4-BE49-F238E27FC236}">
                <a16:creationId xmlns:a16="http://schemas.microsoft.com/office/drawing/2014/main" id="{8FF8B6BF-78E1-F337-F089-AE4ACD061370}"/>
              </a:ext>
            </a:extLst>
          </p:cNvPr>
          <p:cNvSpPr>
            <a:spLocks noGrp="1"/>
          </p:cNvSpPr>
          <p:nvPr>
            <p:ph type="sldNum" sz="quarter" idx="5"/>
          </p:nvPr>
        </p:nvSpPr>
        <p:spPr/>
        <p:txBody>
          <a:bodyPr/>
          <a:lstStyle/>
          <a:p>
            <a:fld id="{49436F85-577F-4A92-A47F-D540A2BCC821}" type="slidenum">
              <a:rPr lang="en-GB" smtClean="0"/>
              <a:t>11</a:t>
            </a:fld>
            <a:endParaRPr lang="en-GB" dirty="0"/>
          </a:p>
        </p:txBody>
      </p:sp>
    </p:spTree>
    <p:extLst>
      <p:ext uri="{BB962C8B-B14F-4D97-AF65-F5344CB8AC3E}">
        <p14:creationId xmlns:p14="http://schemas.microsoft.com/office/powerpoint/2010/main" val="25675704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1B9D3-9BCB-5A68-A261-E836B9DCB6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62D8C0-50CF-6947-DEC7-D91911A422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42164B-948C-1E52-75B0-3D0B81E7157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CB9C6A1-8734-15E5-DD9C-3D56EFBCC486}"/>
              </a:ext>
            </a:extLst>
          </p:cNvPr>
          <p:cNvSpPr>
            <a:spLocks noGrp="1"/>
          </p:cNvSpPr>
          <p:nvPr>
            <p:ph type="sldNum" sz="quarter" idx="5"/>
          </p:nvPr>
        </p:nvSpPr>
        <p:spPr/>
        <p:txBody>
          <a:bodyPr/>
          <a:lstStyle/>
          <a:p>
            <a:fld id="{49436F85-577F-4A92-A47F-D540A2BCC821}" type="slidenum">
              <a:rPr lang="en-GB" smtClean="0"/>
              <a:t>12</a:t>
            </a:fld>
            <a:endParaRPr lang="en-GB" dirty="0"/>
          </a:p>
        </p:txBody>
      </p:sp>
    </p:spTree>
    <p:extLst>
      <p:ext uri="{BB962C8B-B14F-4D97-AF65-F5344CB8AC3E}">
        <p14:creationId xmlns:p14="http://schemas.microsoft.com/office/powerpoint/2010/main" val="5452895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32850-CB5B-55E3-58D4-E357119C3D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B022AA-4BAB-6FAF-0537-3D55C20B1C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A407-FCE3-065B-D3B6-99112A71A326}"/>
              </a:ext>
            </a:extLst>
          </p:cNvPr>
          <p:cNvSpPr>
            <a:spLocks noGrp="1"/>
          </p:cNvSpPr>
          <p:nvPr>
            <p:ph type="body" idx="1"/>
          </p:nvPr>
        </p:nvSpPr>
        <p:spPr/>
        <p:txBody>
          <a:bodyPr/>
          <a:lstStyle/>
          <a:p>
            <a:r>
              <a:rPr lang="en-GB" dirty="0"/>
              <a:t>Put the numeric values and </a:t>
            </a:r>
            <a:r>
              <a:rPr lang="en-GB" dirty="0" err="1"/>
              <a:t>boolean</a:t>
            </a:r>
            <a:r>
              <a:rPr lang="en-GB" dirty="0"/>
              <a:t> values in different data frames and plot. </a:t>
            </a:r>
          </a:p>
          <a:p>
            <a:r>
              <a:rPr lang="en-GB" dirty="0"/>
              <a:t>Maybe define a threshold for numeric values in order. </a:t>
            </a:r>
          </a:p>
          <a:p>
            <a:r>
              <a:rPr lang="en-GB" dirty="0"/>
              <a:t>How much does a certain score give a percent of binders.</a:t>
            </a:r>
          </a:p>
          <a:p>
            <a:endParaRPr lang="en-GB" dirty="0"/>
          </a:p>
          <a:p>
            <a:endParaRPr lang="en-GB" dirty="0"/>
          </a:p>
        </p:txBody>
      </p:sp>
      <p:sp>
        <p:nvSpPr>
          <p:cNvPr id="4" name="Slide Number Placeholder 3">
            <a:extLst>
              <a:ext uri="{FF2B5EF4-FFF2-40B4-BE49-F238E27FC236}">
                <a16:creationId xmlns:a16="http://schemas.microsoft.com/office/drawing/2014/main" id="{684AFB9B-1645-2667-4434-7C7218B99190}"/>
              </a:ext>
            </a:extLst>
          </p:cNvPr>
          <p:cNvSpPr>
            <a:spLocks noGrp="1"/>
          </p:cNvSpPr>
          <p:nvPr>
            <p:ph type="sldNum" sz="quarter" idx="5"/>
          </p:nvPr>
        </p:nvSpPr>
        <p:spPr/>
        <p:txBody>
          <a:bodyPr/>
          <a:lstStyle/>
          <a:p>
            <a:fld id="{49436F85-577F-4A92-A47F-D540A2BCC821}" type="slidenum">
              <a:rPr lang="en-GB" smtClean="0"/>
              <a:t>13</a:t>
            </a:fld>
            <a:endParaRPr lang="en-GB" dirty="0"/>
          </a:p>
        </p:txBody>
      </p:sp>
    </p:spTree>
    <p:extLst>
      <p:ext uri="{BB962C8B-B14F-4D97-AF65-F5344CB8AC3E}">
        <p14:creationId xmlns:p14="http://schemas.microsoft.com/office/powerpoint/2010/main" val="3274814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EACBE-FE50-D044-4C42-8C97097A0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DDF5E2-244B-7F5E-F13C-D28B5E465F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2D7C3D-CABA-52CF-C189-D7BB730CD23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8244ECE-A18B-ADB0-C549-E7EAF66EDA6D}"/>
              </a:ext>
            </a:extLst>
          </p:cNvPr>
          <p:cNvSpPr>
            <a:spLocks noGrp="1"/>
          </p:cNvSpPr>
          <p:nvPr>
            <p:ph type="sldNum" sz="quarter" idx="5"/>
          </p:nvPr>
        </p:nvSpPr>
        <p:spPr/>
        <p:txBody>
          <a:bodyPr/>
          <a:lstStyle/>
          <a:p>
            <a:fld id="{49436F85-577F-4A92-A47F-D540A2BCC821}" type="slidenum">
              <a:rPr lang="en-GB" smtClean="0"/>
              <a:t>14</a:t>
            </a:fld>
            <a:endParaRPr lang="en-GB" dirty="0"/>
          </a:p>
        </p:txBody>
      </p:sp>
    </p:spTree>
    <p:extLst>
      <p:ext uri="{BB962C8B-B14F-4D97-AF65-F5344CB8AC3E}">
        <p14:creationId xmlns:p14="http://schemas.microsoft.com/office/powerpoint/2010/main" val="3969799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0034E-4C60-9ED6-ECFF-107B9C5E6B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95B0AE-835B-3D7C-ECD7-C1F98620EF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1193E2-DE80-2496-2F35-0023C3E2B85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0FA695D-E72E-FE68-D604-24C4A60AF8BA}"/>
              </a:ext>
            </a:extLst>
          </p:cNvPr>
          <p:cNvSpPr>
            <a:spLocks noGrp="1"/>
          </p:cNvSpPr>
          <p:nvPr>
            <p:ph type="sldNum" sz="quarter" idx="5"/>
          </p:nvPr>
        </p:nvSpPr>
        <p:spPr/>
        <p:txBody>
          <a:bodyPr/>
          <a:lstStyle/>
          <a:p>
            <a:fld id="{49436F85-577F-4A92-A47F-D540A2BCC821}" type="slidenum">
              <a:rPr lang="en-GB" smtClean="0"/>
              <a:t>15</a:t>
            </a:fld>
            <a:endParaRPr lang="en-GB" dirty="0"/>
          </a:p>
        </p:txBody>
      </p:sp>
    </p:spTree>
    <p:extLst>
      <p:ext uri="{BB962C8B-B14F-4D97-AF65-F5344CB8AC3E}">
        <p14:creationId xmlns:p14="http://schemas.microsoft.com/office/powerpoint/2010/main" val="26035285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A5D75-C202-C468-7778-A5860DA6BC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CE7139-6887-FC96-3E2E-E749596799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7C24A6-6CB3-D01E-2D7F-A1392927F56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BA610C8-42D7-2E07-F31F-8DC052477C9E}"/>
              </a:ext>
            </a:extLst>
          </p:cNvPr>
          <p:cNvSpPr>
            <a:spLocks noGrp="1"/>
          </p:cNvSpPr>
          <p:nvPr>
            <p:ph type="sldNum" sz="quarter" idx="5"/>
          </p:nvPr>
        </p:nvSpPr>
        <p:spPr/>
        <p:txBody>
          <a:bodyPr/>
          <a:lstStyle/>
          <a:p>
            <a:fld id="{49436F85-577F-4A92-A47F-D540A2BCC821}" type="slidenum">
              <a:rPr lang="en-GB" smtClean="0"/>
              <a:t>16</a:t>
            </a:fld>
            <a:endParaRPr lang="en-GB" dirty="0"/>
          </a:p>
        </p:txBody>
      </p:sp>
    </p:spTree>
    <p:extLst>
      <p:ext uri="{BB962C8B-B14F-4D97-AF65-F5344CB8AC3E}">
        <p14:creationId xmlns:p14="http://schemas.microsoft.com/office/powerpoint/2010/main" val="37574162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65966-B8F3-7657-66DD-2D7E3B62F5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32933D-62F5-24E0-01B7-7E07EA5CE5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64E8BA-A3F7-51BD-3CA6-76515D1B28F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3D28A0A-7217-D142-7CD6-E830F852DF05}"/>
              </a:ext>
            </a:extLst>
          </p:cNvPr>
          <p:cNvSpPr>
            <a:spLocks noGrp="1"/>
          </p:cNvSpPr>
          <p:nvPr>
            <p:ph type="sldNum" sz="quarter" idx="5"/>
          </p:nvPr>
        </p:nvSpPr>
        <p:spPr/>
        <p:txBody>
          <a:bodyPr/>
          <a:lstStyle/>
          <a:p>
            <a:fld id="{49436F85-577F-4A92-A47F-D540A2BCC821}" type="slidenum">
              <a:rPr lang="en-GB" smtClean="0"/>
              <a:t>17</a:t>
            </a:fld>
            <a:endParaRPr lang="en-GB" dirty="0"/>
          </a:p>
        </p:txBody>
      </p:sp>
    </p:spTree>
    <p:extLst>
      <p:ext uri="{BB962C8B-B14F-4D97-AF65-F5344CB8AC3E}">
        <p14:creationId xmlns:p14="http://schemas.microsoft.com/office/powerpoint/2010/main" val="25440517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22E2B-A429-BC0B-5E89-1FDB453C7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5276B2-530C-AC6E-C1F2-E39DD8C16F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2BE63F-B77D-DAA7-5928-AB13ABA1324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D87C853-53AD-F9B2-83E4-A044E60FB21D}"/>
              </a:ext>
            </a:extLst>
          </p:cNvPr>
          <p:cNvSpPr>
            <a:spLocks noGrp="1"/>
          </p:cNvSpPr>
          <p:nvPr>
            <p:ph type="sldNum" sz="quarter" idx="5"/>
          </p:nvPr>
        </p:nvSpPr>
        <p:spPr/>
        <p:txBody>
          <a:bodyPr/>
          <a:lstStyle/>
          <a:p>
            <a:fld id="{49436F85-577F-4A92-A47F-D540A2BCC821}" type="slidenum">
              <a:rPr lang="en-GB" smtClean="0"/>
              <a:t>18</a:t>
            </a:fld>
            <a:endParaRPr lang="en-GB" dirty="0"/>
          </a:p>
        </p:txBody>
      </p:sp>
    </p:spTree>
    <p:extLst>
      <p:ext uri="{BB962C8B-B14F-4D97-AF65-F5344CB8AC3E}">
        <p14:creationId xmlns:p14="http://schemas.microsoft.com/office/powerpoint/2010/main" val="7028155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6EAAD-1C5D-E39C-FC67-B32946683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29378-084C-5B57-CA5C-CC42F4D3AA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40BA93-0AEC-86BD-E13F-6CD783C470B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249DA87-538A-110F-6AD4-C4A1515C23AC}"/>
              </a:ext>
            </a:extLst>
          </p:cNvPr>
          <p:cNvSpPr>
            <a:spLocks noGrp="1"/>
          </p:cNvSpPr>
          <p:nvPr>
            <p:ph type="sldNum" sz="quarter" idx="5"/>
          </p:nvPr>
        </p:nvSpPr>
        <p:spPr/>
        <p:txBody>
          <a:bodyPr/>
          <a:lstStyle/>
          <a:p>
            <a:fld id="{49436F85-577F-4A92-A47F-D540A2BCC821}" type="slidenum">
              <a:rPr lang="en-GB" smtClean="0"/>
              <a:t>19</a:t>
            </a:fld>
            <a:endParaRPr lang="en-GB" dirty="0"/>
          </a:p>
        </p:txBody>
      </p:sp>
    </p:spTree>
    <p:extLst>
      <p:ext uri="{BB962C8B-B14F-4D97-AF65-F5344CB8AC3E}">
        <p14:creationId xmlns:p14="http://schemas.microsoft.com/office/powerpoint/2010/main" val="35444571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F1E97-DF68-5119-D0A5-7B8861C6D1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78B1CC-3D7D-9693-830E-4470C3BA27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902230-AA18-DCA1-E352-54AAC58BC5B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B825F34-A6DF-040E-CF09-63F72C5F6B20}"/>
              </a:ext>
            </a:extLst>
          </p:cNvPr>
          <p:cNvSpPr>
            <a:spLocks noGrp="1"/>
          </p:cNvSpPr>
          <p:nvPr>
            <p:ph type="sldNum" sz="quarter" idx="5"/>
          </p:nvPr>
        </p:nvSpPr>
        <p:spPr/>
        <p:txBody>
          <a:bodyPr/>
          <a:lstStyle/>
          <a:p>
            <a:fld id="{49436F85-577F-4A92-A47F-D540A2BCC821}" type="slidenum">
              <a:rPr lang="en-GB" smtClean="0"/>
              <a:t>20</a:t>
            </a:fld>
            <a:endParaRPr lang="en-GB" dirty="0"/>
          </a:p>
        </p:txBody>
      </p:sp>
    </p:spTree>
    <p:extLst>
      <p:ext uri="{BB962C8B-B14F-4D97-AF65-F5344CB8AC3E}">
        <p14:creationId xmlns:p14="http://schemas.microsoft.com/office/powerpoint/2010/main" val="25759040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AECB3-6C5E-ED10-0214-96731D8B54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EE1F26-56A7-AA31-BBB8-1C86AC6164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119660-380F-9885-A024-E7B5050779B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DE76470-9BFD-C406-03A0-481AED610EDE}"/>
              </a:ext>
            </a:extLst>
          </p:cNvPr>
          <p:cNvSpPr>
            <a:spLocks noGrp="1"/>
          </p:cNvSpPr>
          <p:nvPr>
            <p:ph type="sldNum" sz="quarter" idx="5"/>
          </p:nvPr>
        </p:nvSpPr>
        <p:spPr/>
        <p:txBody>
          <a:bodyPr/>
          <a:lstStyle/>
          <a:p>
            <a:fld id="{49436F85-577F-4A92-A47F-D540A2BCC821}" type="slidenum">
              <a:rPr lang="en-GB" smtClean="0"/>
              <a:t>21</a:t>
            </a:fld>
            <a:endParaRPr lang="en-GB" dirty="0"/>
          </a:p>
        </p:txBody>
      </p:sp>
    </p:spTree>
    <p:extLst>
      <p:ext uri="{BB962C8B-B14F-4D97-AF65-F5344CB8AC3E}">
        <p14:creationId xmlns:p14="http://schemas.microsoft.com/office/powerpoint/2010/main" val="30520115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Change the colour palette to a rainbow colour.</a:t>
            </a:r>
          </a:p>
        </p:txBody>
      </p:sp>
      <p:sp>
        <p:nvSpPr>
          <p:cNvPr id="4" name="Slide Number Placeholder 3"/>
          <p:cNvSpPr>
            <a:spLocks noGrp="1"/>
          </p:cNvSpPr>
          <p:nvPr>
            <p:ph type="sldNum" sz="quarter" idx="5"/>
          </p:nvPr>
        </p:nvSpPr>
        <p:spPr/>
        <p:txBody>
          <a:bodyPr/>
          <a:lstStyle/>
          <a:p>
            <a:fld id="{49436F85-577F-4A92-A47F-D540A2BCC821}" type="slidenum">
              <a:rPr lang="en-GB" smtClean="0"/>
              <a:t>22</a:t>
            </a:fld>
            <a:endParaRPr lang="en-GB" dirty="0"/>
          </a:p>
        </p:txBody>
      </p:sp>
    </p:spTree>
    <p:extLst>
      <p:ext uri="{BB962C8B-B14F-4D97-AF65-F5344CB8AC3E}">
        <p14:creationId xmlns:p14="http://schemas.microsoft.com/office/powerpoint/2010/main" val="10951970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9436F85-577F-4A92-A47F-D540A2BCC821}" type="slidenum">
              <a:rPr lang="en-GB" smtClean="0"/>
              <a:t>23</a:t>
            </a:fld>
            <a:endParaRPr lang="en-GB" dirty="0"/>
          </a:p>
        </p:txBody>
      </p:sp>
    </p:spTree>
    <p:extLst>
      <p:ext uri="{BB962C8B-B14F-4D97-AF65-F5344CB8AC3E}">
        <p14:creationId xmlns:p14="http://schemas.microsoft.com/office/powerpoint/2010/main" val="2705961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hyperlink" Target="http://www.designguide.ku.dk/skabeloner/powerpoint/praesentationer/" TargetMode="External"/><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hyperlink" Target="https://designguide.ku.dk/skabeloner/powerpoint/praesentationer/" TargetMode="External"/><Relationship Id="rId4" Type="http://schemas.openxmlformats.org/officeDocument/2006/relationships/hyperlink" Target="https://image.ku.dk/shared/aZwD18034DnM3TYEw9XagEF6kxI6MLkV" TargetMode="External"/><Relationship Id="rId9"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eal small">
    <p:spTree>
      <p:nvGrpSpPr>
        <p:cNvPr id="1" name=""/>
        <p:cNvGrpSpPr/>
        <p:nvPr/>
      </p:nvGrpSpPr>
      <p:grpSpPr>
        <a:xfrm>
          <a:off x="0" y="0"/>
          <a:ext cx="0" cy="0"/>
          <a:chOff x="0" y="0"/>
          <a:chExt cx="0" cy="0"/>
        </a:xfrm>
      </p:grpSpPr>
      <p:sp>
        <p:nvSpPr>
          <p:cNvPr id="11" name="Rectangle 7"/>
          <p:cNvSpPr/>
          <p:nvPr userDrawn="1"/>
        </p:nvSpPr>
        <p:spPr>
          <a:xfrm>
            <a:off x="0" y="0"/>
            <a:ext cx="12198350" cy="6858000"/>
          </a:xfrm>
          <a:prstGeom prst="rect">
            <a:avLst/>
          </a:prstGeom>
          <a:gradFill flip="none" rotWithShape="1">
            <a:gsLst>
              <a:gs pos="0">
                <a:srgbClr val="DDDDDD"/>
              </a:gs>
              <a:gs pos="100000">
                <a:schemeClr val="bg1"/>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1661"/>
          <a:stretch/>
        </p:blipFill>
        <p:spPr>
          <a:xfrm>
            <a:off x="1733575" y="-6016"/>
            <a:ext cx="10465859" cy="6858000"/>
          </a:xfrm>
          <a:prstGeom prst="rect">
            <a:avLst/>
          </a:prstGeom>
        </p:spPr>
      </p:pic>
      <p:sp>
        <p:nvSpPr>
          <p:cNvPr id="20" name="Titel 2">
            <a:extLst>
              <a:ext uri="{FF2B5EF4-FFF2-40B4-BE49-F238E27FC236}">
                <a16:creationId xmlns:a16="http://schemas.microsoft.com/office/drawing/2014/main" id="{916BA171-A8D6-BD97-B474-75F02EF18BA1}"/>
              </a:ext>
            </a:extLst>
          </p:cNvPr>
          <p:cNvSpPr>
            <a:spLocks noGrp="1"/>
          </p:cNvSpPr>
          <p:nvPr>
            <p:ph type="ctrTitle"/>
          </p:nvPr>
        </p:nvSpPr>
        <p:spPr>
          <a:xfrm>
            <a:off x="0" y="2271092"/>
            <a:ext cx="5959476" cy="3895200"/>
          </a:xfrm>
          <a:blipFill>
            <a:blip r:embed="rId3"/>
            <a:stretch>
              <a:fillRect/>
            </a:stretch>
          </a:blipFill>
        </p:spPr>
        <p:txBody>
          <a:bodyPr lIns="540000" tIns="468000" rIns="360000" bIns="2340000" anchor="b" anchorCtr="0">
            <a:noAutofit/>
          </a:bodyPr>
          <a:lstStyle>
            <a:lvl1pPr algn="l">
              <a:lnSpc>
                <a:spcPts val="4000"/>
              </a:lnSpc>
              <a:defRPr sz="3600">
                <a:solidFill>
                  <a:schemeClr val="bg1"/>
                </a:solidFill>
              </a:defRPr>
            </a:lvl1pPr>
          </a:lstStyle>
          <a:p>
            <a:r>
              <a:rPr lang="en-GB"/>
              <a:t>Click to edit Master title style</a:t>
            </a:r>
            <a:endParaRPr lang="en-GB" dirty="0"/>
          </a:p>
        </p:txBody>
      </p:sp>
      <p:sp>
        <p:nvSpPr>
          <p:cNvPr id="10" name="Titel 1"/>
          <p:cNvSpPr>
            <a:spLocks noGrp="1"/>
          </p:cNvSpPr>
          <p:nvPr>
            <p:ph type="body" sz="quarter" idx="14" hasCustomPrompt="1"/>
          </p:nvPr>
        </p:nvSpPr>
        <p:spPr>
          <a:xfrm>
            <a:off x="587375" y="2610941"/>
            <a:ext cx="4946649" cy="1109335"/>
          </a:xfrm>
        </p:spPr>
        <p:txBody>
          <a:bodyPr rIns="0">
            <a:noAutofit/>
          </a:bodyPr>
          <a:lstStyle>
            <a:lvl1pPr marL="0" indent="0">
              <a:lnSpc>
                <a:spcPct val="100000"/>
              </a:lnSpc>
              <a:spcBef>
                <a:spcPts val="0"/>
              </a:spcBef>
              <a:buNone/>
              <a:defRPr sz="3600" baseline="0">
                <a:solidFill>
                  <a:schemeClr val="accent1"/>
                </a:solidFill>
                <a:latin typeface="+mj-lt"/>
              </a:defRPr>
            </a:lvl1pPr>
          </a:lstStyle>
          <a:p>
            <a:pPr lvl="0"/>
            <a:r>
              <a:rPr lang="en-GB" dirty="0"/>
              <a:t>Click to add title</a:t>
            </a:r>
          </a:p>
        </p:txBody>
      </p:sp>
      <p:sp>
        <p:nvSpPr>
          <p:cNvPr id="15" name="Pladsholder til tekst 14"/>
          <p:cNvSpPr>
            <a:spLocks noGrp="1"/>
          </p:cNvSpPr>
          <p:nvPr>
            <p:ph type="body" sz="quarter" idx="13" hasCustomPrompt="1"/>
          </p:nvPr>
        </p:nvSpPr>
        <p:spPr>
          <a:xfrm>
            <a:off x="588963" y="4053600"/>
            <a:ext cx="4946649" cy="899766"/>
          </a:xfrm>
        </p:spPr>
        <p:txBody>
          <a:bodyPr rIns="0">
            <a:noAutofit/>
          </a:bodyPr>
          <a:lstStyle>
            <a:lvl1pPr marL="0" indent="0">
              <a:lnSpc>
                <a:spcPct val="100000"/>
              </a:lnSpc>
              <a:spcBef>
                <a:spcPts val="0"/>
              </a:spcBef>
              <a:buNone/>
              <a:defRPr sz="1800" baseline="0"/>
            </a:lvl1pPr>
          </a:lstStyle>
          <a:p>
            <a:pPr lvl="0"/>
            <a:r>
              <a:rPr lang="en-GB" dirty="0"/>
              <a:t>Name of speaker, UCPH unit, place and date</a:t>
            </a:r>
            <a:br>
              <a:rPr lang="en-GB" dirty="0"/>
            </a:br>
            <a:endParaRPr lang="en-GB" dirty="0"/>
          </a:p>
        </p:txBody>
      </p:sp>
      <p:sp>
        <p:nvSpPr>
          <p:cNvPr id="4" name="Pladsholder til dato 3" hidden="1"/>
          <p:cNvSpPr>
            <a:spLocks noGrp="1"/>
          </p:cNvSpPr>
          <p:nvPr>
            <p:ph type="dt" sz="half" idx="10"/>
          </p:nvPr>
        </p:nvSpPr>
        <p:spPr>
          <a:xfrm>
            <a:off x="0" y="6858000"/>
            <a:ext cx="0" cy="0"/>
          </a:xfrm>
        </p:spPr>
        <p:txBody>
          <a:bodyPr/>
          <a:lstStyle>
            <a:lvl1pPr>
              <a:defRPr sz="100">
                <a:noFill/>
              </a:defRPr>
            </a:lvl1pPr>
          </a:lstStyle>
          <a:p>
            <a:fld id="{664F7F37-C978-4070-A8C9-9984E7C2ABE6}" type="datetime1">
              <a:rPr lang="en-GB" smtClean="0"/>
              <a:t>10/11/2025</a:t>
            </a:fld>
            <a:endParaRPr lang="en-GB" dirty="0"/>
          </a:p>
        </p:txBody>
      </p:sp>
      <p:sp>
        <p:nvSpPr>
          <p:cNvPr id="5" name="Pladsholder til sidefod 4" hidden="1"/>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6" name="Pladsholder til slidenummer 5" hidden="1"/>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1690682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eal large">
    <p:spTree>
      <p:nvGrpSpPr>
        <p:cNvPr id="1" name=""/>
        <p:cNvGrpSpPr/>
        <p:nvPr/>
      </p:nvGrpSpPr>
      <p:grpSpPr>
        <a:xfrm>
          <a:off x="0" y="0"/>
          <a:ext cx="0" cy="0"/>
          <a:chOff x="0" y="0"/>
          <a:chExt cx="0" cy="0"/>
        </a:xfrm>
      </p:grpSpPr>
      <p:sp>
        <p:nvSpPr>
          <p:cNvPr id="8" name="Rectangle 7"/>
          <p:cNvSpPr/>
          <p:nvPr userDrawn="1"/>
        </p:nvSpPr>
        <p:spPr>
          <a:xfrm>
            <a:off x="0" y="0"/>
            <a:ext cx="12198350" cy="6858000"/>
          </a:xfrm>
          <a:prstGeom prst="rect">
            <a:avLst/>
          </a:prstGeom>
          <a:gradFill flip="none" rotWithShape="1">
            <a:gsLst>
              <a:gs pos="0">
                <a:srgbClr val="DDDDDD"/>
              </a:gs>
              <a:gs pos="100000">
                <a:schemeClr val="bg1"/>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pic>
        <p:nvPicPr>
          <p:cNvPr id="7" name="Picture 8"/>
          <p:cNvPicPr>
            <a:picLocks noChangeAspect="1"/>
          </p:cNvPicPr>
          <p:nvPr userDrawn="1"/>
        </p:nvPicPr>
        <p:blipFill rotWithShape="1">
          <a:blip r:embed="rId2">
            <a:extLst>
              <a:ext uri="{28A0092B-C50C-407E-A947-70E740481C1C}">
                <a14:useLocalDpi xmlns:a14="http://schemas.microsoft.com/office/drawing/2010/main" val="0"/>
              </a:ext>
            </a:extLst>
          </a:blip>
          <a:srcRect t="-1661"/>
          <a:stretch/>
        </p:blipFill>
        <p:spPr>
          <a:xfrm>
            <a:off x="1733575" y="-6016"/>
            <a:ext cx="10465859" cy="6858000"/>
          </a:xfrm>
          <a:prstGeom prst="rect">
            <a:avLst/>
          </a:prstGeom>
        </p:spPr>
      </p:pic>
      <p:sp>
        <p:nvSpPr>
          <p:cNvPr id="11" name="Titel 2">
            <a:extLst>
              <a:ext uri="{FF2B5EF4-FFF2-40B4-BE49-F238E27FC236}">
                <a16:creationId xmlns:a16="http://schemas.microsoft.com/office/drawing/2014/main" id="{F3CC8A4E-DD42-3359-871D-736513372237}"/>
              </a:ext>
            </a:extLst>
          </p:cNvPr>
          <p:cNvSpPr>
            <a:spLocks noGrp="1"/>
          </p:cNvSpPr>
          <p:nvPr>
            <p:ph type="ctrTitle" hasCustomPrompt="1"/>
          </p:nvPr>
        </p:nvSpPr>
        <p:spPr>
          <a:xfrm>
            <a:off x="0" y="691815"/>
            <a:ext cx="5959476" cy="5474035"/>
          </a:xfrm>
          <a:blipFill>
            <a:blip r:embed="rId3"/>
            <a:stretch>
              <a:fillRect/>
            </a:stretch>
          </a:blipFill>
        </p:spPr>
        <p:txBody>
          <a:bodyPr lIns="540000" tIns="468000" rIns="360000" bIns="3384000" anchor="b" anchorCtr="0">
            <a:noAutofit/>
          </a:bodyPr>
          <a:lstStyle>
            <a:lvl1pPr algn="l">
              <a:lnSpc>
                <a:spcPct val="900000"/>
              </a:lnSpc>
              <a:defRPr sz="3600">
                <a:solidFill>
                  <a:schemeClr val="bg1"/>
                </a:solidFill>
              </a:defRPr>
            </a:lvl1pPr>
          </a:lstStyle>
          <a:p>
            <a:r>
              <a:rPr lang="en-GB" dirty="0"/>
              <a:t>master</a:t>
            </a:r>
          </a:p>
        </p:txBody>
      </p:sp>
      <p:sp>
        <p:nvSpPr>
          <p:cNvPr id="12" name="Titel 1"/>
          <p:cNvSpPr>
            <a:spLocks noGrp="1"/>
          </p:cNvSpPr>
          <p:nvPr>
            <p:ph type="body" sz="quarter" idx="14" hasCustomPrompt="1"/>
          </p:nvPr>
        </p:nvSpPr>
        <p:spPr>
          <a:xfrm>
            <a:off x="587375" y="1020200"/>
            <a:ext cx="4946649" cy="1345417"/>
          </a:xfrm>
        </p:spPr>
        <p:txBody>
          <a:bodyPr rIns="0">
            <a:noAutofit/>
          </a:bodyPr>
          <a:lstStyle>
            <a:lvl1pPr marL="0" indent="0">
              <a:lnSpc>
                <a:spcPct val="100000"/>
              </a:lnSpc>
              <a:spcBef>
                <a:spcPts val="0"/>
              </a:spcBef>
              <a:buNone/>
              <a:defRPr sz="3600" baseline="0">
                <a:solidFill>
                  <a:schemeClr val="accent1"/>
                </a:solidFill>
                <a:latin typeface="+mj-lt"/>
              </a:defRPr>
            </a:lvl1pPr>
          </a:lstStyle>
          <a:p>
            <a:pPr lvl="0"/>
            <a:r>
              <a:rPr lang="en-GB" dirty="0"/>
              <a:t>Click to add title</a:t>
            </a:r>
          </a:p>
        </p:txBody>
      </p:sp>
      <p:sp>
        <p:nvSpPr>
          <p:cNvPr id="37" name="Undertitel 2"/>
          <p:cNvSpPr>
            <a:spLocks noGrp="1"/>
          </p:cNvSpPr>
          <p:nvPr>
            <p:ph type="subTitle" idx="1" hasCustomPrompt="1"/>
          </p:nvPr>
        </p:nvSpPr>
        <p:spPr>
          <a:xfrm>
            <a:off x="588964" y="3007285"/>
            <a:ext cx="4946648" cy="726435"/>
          </a:xfrm>
        </p:spPr>
        <p:txBody>
          <a:bodyPr rIns="0">
            <a:noAutofit/>
          </a:bodyPr>
          <a:lstStyle>
            <a:lvl1pPr marL="0" indent="0" algn="l">
              <a:lnSpc>
                <a:spcPct val="100000"/>
              </a:lnSpc>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add subtitle</a:t>
            </a:r>
          </a:p>
        </p:txBody>
      </p:sp>
      <p:sp>
        <p:nvSpPr>
          <p:cNvPr id="38" name="Pladsholder til tekst 14"/>
          <p:cNvSpPr>
            <a:spLocks noGrp="1"/>
          </p:cNvSpPr>
          <p:nvPr>
            <p:ph type="body" sz="quarter" idx="13" hasCustomPrompt="1"/>
          </p:nvPr>
        </p:nvSpPr>
        <p:spPr>
          <a:xfrm>
            <a:off x="588963" y="4053600"/>
            <a:ext cx="4946649" cy="899766"/>
          </a:xfrm>
        </p:spPr>
        <p:txBody>
          <a:bodyPr rIns="0">
            <a:noAutofit/>
          </a:bodyPr>
          <a:lstStyle>
            <a:lvl1pPr marL="0" indent="0">
              <a:lnSpc>
                <a:spcPct val="100000"/>
              </a:lnSpc>
              <a:spcBef>
                <a:spcPts val="0"/>
              </a:spcBef>
              <a:buNone/>
              <a:defRPr sz="1800" baseline="0"/>
            </a:lvl1pPr>
          </a:lstStyle>
          <a:p>
            <a:pPr lvl="0"/>
            <a:r>
              <a:rPr lang="en-GB" dirty="0"/>
              <a:t>Name of speaker, UCPH unit, place and date</a:t>
            </a:r>
          </a:p>
        </p:txBody>
      </p:sp>
      <p:sp>
        <p:nvSpPr>
          <p:cNvPr id="4" name="Pladsholder til dato 3" hidden="1"/>
          <p:cNvSpPr>
            <a:spLocks noGrp="1"/>
          </p:cNvSpPr>
          <p:nvPr>
            <p:ph type="dt" sz="half" idx="10"/>
          </p:nvPr>
        </p:nvSpPr>
        <p:spPr>
          <a:xfrm>
            <a:off x="0" y="6858000"/>
            <a:ext cx="0" cy="0"/>
          </a:xfrm>
        </p:spPr>
        <p:txBody>
          <a:bodyPr/>
          <a:lstStyle>
            <a:lvl1pPr>
              <a:defRPr sz="100">
                <a:noFill/>
              </a:defRPr>
            </a:lvl1pPr>
          </a:lstStyle>
          <a:p>
            <a:fld id="{41282B6A-0E05-4999-B083-B58431580830}" type="datetime1">
              <a:rPr lang="en-GB" smtClean="0"/>
              <a:t>10/11/2025</a:t>
            </a:fld>
            <a:endParaRPr lang="en-GB" dirty="0"/>
          </a:p>
        </p:txBody>
      </p:sp>
      <p:sp>
        <p:nvSpPr>
          <p:cNvPr id="5" name="Pladsholder til sidefod 4" hidden="1"/>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6" name="Pladsholder til slidenummer 5" hidden="1"/>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4281795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image small right">
    <p:spTree>
      <p:nvGrpSpPr>
        <p:cNvPr id="1" name=""/>
        <p:cNvGrpSpPr/>
        <p:nvPr/>
      </p:nvGrpSpPr>
      <p:grpSpPr>
        <a:xfrm>
          <a:off x="0" y="0"/>
          <a:ext cx="0" cy="0"/>
          <a:chOff x="0" y="0"/>
          <a:chExt cx="0" cy="0"/>
        </a:xfrm>
      </p:grpSpPr>
      <p:sp>
        <p:nvSpPr>
          <p:cNvPr id="30" name="Pladsholder til billede 9"/>
          <p:cNvSpPr>
            <a:spLocks noGrp="1"/>
          </p:cNvSpPr>
          <p:nvPr>
            <p:ph type="pic" sz="quarter" idx="14" hasCustomPrompt="1"/>
          </p:nvPr>
        </p:nvSpPr>
        <p:spPr>
          <a:xfrm>
            <a:off x="0" y="0"/>
            <a:ext cx="12192000" cy="6858000"/>
          </a:xfrm>
          <a:blipFill>
            <a:blip r:embed="rId2"/>
            <a:stretch>
              <a:fillRect/>
            </a:stretch>
          </a:blipFill>
        </p:spPr>
        <p:txBody>
          <a:bodyPr lIns="1080000" tIns="0" rIns="6408000" anchor="ctr" anchorCtr="0"/>
          <a:lstStyle>
            <a:lvl1pPr marL="0" indent="0" algn="r">
              <a:buNone/>
              <a:defRPr sz="2400" b="1" i="0" baseline="0">
                <a:solidFill>
                  <a:schemeClr val="bg1"/>
                </a:solidFill>
                <a:sym typeface="Wingdings" panose="05000000000000000000" pitchFamily="2" charset="2"/>
              </a:defRPr>
            </a:lvl1pPr>
          </a:lstStyle>
          <a:p>
            <a:r>
              <a:rPr lang="en-GB" dirty="0"/>
              <a:t>Click icon to insert image  </a:t>
            </a:r>
          </a:p>
        </p:txBody>
      </p:sp>
      <p:sp>
        <p:nvSpPr>
          <p:cNvPr id="11" name="Titel 2">
            <a:extLst>
              <a:ext uri="{FF2B5EF4-FFF2-40B4-BE49-F238E27FC236}">
                <a16:creationId xmlns:a16="http://schemas.microsoft.com/office/drawing/2014/main" id="{A35AA5B6-111C-4735-AFC4-EBC2CB1BF4A3}"/>
              </a:ext>
            </a:extLst>
          </p:cNvPr>
          <p:cNvSpPr>
            <a:spLocks noGrp="1"/>
          </p:cNvSpPr>
          <p:nvPr>
            <p:ph type="ctrTitle"/>
          </p:nvPr>
        </p:nvSpPr>
        <p:spPr>
          <a:xfrm>
            <a:off x="6243638" y="2271092"/>
            <a:ext cx="5948362" cy="3895200"/>
          </a:xfrm>
          <a:blipFill>
            <a:blip r:embed="rId3"/>
            <a:stretch>
              <a:fillRect/>
            </a:stretch>
          </a:blipFill>
        </p:spPr>
        <p:txBody>
          <a:bodyPr lIns="360000" tIns="468000" rIns="540000" bIns="2448000" anchor="b" anchorCtr="0">
            <a:noAutofit/>
          </a:bodyPr>
          <a:lstStyle>
            <a:lvl1pPr algn="l">
              <a:lnSpc>
                <a:spcPts val="4000"/>
              </a:lnSpc>
              <a:defRPr sz="3600">
                <a:solidFill>
                  <a:schemeClr val="bg1"/>
                </a:solidFill>
              </a:defRPr>
            </a:lvl1pPr>
          </a:lstStyle>
          <a:p>
            <a:r>
              <a:rPr lang="en-GB"/>
              <a:t>Click to edit Master title style</a:t>
            </a:r>
            <a:endParaRPr lang="en-GB" dirty="0"/>
          </a:p>
        </p:txBody>
      </p:sp>
      <p:sp>
        <p:nvSpPr>
          <p:cNvPr id="10" name="Titel 1"/>
          <p:cNvSpPr>
            <a:spLocks noGrp="1"/>
          </p:cNvSpPr>
          <p:nvPr>
            <p:ph type="body" sz="quarter" idx="15" hasCustomPrompt="1"/>
          </p:nvPr>
        </p:nvSpPr>
        <p:spPr>
          <a:xfrm>
            <a:off x="6622258" y="2610941"/>
            <a:ext cx="4962920" cy="1109335"/>
          </a:xfrm>
        </p:spPr>
        <p:txBody>
          <a:bodyPr rIns="0">
            <a:noAutofit/>
          </a:bodyPr>
          <a:lstStyle>
            <a:lvl1pPr marL="0" indent="0">
              <a:lnSpc>
                <a:spcPct val="100000"/>
              </a:lnSpc>
              <a:spcBef>
                <a:spcPts val="0"/>
              </a:spcBef>
              <a:buNone/>
              <a:defRPr sz="3600" b="0" i="0" baseline="0">
                <a:solidFill>
                  <a:schemeClr val="accent1"/>
                </a:solidFill>
                <a:latin typeface="+mj-lt"/>
              </a:defRPr>
            </a:lvl1pPr>
          </a:lstStyle>
          <a:p>
            <a:pPr lvl="0"/>
            <a:r>
              <a:rPr lang="en-GB" dirty="0"/>
              <a:t>Click to add title</a:t>
            </a:r>
          </a:p>
        </p:txBody>
      </p:sp>
      <p:sp>
        <p:nvSpPr>
          <p:cNvPr id="9" name="Pladsholder til tekst 14"/>
          <p:cNvSpPr>
            <a:spLocks noGrp="1"/>
          </p:cNvSpPr>
          <p:nvPr>
            <p:ph type="body" sz="quarter" idx="13" hasCustomPrompt="1"/>
          </p:nvPr>
        </p:nvSpPr>
        <p:spPr>
          <a:xfrm>
            <a:off x="6622257" y="4053600"/>
            <a:ext cx="4979193" cy="899766"/>
          </a:xfrm>
        </p:spPr>
        <p:txBody>
          <a:bodyPr r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800" b="0" i="0" baseline="0"/>
            </a:lvl1pPr>
          </a:lstStyle>
          <a:p>
            <a:pPr lvl="0"/>
            <a:r>
              <a:rPr lang="en-GB" dirty="0"/>
              <a:t>Name of speaker, UCPH unit, place and date</a:t>
            </a:r>
          </a:p>
        </p:txBody>
      </p:sp>
      <p:sp>
        <p:nvSpPr>
          <p:cNvPr id="4" name="Pladsholder til dato 3"/>
          <p:cNvSpPr>
            <a:spLocks noGrp="1"/>
          </p:cNvSpPr>
          <p:nvPr>
            <p:ph type="dt" sz="half" idx="10"/>
          </p:nvPr>
        </p:nvSpPr>
        <p:spPr>
          <a:xfrm>
            <a:off x="0" y="6858000"/>
            <a:ext cx="0" cy="0"/>
          </a:xfrm>
        </p:spPr>
        <p:txBody>
          <a:bodyPr/>
          <a:lstStyle>
            <a:lvl1pPr>
              <a:defRPr sz="100">
                <a:noFill/>
              </a:defRPr>
            </a:lvl1pPr>
          </a:lstStyle>
          <a:p>
            <a:fld id="{3ECB2203-00D5-4F87-8F9D-D0B17AC42B67}" type="datetime1">
              <a:rPr lang="en-GB" smtClean="0"/>
              <a:t>10/11/2025</a:t>
            </a:fld>
            <a:endParaRPr lang="en-GB" dirty="0"/>
          </a:p>
        </p:txBody>
      </p:sp>
      <p:sp>
        <p:nvSpPr>
          <p:cNvPr id="5" name="Pladsholder til sidefod 4"/>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6" name="Pladsholder til slidenummer 5"/>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629679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image large right">
    <p:spTree>
      <p:nvGrpSpPr>
        <p:cNvPr id="1" name=""/>
        <p:cNvGrpSpPr/>
        <p:nvPr/>
      </p:nvGrpSpPr>
      <p:grpSpPr>
        <a:xfrm>
          <a:off x="0" y="0"/>
          <a:ext cx="0" cy="0"/>
          <a:chOff x="0" y="0"/>
          <a:chExt cx="0" cy="0"/>
        </a:xfrm>
      </p:grpSpPr>
      <p:sp>
        <p:nvSpPr>
          <p:cNvPr id="30" name="Pladsholder til billede 9"/>
          <p:cNvSpPr>
            <a:spLocks noGrp="1"/>
          </p:cNvSpPr>
          <p:nvPr>
            <p:ph type="pic" sz="quarter" idx="14" hasCustomPrompt="1"/>
          </p:nvPr>
        </p:nvSpPr>
        <p:spPr>
          <a:xfrm>
            <a:off x="0" y="0"/>
            <a:ext cx="12192000" cy="6858000"/>
          </a:xfrm>
          <a:blipFill>
            <a:blip r:embed="rId2"/>
            <a:stretch>
              <a:fillRect/>
            </a:stretch>
          </a:blipFill>
        </p:spPr>
        <p:txBody>
          <a:bodyPr lIns="1080000" tIns="0" rIns="6408000" anchor="ctr" anchorCtr="0"/>
          <a:lstStyle>
            <a:lvl1pPr marL="0" indent="0" algn="r">
              <a:buNone/>
              <a:defRPr sz="2400" b="1" i="0" baseline="0">
                <a:solidFill>
                  <a:schemeClr val="bg1"/>
                </a:solidFill>
                <a:sym typeface="Wingdings" panose="05000000000000000000" pitchFamily="2" charset="2"/>
              </a:defRPr>
            </a:lvl1pPr>
          </a:lstStyle>
          <a:p>
            <a:r>
              <a:rPr lang="en-GB" dirty="0"/>
              <a:t>Click icon to insert image   </a:t>
            </a:r>
          </a:p>
        </p:txBody>
      </p:sp>
      <p:sp>
        <p:nvSpPr>
          <p:cNvPr id="17" name="Titel 2">
            <a:extLst>
              <a:ext uri="{FF2B5EF4-FFF2-40B4-BE49-F238E27FC236}">
                <a16:creationId xmlns:a16="http://schemas.microsoft.com/office/drawing/2014/main" id="{5841F5BD-07B0-188F-6A65-1A9CB9107526}"/>
              </a:ext>
            </a:extLst>
          </p:cNvPr>
          <p:cNvSpPr>
            <a:spLocks noGrp="1"/>
          </p:cNvSpPr>
          <p:nvPr>
            <p:ph type="ctrTitle" hasCustomPrompt="1"/>
          </p:nvPr>
        </p:nvSpPr>
        <p:spPr>
          <a:xfrm>
            <a:off x="6243638" y="691815"/>
            <a:ext cx="5948362" cy="5474035"/>
          </a:xfrm>
          <a:blipFill>
            <a:blip r:embed="rId3"/>
            <a:stretch>
              <a:fillRect/>
            </a:stretch>
          </a:blipFill>
        </p:spPr>
        <p:txBody>
          <a:bodyPr lIns="360000" tIns="468000" rIns="540000" bIns="3384000" anchor="b" anchorCtr="0">
            <a:noAutofit/>
          </a:bodyPr>
          <a:lstStyle>
            <a:lvl1pPr algn="l">
              <a:lnSpc>
                <a:spcPts val="4000"/>
              </a:lnSpc>
              <a:defRPr sz="3600">
                <a:solidFill>
                  <a:schemeClr val="bg1"/>
                </a:solidFill>
              </a:defRPr>
            </a:lvl1pPr>
          </a:lstStyle>
          <a:p>
            <a:r>
              <a:rPr lang="en-GB" dirty="0"/>
              <a:t>master</a:t>
            </a:r>
          </a:p>
        </p:txBody>
      </p:sp>
      <p:sp>
        <p:nvSpPr>
          <p:cNvPr id="12" name="Pladsholder til tekst 14">
            <a:extLst>
              <a:ext uri="{FF2B5EF4-FFF2-40B4-BE49-F238E27FC236}">
                <a16:creationId xmlns:a16="http://schemas.microsoft.com/office/drawing/2014/main" id="{7AF680B5-5F7B-7C42-BF08-E9B604FEDFF4}"/>
              </a:ext>
            </a:extLst>
          </p:cNvPr>
          <p:cNvSpPr>
            <a:spLocks noGrp="1"/>
          </p:cNvSpPr>
          <p:nvPr>
            <p:ph type="body" sz="quarter" idx="13" hasCustomPrompt="1"/>
          </p:nvPr>
        </p:nvSpPr>
        <p:spPr>
          <a:xfrm>
            <a:off x="6622257" y="4053600"/>
            <a:ext cx="4979193" cy="899766"/>
          </a:xfrm>
        </p:spPr>
        <p:txBody>
          <a:bodyPr rIns="0">
            <a:noAutofit/>
          </a:bodyPr>
          <a:lstStyle>
            <a:lvl1pPr marL="0" indent="0">
              <a:spcBef>
                <a:spcPts val="0"/>
              </a:spcBef>
              <a:buNone/>
              <a:defRPr sz="1800" b="0" i="0" baseline="0"/>
            </a:lvl1pPr>
          </a:lstStyle>
          <a:p>
            <a:pPr lvl="0"/>
            <a:r>
              <a:rPr lang="en-GB" dirty="0"/>
              <a:t>Name of speaker, UCPH unit, place and date</a:t>
            </a:r>
          </a:p>
        </p:txBody>
      </p:sp>
      <p:sp>
        <p:nvSpPr>
          <p:cNvPr id="13" name="Undertitel 2">
            <a:extLst>
              <a:ext uri="{FF2B5EF4-FFF2-40B4-BE49-F238E27FC236}">
                <a16:creationId xmlns:a16="http://schemas.microsoft.com/office/drawing/2014/main" id="{E8639E81-1331-644F-9855-3A9C253754AE}"/>
              </a:ext>
            </a:extLst>
          </p:cNvPr>
          <p:cNvSpPr>
            <a:spLocks noGrp="1"/>
          </p:cNvSpPr>
          <p:nvPr>
            <p:ph type="subTitle" idx="1" hasCustomPrompt="1"/>
          </p:nvPr>
        </p:nvSpPr>
        <p:spPr>
          <a:xfrm>
            <a:off x="6622257" y="3007285"/>
            <a:ext cx="4979193" cy="726435"/>
          </a:xfrm>
        </p:spPr>
        <p:txBody>
          <a:bodyPr>
            <a:noAutofit/>
          </a:bodyPr>
          <a:lstStyle>
            <a:lvl1pPr marL="0" indent="0" algn="l">
              <a:lnSpc>
                <a:spcPct val="100000"/>
              </a:lnSpc>
              <a:buNone/>
              <a:defRPr sz="2400" b="0" i="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add subtitle</a:t>
            </a:r>
          </a:p>
        </p:txBody>
      </p:sp>
      <p:sp>
        <p:nvSpPr>
          <p:cNvPr id="14" name="Titel 1">
            <a:extLst>
              <a:ext uri="{FF2B5EF4-FFF2-40B4-BE49-F238E27FC236}">
                <a16:creationId xmlns:a16="http://schemas.microsoft.com/office/drawing/2014/main" id="{B7A6A120-00EE-3144-9AB3-0695A4240B49}"/>
              </a:ext>
            </a:extLst>
          </p:cNvPr>
          <p:cNvSpPr>
            <a:spLocks noGrp="1"/>
          </p:cNvSpPr>
          <p:nvPr>
            <p:ph type="body" sz="quarter" idx="15" hasCustomPrompt="1"/>
          </p:nvPr>
        </p:nvSpPr>
        <p:spPr>
          <a:xfrm>
            <a:off x="6622257" y="1020200"/>
            <a:ext cx="4977606" cy="1345417"/>
          </a:xfrm>
        </p:spPr>
        <p:txBody>
          <a:bodyPr rIns="0">
            <a:noAutofit/>
          </a:bodyPr>
          <a:lstStyle>
            <a:lvl1pPr marL="0" indent="0">
              <a:lnSpc>
                <a:spcPct val="100000"/>
              </a:lnSpc>
              <a:spcBef>
                <a:spcPts val="0"/>
              </a:spcBef>
              <a:buNone/>
              <a:defRPr sz="3600" b="0" i="0" baseline="0">
                <a:solidFill>
                  <a:schemeClr val="accent1"/>
                </a:solidFill>
                <a:latin typeface="+mj-lt"/>
              </a:defRPr>
            </a:lvl1pPr>
          </a:lstStyle>
          <a:p>
            <a:pPr lvl="0"/>
            <a:r>
              <a:rPr lang="en-GB" dirty="0"/>
              <a:t>Click to add title</a:t>
            </a:r>
          </a:p>
        </p:txBody>
      </p:sp>
      <p:sp>
        <p:nvSpPr>
          <p:cNvPr id="10" name="Pladsholder til dato 3" hidden="1">
            <a:extLst>
              <a:ext uri="{FF2B5EF4-FFF2-40B4-BE49-F238E27FC236}">
                <a16:creationId xmlns:a16="http://schemas.microsoft.com/office/drawing/2014/main" id="{5D6F800E-E8DB-D1E9-A292-CDCB828E80AD}"/>
              </a:ext>
            </a:extLst>
          </p:cNvPr>
          <p:cNvSpPr>
            <a:spLocks noGrp="1"/>
          </p:cNvSpPr>
          <p:nvPr>
            <p:ph type="dt" sz="half" idx="10"/>
          </p:nvPr>
        </p:nvSpPr>
        <p:spPr>
          <a:xfrm>
            <a:off x="0" y="6858000"/>
            <a:ext cx="0" cy="0"/>
          </a:xfrm>
        </p:spPr>
        <p:txBody>
          <a:bodyPr/>
          <a:lstStyle>
            <a:lvl1pPr>
              <a:defRPr sz="100">
                <a:noFill/>
              </a:defRPr>
            </a:lvl1pPr>
          </a:lstStyle>
          <a:p>
            <a:fld id="{D700EDC7-A33F-4ACB-87EF-882B537199F0}" type="datetime1">
              <a:rPr lang="en-GB" smtClean="0"/>
              <a:t>10/11/2025</a:t>
            </a:fld>
            <a:endParaRPr lang="en-GB" dirty="0"/>
          </a:p>
        </p:txBody>
      </p:sp>
      <p:sp>
        <p:nvSpPr>
          <p:cNvPr id="15" name="Pladsholder til sidefod 4" hidden="1">
            <a:extLst>
              <a:ext uri="{FF2B5EF4-FFF2-40B4-BE49-F238E27FC236}">
                <a16:creationId xmlns:a16="http://schemas.microsoft.com/office/drawing/2014/main" id="{75F96715-1FD5-51ED-7CC1-42E30D0821E3}"/>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16" name="Pladsholder til slidenummer 5" hidden="1">
            <a:extLst>
              <a:ext uri="{FF2B5EF4-FFF2-40B4-BE49-F238E27FC236}">
                <a16:creationId xmlns:a16="http://schemas.microsoft.com/office/drawing/2014/main" id="{FF7B57F8-B201-8F25-4597-86F1EE0AFA0C}"/>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1709872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image small left">
    <p:spTree>
      <p:nvGrpSpPr>
        <p:cNvPr id="1" name=""/>
        <p:cNvGrpSpPr/>
        <p:nvPr/>
      </p:nvGrpSpPr>
      <p:grpSpPr>
        <a:xfrm>
          <a:off x="0" y="0"/>
          <a:ext cx="0" cy="0"/>
          <a:chOff x="0" y="0"/>
          <a:chExt cx="0" cy="0"/>
        </a:xfrm>
      </p:grpSpPr>
      <p:sp>
        <p:nvSpPr>
          <p:cNvPr id="30" name="Pladsholder til billede 9"/>
          <p:cNvSpPr>
            <a:spLocks noGrp="1"/>
          </p:cNvSpPr>
          <p:nvPr>
            <p:ph type="pic" sz="quarter" idx="14" hasCustomPrompt="1"/>
          </p:nvPr>
        </p:nvSpPr>
        <p:spPr>
          <a:xfrm>
            <a:off x="0" y="0"/>
            <a:ext cx="12192000" cy="6858000"/>
          </a:xfrm>
          <a:solidFill>
            <a:schemeClr val="bg1">
              <a:lumMod val="75000"/>
            </a:schemeClr>
          </a:solidFill>
        </p:spPr>
        <p:txBody>
          <a:bodyPr lIns="6408000" tIns="0" rIns="720000" anchor="ctr" anchorCtr="0"/>
          <a:lstStyle>
            <a:lvl1pPr marL="0" indent="0" algn="l" defTabSz="914400" rtl="0" eaLnBrk="1" latinLnBrk="0" hangingPunct="1">
              <a:lnSpc>
                <a:spcPct val="100000"/>
              </a:lnSpc>
              <a:spcBef>
                <a:spcPts val="1000"/>
              </a:spcBef>
              <a:buFont typeface="Arial" panose="020B0604020202020204" pitchFamily="34" charset="0"/>
              <a:buNone/>
              <a:defRPr lang="da-DK" sz="2400" kern="1200" baseline="0" dirty="0">
                <a:solidFill>
                  <a:schemeClr val="bg1"/>
                </a:solidFill>
                <a:latin typeface="+mn-lt"/>
                <a:ea typeface="+mn-ea"/>
                <a:cs typeface="+mn-cs"/>
                <a:sym typeface="Wingdings" panose="05000000000000000000" pitchFamily="2" charset="2"/>
              </a:defRPr>
            </a:lvl1pPr>
          </a:lstStyle>
          <a:p>
            <a:r>
              <a:rPr lang="en-GB" dirty="0"/>
              <a:t> Click icon to insert image</a:t>
            </a:r>
          </a:p>
        </p:txBody>
      </p:sp>
      <p:sp>
        <p:nvSpPr>
          <p:cNvPr id="13" name="Titel 2">
            <a:extLst>
              <a:ext uri="{FF2B5EF4-FFF2-40B4-BE49-F238E27FC236}">
                <a16:creationId xmlns:a16="http://schemas.microsoft.com/office/drawing/2014/main" id="{A98E7E85-8DE3-687D-4837-DB9872BFCE68}"/>
              </a:ext>
            </a:extLst>
          </p:cNvPr>
          <p:cNvSpPr>
            <a:spLocks noGrp="1"/>
          </p:cNvSpPr>
          <p:nvPr>
            <p:ph type="ctrTitle"/>
          </p:nvPr>
        </p:nvSpPr>
        <p:spPr>
          <a:xfrm>
            <a:off x="0" y="2271092"/>
            <a:ext cx="5959476" cy="3895200"/>
          </a:xfrm>
          <a:blipFill>
            <a:blip r:embed="rId2"/>
            <a:stretch>
              <a:fillRect/>
            </a:stretch>
          </a:blipFill>
        </p:spPr>
        <p:txBody>
          <a:bodyPr lIns="540000" tIns="468000" rIns="360000" bIns="2340000" anchor="b" anchorCtr="0">
            <a:noAutofit/>
          </a:bodyPr>
          <a:lstStyle>
            <a:lvl1pPr algn="l">
              <a:lnSpc>
                <a:spcPts val="4000"/>
              </a:lnSpc>
              <a:defRPr sz="3600">
                <a:solidFill>
                  <a:schemeClr val="bg1"/>
                </a:solidFill>
              </a:defRPr>
            </a:lvl1pPr>
          </a:lstStyle>
          <a:p>
            <a:r>
              <a:rPr lang="en-GB"/>
              <a:t>Click to edit Master title style</a:t>
            </a:r>
            <a:endParaRPr lang="en-GB" dirty="0"/>
          </a:p>
        </p:txBody>
      </p:sp>
      <p:sp>
        <p:nvSpPr>
          <p:cNvPr id="9" name="Titel 1"/>
          <p:cNvSpPr>
            <a:spLocks noGrp="1"/>
          </p:cNvSpPr>
          <p:nvPr>
            <p:ph type="body" sz="quarter" idx="15" hasCustomPrompt="1"/>
          </p:nvPr>
        </p:nvSpPr>
        <p:spPr>
          <a:xfrm>
            <a:off x="587375" y="2610941"/>
            <a:ext cx="4946649" cy="1109335"/>
          </a:xfrm>
        </p:spPr>
        <p:txBody>
          <a:bodyPr rIns="0">
            <a:noAutofit/>
          </a:bodyPr>
          <a:lstStyle>
            <a:lvl1pPr marL="0" indent="0">
              <a:lnSpc>
                <a:spcPct val="100000"/>
              </a:lnSpc>
              <a:spcBef>
                <a:spcPts val="0"/>
              </a:spcBef>
              <a:buNone/>
              <a:defRPr sz="3600" baseline="0">
                <a:solidFill>
                  <a:schemeClr val="accent1"/>
                </a:solidFill>
                <a:latin typeface="+mj-lt"/>
              </a:defRPr>
            </a:lvl1pPr>
          </a:lstStyle>
          <a:p>
            <a:pPr lvl="0"/>
            <a:r>
              <a:rPr lang="en-GB" dirty="0"/>
              <a:t>Click to add title</a:t>
            </a:r>
          </a:p>
        </p:txBody>
      </p:sp>
      <p:sp>
        <p:nvSpPr>
          <p:cNvPr id="26" name="Pladsholder til tekst 14"/>
          <p:cNvSpPr>
            <a:spLocks noGrp="1"/>
          </p:cNvSpPr>
          <p:nvPr>
            <p:ph type="body" sz="quarter" idx="13" hasCustomPrompt="1"/>
          </p:nvPr>
        </p:nvSpPr>
        <p:spPr>
          <a:xfrm>
            <a:off x="588963" y="4042705"/>
            <a:ext cx="4983162" cy="899766"/>
          </a:xfrm>
        </p:spPr>
        <p:txBody>
          <a:bodyPr rIns="0">
            <a:noAutofit/>
          </a:bodyPr>
          <a:lstStyle>
            <a:lvl1pPr marL="0" indent="0">
              <a:spcBef>
                <a:spcPts val="0"/>
              </a:spcBef>
              <a:buNone/>
              <a:defRPr sz="1800" baseline="0"/>
            </a:lvl1pPr>
          </a:lstStyle>
          <a:p>
            <a:pPr lvl="0"/>
            <a:r>
              <a:rPr lang="en-GB" dirty="0"/>
              <a:t>Name of speaker, UCPH unit, place and date</a:t>
            </a:r>
          </a:p>
        </p:txBody>
      </p:sp>
      <p:sp>
        <p:nvSpPr>
          <p:cNvPr id="10" name="Pladsholder til dato 3" hidden="1">
            <a:extLst>
              <a:ext uri="{FF2B5EF4-FFF2-40B4-BE49-F238E27FC236}">
                <a16:creationId xmlns:a16="http://schemas.microsoft.com/office/drawing/2014/main" id="{1570F19F-11E9-F8A1-DCD4-0B2BD4223DC2}"/>
              </a:ext>
            </a:extLst>
          </p:cNvPr>
          <p:cNvSpPr>
            <a:spLocks noGrp="1"/>
          </p:cNvSpPr>
          <p:nvPr>
            <p:ph type="dt" sz="half" idx="10"/>
          </p:nvPr>
        </p:nvSpPr>
        <p:spPr>
          <a:xfrm>
            <a:off x="0" y="6858000"/>
            <a:ext cx="0" cy="0"/>
          </a:xfrm>
        </p:spPr>
        <p:txBody>
          <a:bodyPr/>
          <a:lstStyle>
            <a:lvl1pPr>
              <a:defRPr sz="100">
                <a:noFill/>
              </a:defRPr>
            </a:lvl1pPr>
          </a:lstStyle>
          <a:p>
            <a:fld id="{6732F916-FBB8-40A8-BEA6-3A387B65F474}" type="datetime1">
              <a:rPr lang="en-GB" smtClean="0"/>
              <a:t>10/11/2025</a:t>
            </a:fld>
            <a:endParaRPr lang="en-GB" dirty="0"/>
          </a:p>
        </p:txBody>
      </p:sp>
      <p:sp>
        <p:nvSpPr>
          <p:cNvPr id="11" name="Pladsholder til sidefod 4" hidden="1">
            <a:extLst>
              <a:ext uri="{FF2B5EF4-FFF2-40B4-BE49-F238E27FC236}">
                <a16:creationId xmlns:a16="http://schemas.microsoft.com/office/drawing/2014/main" id="{B7D930ED-6F01-0E90-6740-D9E50AA5B833}"/>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12" name="Pladsholder til slidenummer 5" hidden="1">
            <a:extLst>
              <a:ext uri="{FF2B5EF4-FFF2-40B4-BE49-F238E27FC236}">
                <a16:creationId xmlns:a16="http://schemas.microsoft.com/office/drawing/2014/main" id="{ADD5A7A0-1930-6FDD-F270-B46368D36A8B}"/>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2967803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image large left">
    <p:spTree>
      <p:nvGrpSpPr>
        <p:cNvPr id="1" name=""/>
        <p:cNvGrpSpPr/>
        <p:nvPr/>
      </p:nvGrpSpPr>
      <p:grpSpPr>
        <a:xfrm>
          <a:off x="0" y="0"/>
          <a:ext cx="0" cy="0"/>
          <a:chOff x="0" y="0"/>
          <a:chExt cx="0" cy="0"/>
        </a:xfrm>
      </p:grpSpPr>
      <p:sp>
        <p:nvSpPr>
          <p:cNvPr id="10" name="Pladsholder til billede 9"/>
          <p:cNvSpPr>
            <a:spLocks noGrp="1"/>
          </p:cNvSpPr>
          <p:nvPr>
            <p:ph type="pic" sz="quarter" idx="14" hasCustomPrompt="1"/>
          </p:nvPr>
        </p:nvSpPr>
        <p:spPr>
          <a:xfrm>
            <a:off x="0" y="0"/>
            <a:ext cx="12192000" cy="6858000"/>
          </a:xfrm>
          <a:solidFill>
            <a:schemeClr val="bg1">
              <a:lumMod val="75000"/>
            </a:schemeClr>
          </a:solidFill>
        </p:spPr>
        <p:txBody>
          <a:bodyPr lIns="6408000" tIns="0" rIns="720000" anchor="ctr" anchorCtr="0"/>
          <a:lstStyle>
            <a:lvl1pPr marL="0" indent="0" algn="l">
              <a:buNone/>
              <a:defRPr sz="2400" baseline="0">
                <a:solidFill>
                  <a:schemeClr val="bg1"/>
                </a:solidFill>
                <a:sym typeface="Wingdings" panose="05000000000000000000" pitchFamily="2" charset="2"/>
              </a:defRPr>
            </a:lvl1pPr>
          </a:lstStyle>
          <a:p>
            <a:r>
              <a:rPr lang="en-GB" dirty="0"/>
              <a:t> Click icon to insert image</a:t>
            </a:r>
          </a:p>
        </p:txBody>
      </p:sp>
      <p:sp>
        <p:nvSpPr>
          <p:cNvPr id="16" name="Titel 2">
            <a:extLst>
              <a:ext uri="{FF2B5EF4-FFF2-40B4-BE49-F238E27FC236}">
                <a16:creationId xmlns:a16="http://schemas.microsoft.com/office/drawing/2014/main" id="{92A049D1-BE16-6369-9C11-6D9136DAE0D9}"/>
              </a:ext>
            </a:extLst>
          </p:cNvPr>
          <p:cNvSpPr>
            <a:spLocks noGrp="1"/>
          </p:cNvSpPr>
          <p:nvPr>
            <p:ph type="ctrTitle" hasCustomPrompt="1"/>
          </p:nvPr>
        </p:nvSpPr>
        <p:spPr>
          <a:xfrm>
            <a:off x="0" y="691815"/>
            <a:ext cx="5959476" cy="5474035"/>
          </a:xfrm>
          <a:blipFill>
            <a:blip r:embed="rId2"/>
            <a:stretch>
              <a:fillRect/>
            </a:stretch>
          </a:blipFill>
        </p:spPr>
        <p:txBody>
          <a:bodyPr lIns="540000" tIns="468000" rIns="360000" bIns="3384000" anchor="b" anchorCtr="0">
            <a:noAutofit/>
          </a:bodyPr>
          <a:lstStyle>
            <a:lvl1pPr algn="l">
              <a:lnSpc>
                <a:spcPct val="900000"/>
              </a:lnSpc>
              <a:defRPr sz="3600">
                <a:solidFill>
                  <a:schemeClr val="bg1"/>
                </a:solidFill>
              </a:defRPr>
            </a:lvl1pPr>
          </a:lstStyle>
          <a:p>
            <a:r>
              <a:rPr lang="en-GB" dirty="0"/>
              <a:t>master</a:t>
            </a:r>
          </a:p>
        </p:txBody>
      </p:sp>
      <p:sp>
        <p:nvSpPr>
          <p:cNvPr id="12" name="Titel 1"/>
          <p:cNvSpPr>
            <a:spLocks noGrp="1"/>
          </p:cNvSpPr>
          <p:nvPr>
            <p:ph type="body" sz="quarter" idx="15" hasCustomPrompt="1"/>
          </p:nvPr>
        </p:nvSpPr>
        <p:spPr>
          <a:xfrm>
            <a:off x="587375" y="1020200"/>
            <a:ext cx="4946649" cy="1345417"/>
          </a:xfrm>
        </p:spPr>
        <p:txBody>
          <a:bodyPr rIns="0">
            <a:noAutofit/>
          </a:bodyPr>
          <a:lstStyle>
            <a:lvl1pPr marL="0" indent="0">
              <a:lnSpc>
                <a:spcPct val="100000"/>
              </a:lnSpc>
              <a:spcBef>
                <a:spcPts val="0"/>
              </a:spcBef>
              <a:buNone/>
              <a:defRPr sz="3600" baseline="0">
                <a:solidFill>
                  <a:schemeClr val="accent1"/>
                </a:solidFill>
                <a:latin typeface="+mj-lt"/>
              </a:defRPr>
            </a:lvl1pPr>
          </a:lstStyle>
          <a:p>
            <a:pPr lvl="0"/>
            <a:r>
              <a:rPr lang="en-GB" dirty="0"/>
              <a:t>Click to add title</a:t>
            </a:r>
          </a:p>
        </p:txBody>
      </p:sp>
      <p:sp>
        <p:nvSpPr>
          <p:cNvPr id="9" name="Undertitel 2"/>
          <p:cNvSpPr>
            <a:spLocks noGrp="1"/>
          </p:cNvSpPr>
          <p:nvPr>
            <p:ph type="subTitle" idx="1" hasCustomPrompt="1"/>
          </p:nvPr>
        </p:nvSpPr>
        <p:spPr>
          <a:xfrm>
            <a:off x="588962" y="3007285"/>
            <a:ext cx="4946649" cy="726435"/>
          </a:xfrm>
        </p:spPr>
        <p:txBody>
          <a:bodyPr rIns="0">
            <a:noAutofit/>
          </a:bodyPr>
          <a:lstStyle>
            <a:lvl1pPr marL="0" indent="0" algn="l">
              <a:lnSpc>
                <a:spcPct val="100000"/>
              </a:lnSpc>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add subtitle</a:t>
            </a:r>
          </a:p>
        </p:txBody>
      </p:sp>
      <p:sp>
        <p:nvSpPr>
          <p:cNvPr id="11" name="Pladsholder til tekst 14"/>
          <p:cNvSpPr>
            <a:spLocks noGrp="1"/>
          </p:cNvSpPr>
          <p:nvPr>
            <p:ph type="body" sz="quarter" idx="13" hasCustomPrompt="1"/>
          </p:nvPr>
        </p:nvSpPr>
        <p:spPr>
          <a:xfrm>
            <a:off x="588962" y="4053600"/>
            <a:ext cx="4946650" cy="899766"/>
          </a:xfrm>
        </p:spPr>
        <p:txBody>
          <a:bodyPr rIns="0">
            <a:noAutofit/>
          </a:bodyPr>
          <a:lstStyle>
            <a:lvl1pPr marL="0" indent="0">
              <a:lnSpc>
                <a:spcPct val="100000"/>
              </a:lnSpc>
              <a:spcBef>
                <a:spcPts val="0"/>
              </a:spcBef>
              <a:buNone/>
              <a:defRPr sz="1800" baseline="0"/>
            </a:lvl1pPr>
          </a:lstStyle>
          <a:p>
            <a:pPr lvl="0"/>
            <a:r>
              <a:rPr lang="en-GB" dirty="0"/>
              <a:t>Name of speaker, UCPH unit, place and date</a:t>
            </a:r>
          </a:p>
        </p:txBody>
      </p:sp>
      <p:sp>
        <p:nvSpPr>
          <p:cNvPr id="13" name="Pladsholder til dato 3" hidden="1">
            <a:extLst>
              <a:ext uri="{FF2B5EF4-FFF2-40B4-BE49-F238E27FC236}">
                <a16:creationId xmlns:a16="http://schemas.microsoft.com/office/drawing/2014/main" id="{B280A661-856C-E622-1331-CDB60AB08622}"/>
              </a:ext>
            </a:extLst>
          </p:cNvPr>
          <p:cNvSpPr>
            <a:spLocks noGrp="1"/>
          </p:cNvSpPr>
          <p:nvPr>
            <p:ph type="dt" sz="half" idx="10"/>
          </p:nvPr>
        </p:nvSpPr>
        <p:spPr>
          <a:xfrm>
            <a:off x="0" y="6858000"/>
            <a:ext cx="0" cy="0"/>
          </a:xfrm>
        </p:spPr>
        <p:txBody>
          <a:bodyPr/>
          <a:lstStyle>
            <a:lvl1pPr>
              <a:defRPr sz="100">
                <a:noFill/>
              </a:defRPr>
            </a:lvl1pPr>
          </a:lstStyle>
          <a:p>
            <a:fld id="{6C2548D2-4180-4C59-97F2-D3D2E14098F1}" type="datetime1">
              <a:rPr lang="en-GB" smtClean="0"/>
              <a:t>10/11/2025</a:t>
            </a:fld>
            <a:endParaRPr lang="en-GB" dirty="0"/>
          </a:p>
        </p:txBody>
      </p:sp>
      <p:sp>
        <p:nvSpPr>
          <p:cNvPr id="14" name="Pladsholder til sidefod 4" hidden="1">
            <a:extLst>
              <a:ext uri="{FF2B5EF4-FFF2-40B4-BE49-F238E27FC236}">
                <a16:creationId xmlns:a16="http://schemas.microsoft.com/office/drawing/2014/main" id="{82F7776B-57AF-971B-A75B-223AFE263EAC}"/>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15" name="Pladsholder til slidenummer 5" hidden="1">
            <a:extLst>
              <a:ext uri="{FF2B5EF4-FFF2-40B4-BE49-F238E27FC236}">
                <a16:creationId xmlns:a16="http://schemas.microsoft.com/office/drawing/2014/main" id="{EFF41101-1901-1836-D8DB-6C08E169D0B8}"/>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3829081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objec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8963" y="620714"/>
            <a:ext cx="11012488" cy="863599"/>
          </a:xfrm>
        </p:spPr>
        <p:txBody>
          <a:bodyPr/>
          <a:lstStyle>
            <a:lvl1pPr>
              <a:defRPr b="0" i="0" baseline="0"/>
            </a:lvl1pPr>
          </a:lstStyle>
          <a:p>
            <a:pPr lvl="0"/>
            <a:r>
              <a:rPr lang="en-GB" dirty="0"/>
              <a:t>Click to add title</a:t>
            </a:r>
          </a:p>
        </p:txBody>
      </p:sp>
      <p:sp>
        <p:nvSpPr>
          <p:cNvPr id="3" name="Pladsholder til indhold 2"/>
          <p:cNvSpPr>
            <a:spLocks noGrp="1"/>
          </p:cNvSpPr>
          <p:nvPr>
            <p:ph idx="1" hasCustomPrompt="1"/>
          </p:nvPr>
        </p:nvSpPr>
        <p:spPr>
          <a:xfrm>
            <a:off x="588963" y="1628775"/>
            <a:ext cx="11012488" cy="4673600"/>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marL="719138" indent="0">
              <a:buNone/>
              <a:defRPr/>
            </a:lvl4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
        <p:nvSpPr>
          <p:cNvPr id="4" name="Pladsholder til dato 3"/>
          <p:cNvSpPr>
            <a:spLocks noGrp="1"/>
          </p:cNvSpPr>
          <p:nvPr>
            <p:ph type="dt" sz="half" idx="10"/>
          </p:nvPr>
        </p:nvSpPr>
        <p:spPr/>
        <p:txBody>
          <a:bodyPr/>
          <a:lstStyle/>
          <a:p>
            <a:fld id="{544BA8A8-9DAA-499A-8FC3-E3166163C612}" type="datetime1">
              <a:rPr lang="en-GB" smtClean="0"/>
              <a:t>10/11/2025</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2796859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itle and two content objects">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8964" y="620714"/>
            <a:ext cx="11012486" cy="865186"/>
          </a:xfrm>
        </p:spPr>
        <p:txBody>
          <a:bodyPr/>
          <a:lstStyle>
            <a:lvl1pPr>
              <a:defRPr b="0" i="0" baseline="0"/>
            </a:lvl1pPr>
          </a:lstStyle>
          <a:p>
            <a:pPr lvl="0"/>
            <a:r>
              <a:rPr lang="en-GB" dirty="0"/>
              <a:t>Click to add title</a:t>
            </a:r>
          </a:p>
        </p:txBody>
      </p:sp>
      <p:sp>
        <p:nvSpPr>
          <p:cNvPr id="3" name="Pladsholder til indhold 2"/>
          <p:cNvSpPr>
            <a:spLocks noGrp="1"/>
          </p:cNvSpPr>
          <p:nvPr>
            <p:ph sz="half" idx="1" hasCustomPrompt="1"/>
          </p:nvPr>
        </p:nvSpPr>
        <p:spPr>
          <a:xfrm>
            <a:off x="588964" y="1628775"/>
            <a:ext cx="5356800" cy="4672800"/>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a:defRPr lang="da-DK" b="0" i="0" baseline="0" dirty="0" smtClean="0"/>
            </a:lvl4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a:p>
            <a:pPr lvl="3"/>
            <a:endParaRPr lang="en-GB" dirty="0"/>
          </a:p>
        </p:txBody>
      </p:sp>
      <p:sp>
        <p:nvSpPr>
          <p:cNvPr id="4" name="Pladsholder til indhold 3"/>
          <p:cNvSpPr>
            <a:spLocks noGrp="1"/>
          </p:cNvSpPr>
          <p:nvPr>
            <p:ph sz="half" idx="2" hasCustomPrompt="1"/>
          </p:nvPr>
        </p:nvSpPr>
        <p:spPr>
          <a:xfrm>
            <a:off x="6246000" y="1628776"/>
            <a:ext cx="5356800" cy="4672800"/>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marL="719138" indent="0">
              <a:buNone/>
              <a:defRPr lang="da-DK" dirty="0" smtClean="0"/>
            </a:lvl4pPr>
            <a:lvl5pPr>
              <a:defRPr lang="da-DK" dirty="0"/>
            </a:lvl5pPr>
            <a:lvl8pPr marL="719138" indent="0">
              <a:buNone/>
              <a:defRPr/>
            </a:lvl8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
        <p:nvSpPr>
          <p:cNvPr id="5" name="Pladsholder til dato 4"/>
          <p:cNvSpPr>
            <a:spLocks noGrp="1"/>
          </p:cNvSpPr>
          <p:nvPr>
            <p:ph type="dt" sz="half" idx="10"/>
          </p:nvPr>
        </p:nvSpPr>
        <p:spPr/>
        <p:txBody>
          <a:bodyPr/>
          <a:lstStyle/>
          <a:p>
            <a:fld id="{BAE4B30B-D853-4AE6-9B99-718FF91CCB22}" type="datetime1">
              <a:rPr lang="en-GB" smtClean="0"/>
              <a:t>10/11/2025</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3754967976"/>
      </p:ext>
    </p:extLst>
  </p:cSld>
  <p:clrMapOvr>
    <a:masterClrMapping/>
  </p:clrMapOvr>
  <p:extLst>
    <p:ext uri="{DCECCB84-F9BA-43D5-87BE-67443E8EF086}">
      <p15:sldGuideLst xmlns:p15="http://schemas.microsoft.com/office/powerpoint/2012/main">
        <p15:guide id="1" pos="3934" userDrawn="1">
          <p15:clr>
            <a:srgbClr val="F26B43"/>
          </p15:clr>
        </p15:guide>
        <p15:guide id="2" pos="3746" userDrawn="1">
          <p15:clr>
            <a:srgbClr val="F26B43"/>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6244651" y="1628775"/>
            <a:ext cx="5356800" cy="4672800"/>
          </a:xfrm>
          <a:solidFill>
            <a:schemeClr val="bg1">
              <a:lumMod val="75000"/>
            </a:schemeClr>
          </a:solidFill>
        </p:spPr>
        <p:txBody>
          <a:bodyPr lIns="360000" tIns="1080000" rIns="360000" anchor="ctr" anchorCtr="0"/>
          <a:lstStyle>
            <a:lvl1pPr marL="0" indent="0" algn="ctr">
              <a:buNone/>
              <a:defRPr sz="2400" baseline="0">
                <a:solidFill>
                  <a:schemeClr val="bg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5" y="620712"/>
            <a:ext cx="11012486" cy="865187"/>
          </a:xfrm>
        </p:spPr>
        <p:txBody>
          <a:bodyPr/>
          <a:lstStyle>
            <a:lvl1pPr>
              <a:defRPr b="0" i="0" baseline="0"/>
            </a:lvl1pPr>
          </a:lstStyle>
          <a:p>
            <a:pPr lvl="0"/>
            <a:r>
              <a:rPr lang="en-GB" dirty="0"/>
              <a:t>Click to add title</a:t>
            </a:r>
          </a:p>
        </p:txBody>
      </p:sp>
      <p:sp>
        <p:nvSpPr>
          <p:cNvPr id="3" name="Pladsholder til indhold 2"/>
          <p:cNvSpPr>
            <a:spLocks noGrp="1"/>
          </p:cNvSpPr>
          <p:nvPr>
            <p:ph sz="half" idx="1" hasCustomPrompt="1"/>
          </p:nvPr>
        </p:nvSpPr>
        <p:spPr>
          <a:xfrm>
            <a:off x="588964" y="1628775"/>
            <a:ext cx="5356800" cy="4672800"/>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a:defRPr lang="da-DK" dirty="0" smtClean="0"/>
            </a:lvl4pPr>
            <a:lvl5pPr>
              <a:defRPr lang="da-DK" dirty="0"/>
            </a:lvl5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
        <p:nvSpPr>
          <p:cNvPr id="5" name="Pladsholder til dato 4"/>
          <p:cNvSpPr>
            <a:spLocks noGrp="1"/>
          </p:cNvSpPr>
          <p:nvPr>
            <p:ph type="dt" sz="half" idx="10"/>
          </p:nvPr>
        </p:nvSpPr>
        <p:spPr/>
        <p:txBody>
          <a:bodyPr/>
          <a:lstStyle/>
          <a:p>
            <a:fld id="{782CEA36-139A-4E3F-B6A0-7BD657AD45E8}" type="datetime1">
              <a:rPr lang="en-GB" smtClean="0"/>
              <a:t>10/11/2025</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1017783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588963" y="1628775"/>
            <a:ext cx="11012487" cy="4673600"/>
          </a:xfrm>
          <a:solidFill>
            <a:schemeClr val="bg1">
              <a:lumMod val="75000"/>
            </a:schemeClr>
          </a:solidFill>
        </p:spPr>
        <p:txBody>
          <a:bodyPr lIns="0" tIns="1080000" rIns="0" anchor="ctr" anchorCtr="0"/>
          <a:lstStyle>
            <a:lvl1pPr marL="0" indent="0" algn="ctr">
              <a:buNone/>
              <a:defRPr sz="2400" b="0" i="0" baseline="0">
                <a:solidFill>
                  <a:schemeClr val="bg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4" y="620712"/>
            <a:ext cx="11012486" cy="865187"/>
          </a:xfrm>
        </p:spPr>
        <p:txBody>
          <a:bodyPr/>
          <a:lstStyle/>
          <a:p>
            <a:r>
              <a:rPr lang="en-GB" dirty="0"/>
              <a:t>Click to add title</a:t>
            </a:r>
          </a:p>
        </p:txBody>
      </p:sp>
      <p:sp>
        <p:nvSpPr>
          <p:cNvPr id="5" name="Pladsholder til dato 4"/>
          <p:cNvSpPr>
            <a:spLocks noGrp="1"/>
          </p:cNvSpPr>
          <p:nvPr>
            <p:ph type="dt" sz="half" idx="10"/>
          </p:nvPr>
        </p:nvSpPr>
        <p:spPr/>
        <p:txBody>
          <a:bodyPr/>
          <a:lstStyle/>
          <a:p>
            <a:fld id="{1337CCA8-EEC6-4184-AB5B-DDB10B05E1AF}" type="datetime1">
              <a:rPr lang="en-GB" smtClean="0"/>
              <a:t>10/11/2025</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3619167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b="0" i="0" baseline="0"/>
            </a:lvl1pPr>
          </a:lstStyle>
          <a:p>
            <a:r>
              <a:rPr lang="en-GB" dirty="0"/>
              <a:t>Click to add title</a:t>
            </a:r>
          </a:p>
        </p:txBody>
      </p:sp>
      <p:sp>
        <p:nvSpPr>
          <p:cNvPr id="3" name="Pladsholder til dato 2"/>
          <p:cNvSpPr>
            <a:spLocks noGrp="1"/>
          </p:cNvSpPr>
          <p:nvPr>
            <p:ph type="dt" sz="half" idx="10"/>
          </p:nvPr>
        </p:nvSpPr>
        <p:spPr/>
        <p:txBody>
          <a:bodyPr/>
          <a:lstStyle/>
          <a:p>
            <a:fld id="{CA98901C-AD74-491C-9322-C106FC5C099A}" type="datetime1">
              <a:rPr lang="en-GB" smtClean="0"/>
              <a:t>10/11/2025</a:t>
            </a:fld>
            <a:endParaRPr lang="en-GB" dirty="0"/>
          </a:p>
        </p:txBody>
      </p:sp>
      <p:sp>
        <p:nvSpPr>
          <p:cNvPr id="4" name="Pladsholder til sidefod 3"/>
          <p:cNvSpPr>
            <a:spLocks noGrp="1"/>
          </p:cNvSpPr>
          <p:nvPr>
            <p:ph type="ftr" sz="quarter" idx="11"/>
          </p:nvPr>
        </p:nvSpPr>
        <p:spPr/>
        <p:txBody>
          <a:bodyPr/>
          <a:lstStyle/>
          <a:p>
            <a:endParaRPr lang="en-GB" dirty="0"/>
          </a:p>
        </p:txBody>
      </p:sp>
      <p:sp>
        <p:nvSpPr>
          <p:cNvPr id="5" name="Pladsholder til slidenummer 4"/>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17609304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dsholder til dato 1"/>
          <p:cNvSpPr>
            <a:spLocks noGrp="1"/>
          </p:cNvSpPr>
          <p:nvPr>
            <p:ph type="dt" sz="half" idx="10"/>
          </p:nvPr>
        </p:nvSpPr>
        <p:spPr/>
        <p:txBody>
          <a:bodyPr/>
          <a:lstStyle/>
          <a:p>
            <a:fld id="{5B3D2672-5B44-4DB0-8EDF-4BB4CF579FAA}" type="datetime1">
              <a:rPr lang="en-GB" smtClean="0"/>
              <a:t>10/11/2025</a:t>
            </a:fld>
            <a:endParaRPr lang="en-GB" dirty="0"/>
          </a:p>
        </p:txBody>
      </p:sp>
      <p:sp>
        <p:nvSpPr>
          <p:cNvPr id="3" name="Pladsholder til sidefod 2"/>
          <p:cNvSpPr>
            <a:spLocks noGrp="1"/>
          </p:cNvSpPr>
          <p:nvPr>
            <p:ph type="ftr" sz="quarter" idx="11"/>
          </p:nvPr>
        </p:nvSpPr>
        <p:spPr/>
        <p:txBody>
          <a:bodyPr/>
          <a:lstStyle/>
          <a:p>
            <a:endParaRPr lang="en-GB" dirty="0"/>
          </a:p>
        </p:txBody>
      </p:sp>
      <p:sp>
        <p:nvSpPr>
          <p:cNvPr id="4" name="Pladsholder til slidenummer 3"/>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36315452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3" name="Pladsholder til dato 3" hidden="1">
            <a:extLst>
              <a:ext uri="{FF2B5EF4-FFF2-40B4-BE49-F238E27FC236}">
                <a16:creationId xmlns:a16="http://schemas.microsoft.com/office/drawing/2014/main" id="{619D26E9-5B2E-9EAD-7ADF-91C2F6F527BC}"/>
              </a:ext>
            </a:extLst>
          </p:cNvPr>
          <p:cNvSpPr>
            <a:spLocks noGrp="1"/>
          </p:cNvSpPr>
          <p:nvPr>
            <p:ph type="dt" sz="half" idx="10"/>
          </p:nvPr>
        </p:nvSpPr>
        <p:spPr>
          <a:xfrm>
            <a:off x="0" y="6858000"/>
            <a:ext cx="0" cy="0"/>
          </a:xfrm>
        </p:spPr>
        <p:txBody>
          <a:bodyPr/>
          <a:lstStyle>
            <a:lvl1pPr>
              <a:defRPr sz="100">
                <a:noFill/>
              </a:defRPr>
            </a:lvl1pPr>
          </a:lstStyle>
          <a:p>
            <a:fld id="{E3466E77-7984-4F3B-92EF-834A85591B11}" type="datetime1">
              <a:rPr lang="en-GB" smtClean="0"/>
              <a:t>10/11/2025</a:t>
            </a:fld>
            <a:endParaRPr lang="en-GB" dirty="0"/>
          </a:p>
        </p:txBody>
      </p:sp>
      <p:sp>
        <p:nvSpPr>
          <p:cNvPr id="4" name="Pladsholder til sidefod 4" hidden="1">
            <a:extLst>
              <a:ext uri="{FF2B5EF4-FFF2-40B4-BE49-F238E27FC236}">
                <a16:creationId xmlns:a16="http://schemas.microsoft.com/office/drawing/2014/main" id="{8A951072-2ED2-FF27-14A1-979FCDF1E51B}"/>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5" name="Pladsholder til slidenummer 5" hidden="1">
            <a:extLst>
              <a:ext uri="{FF2B5EF4-FFF2-40B4-BE49-F238E27FC236}">
                <a16:creationId xmlns:a16="http://schemas.microsoft.com/office/drawing/2014/main" id="{E8D58753-B44C-E044-E735-982626059E24}"/>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Tree>
    <p:extLst>
      <p:ext uri="{BB962C8B-B14F-4D97-AF65-F5344CB8AC3E}">
        <p14:creationId xmlns:p14="http://schemas.microsoft.com/office/powerpoint/2010/main" val="42675755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wo bullet list">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8964" y="620714"/>
            <a:ext cx="11012486" cy="1008062"/>
          </a:xfrm>
        </p:spPr>
        <p:txBody>
          <a:bodyPr tIns="154800"/>
          <a:lstStyle>
            <a:lvl1pPr>
              <a:defRPr sz="6600" b="1" i="0" cap="all" baseline="0">
                <a:solidFill>
                  <a:schemeClr val="tx1"/>
                </a:solidFill>
              </a:defRPr>
            </a:lvl1pPr>
          </a:lstStyle>
          <a:p>
            <a:pPr lvl="0"/>
            <a:r>
              <a:rPr lang="en-GB" dirty="0"/>
              <a:t>Click to add title</a:t>
            </a:r>
          </a:p>
        </p:txBody>
      </p:sp>
      <p:sp>
        <p:nvSpPr>
          <p:cNvPr id="3" name="Pladsholder til indhold 2"/>
          <p:cNvSpPr>
            <a:spLocks noGrp="1"/>
          </p:cNvSpPr>
          <p:nvPr>
            <p:ph sz="half" idx="1" hasCustomPrompt="1"/>
          </p:nvPr>
        </p:nvSpPr>
        <p:spPr>
          <a:xfrm>
            <a:off x="588964" y="2239315"/>
            <a:ext cx="5356800" cy="4063060"/>
          </a:xfrm>
        </p:spPr>
        <p:txBody>
          <a:bodyPr vert="horz" lIns="0" tIns="0" rIns="0" bIns="0" rtlCol="0">
            <a:noAutofit/>
          </a:bodyPr>
          <a:lstStyle>
            <a:lvl1pPr marL="363600" marR="0" indent="-363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lang="da-DK" b="0" i="0" baseline="0" dirty="0" smtClean="0">
                <a:solidFill>
                  <a:schemeClr val="tx1"/>
                </a:solidFill>
              </a:defRPr>
            </a:lvl1pPr>
            <a:lvl2pPr>
              <a:defRPr lang="da-DK" b="0" i="0" baseline="0" dirty="0" smtClean="0">
                <a:solidFill>
                  <a:schemeClr val="tx1"/>
                </a:solidFill>
              </a:defRPr>
            </a:lvl2pPr>
            <a:lvl3pPr>
              <a:defRPr lang="da-DK" b="0" i="0" baseline="0" dirty="0" smtClean="0">
                <a:solidFill>
                  <a:schemeClr val="tx1"/>
                </a:solidFill>
              </a:defRPr>
            </a:lvl3pPr>
            <a:lvl4pPr marL="1072800" indent="-352800">
              <a:lnSpc>
                <a:spcPct val="90000"/>
              </a:lnSpc>
              <a:buFont typeface="Arial" panose="020B0604020202020204" pitchFamily="34" charset="0"/>
              <a:buChar char="•"/>
              <a:defRPr lang="da-DK" b="0" i="0" baseline="0" dirty="0" smtClean="0">
                <a:solidFill>
                  <a:schemeClr val="tx1"/>
                </a:solidFill>
              </a:defRPr>
            </a:lvl4pPr>
            <a:lvl5pPr marL="1072800" indent="-352800">
              <a:lnSpc>
                <a:spcPct val="90000"/>
              </a:lnSpc>
              <a:defRPr>
                <a:solidFill>
                  <a:schemeClr val="tx1"/>
                </a:solidFill>
              </a:defRPr>
            </a:lvl5pPr>
            <a:lvl6pPr marL="1072800" indent="-352800">
              <a:lnSpc>
                <a:spcPct val="90000"/>
              </a:lnSpc>
              <a:defRPr>
                <a:solidFill>
                  <a:schemeClr val="tx1"/>
                </a:solidFill>
              </a:defRPr>
            </a:lvl6pPr>
            <a:lvl7pPr marL="1072800" indent="-352800">
              <a:lnSpc>
                <a:spcPct val="90000"/>
              </a:lnSpc>
              <a:defRPr>
                <a:solidFill>
                  <a:schemeClr val="tx1"/>
                </a:solidFill>
              </a:defRPr>
            </a:lvl7pPr>
            <a:lvl8pPr marL="1072800" indent="-352800">
              <a:lnSpc>
                <a:spcPct val="90000"/>
              </a:lnSpc>
              <a:defRPr>
                <a:solidFill>
                  <a:schemeClr val="tx1"/>
                </a:solidFill>
              </a:defRPr>
            </a:lvl8pPr>
            <a:lvl9pPr marL="1072800" indent="-352800">
              <a:lnSpc>
                <a:spcPct val="90000"/>
              </a:lnSpc>
              <a:defRPr>
                <a:solidFill>
                  <a:schemeClr val="tx1"/>
                </a:solidFill>
              </a:defRPr>
            </a:lvl9pPr>
          </a:lstStyle>
          <a:p>
            <a:pPr marL="363600" marR="0" lvl="0" indent="-363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lang="en-GB" dirty="0"/>
              <a:t>Click to add text</a:t>
            </a:r>
          </a:p>
          <a:p>
            <a:pPr lvl="1"/>
            <a:r>
              <a:rPr lang="en-GB" dirty="0"/>
              <a:t>2</a:t>
            </a:r>
          </a:p>
          <a:p>
            <a:pPr lvl="2"/>
            <a:r>
              <a:rPr lang="en-GB" dirty="0"/>
              <a:t>3</a:t>
            </a:r>
          </a:p>
          <a:p>
            <a:pPr lvl="3"/>
            <a:r>
              <a:rPr lang="en-GB" dirty="0"/>
              <a:t>4</a:t>
            </a:r>
          </a:p>
          <a:p>
            <a:pPr lvl="4"/>
            <a:r>
              <a:rPr lang="en-GB" dirty="0"/>
              <a:t>5</a:t>
            </a:r>
          </a:p>
          <a:p>
            <a:pPr lvl="5"/>
            <a:r>
              <a:rPr lang="en-GB" dirty="0"/>
              <a:t>6</a:t>
            </a:r>
          </a:p>
          <a:p>
            <a:pPr lvl="6"/>
            <a:r>
              <a:rPr lang="en-GB" dirty="0"/>
              <a:t>7</a:t>
            </a:r>
          </a:p>
          <a:p>
            <a:pPr lvl="7"/>
            <a:r>
              <a:rPr lang="en-GB" dirty="0"/>
              <a:t>8</a:t>
            </a:r>
          </a:p>
          <a:p>
            <a:pPr lvl="8"/>
            <a:r>
              <a:rPr lang="en-GB" dirty="0"/>
              <a:t>9</a:t>
            </a:r>
          </a:p>
        </p:txBody>
      </p:sp>
      <p:sp>
        <p:nvSpPr>
          <p:cNvPr id="14" name="Pladsholder til indhold 3">
            <a:extLst>
              <a:ext uri="{FF2B5EF4-FFF2-40B4-BE49-F238E27FC236}">
                <a16:creationId xmlns:a16="http://schemas.microsoft.com/office/drawing/2014/main" id="{D13A21B6-F7F5-D15B-402D-6C21868F8788}"/>
              </a:ext>
            </a:extLst>
          </p:cNvPr>
          <p:cNvSpPr>
            <a:spLocks noGrp="1"/>
          </p:cNvSpPr>
          <p:nvPr>
            <p:ph sz="half" idx="2" hasCustomPrompt="1"/>
          </p:nvPr>
        </p:nvSpPr>
        <p:spPr>
          <a:xfrm>
            <a:off x="6246000" y="2239315"/>
            <a:ext cx="5356800" cy="4063061"/>
          </a:xfrm>
        </p:spPr>
        <p:txBody>
          <a:bodyPr vert="horz" lIns="0" tIns="0" rIns="0" bIns="0" rtlCol="0">
            <a:noAutofit/>
          </a:bodyPr>
          <a:lstStyle>
            <a:lvl1pPr>
              <a:defRPr lang="da-DK" b="0" i="0" baseline="0" dirty="0" smtClean="0"/>
            </a:lvl1pPr>
            <a:lvl2pPr>
              <a:defRPr lang="da-DK" b="0" i="0" baseline="0" dirty="0" smtClean="0"/>
            </a:lvl2pPr>
            <a:lvl3pPr marL="1072800" indent="-352800">
              <a:lnSpc>
                <a:spcPct val="90000"/>
              </a:lnSpc>
              <a:defRPr lang="da-DK" b="0" i="0" baseline="0" dirty="0" smtClean="0"/>
            </a:lvl3pPr>
            <a:lvl4pPr marL="1072800" indent="-352800">
              <a:lnSpc>
                <a:spcPct val="90000"/>
              </a:lnSpc>
              <a:buFont typeface="Arial" panose="020B0604020202020204" pitchFamily="34" charset="0"/>
              <a:buChar char="•"/>
              <a:defRPr lang="da-DK" dirty="0" smtClean="0"/>
            </a:lvl4pPr>
            <a:lvl5pPr marL="1072800" indent="-352800">
              <a:lnSpc>
                <a:spcPct val="90000"/>
              </a:lnSpc>
              <a:defRPr lang="da-DK" dirty="0"/>
            </a:lvl5pPr>
            <a:lvl6pPr marL="1072800" indent="-352800">
              <a:lnSpc>
                <a:spcPct val="90000"/>
              </a:lnSpc>
              <a:defRPr/>
            </a:lvl6pPr>
            <a:lvl7pPr marL="1072800" indent="-352800">
              <a:lnSpc>
                <a:spcPct val="90000"/>
              </a:lnSpc>
              <a:defRPr/>
            </a:lvl7pPr>
            <a:lvl8pPr marL="1072800" indent="-352800">
              <a:lnSpc>
                <a:spcPct val="90000"/>
              </a:lnSpc>
              <a:buFont typeface="Arial" panose="020B0604020202020204" pitchFamily="34" charset="0"/>
              <a:buChar char="•"/>
              <a:defRPr/>
            </a:lvl8pPr>
            <a:lvl9pPr marL="1072800" indent="-352800">
              <a:lnSpc>
                <a:spcPct val="90000"/>
              </a:lnSpc>
              <a:defRPr/>
            </a:lvl9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a:p>
            <a:pPr lvl="3"/>
            <a:r>
              <a:rPr lang="en-GB" dirty="0"/>
              <a:t>4</a:t>
            </a:r>
          </a:p>
          <a:p>
            <a:pPr lvl="4"/>
            <a:r>
              <a:rPr lang="en-GB" dirty="0"/>
              <a:t>5</a:t>
            </a:r>
          </a:p>
          <a:p>
            <a:pPr lvl="5"/>
            <a:r>
              <a:rPr lang="en-GB" dirty="0"/>
              <a:t>6</a:t>
            </a:r>
          </a:p>
          <a:p>
            <a:pPr lvl="6"/>
            <a:r>
              <a:rPr lang="en-GB" dirty="0"/>
              <a:t>7</a:t>
            </a:r>
          </a:p>
          <a:p>
            <a:pPr lvl="7"/>
            <a:r>
              <a:rPr lang="en-GB" dirty="0"/>
              <a:t>8</a:t>
            </a:r>
          </a:p>
          <a:p>
            <a:pPr lvl="8"/>
            <a:r>
              <a:rPr lang="en-GB" dirty="0"/>
              <a:t>9</a:t>
            </a:r>
          </a:p>
        </p:txBody>
      </p:sp>
      <p:sp>
        <p:nvSpPr>
          <p:cNvPr id="5" name="Pladsholder til dato 4"/>
          <p:cNvSpPr>
            <a:spLocks noGrp="1"/>
          </p:cNvSpPr>
          <p:nvPr>
            <p:ph type="dt" sz="half" idx="10"/>
          </p:nvPr>
        </p:nvSpPr>
        <p:spPr/>
        <p:txBody>
          <a:bodyPr/>
          <a:lstStyle/>
          <a:p>
            <a:fld id="{2FC8E691-BE0D-4934-9C30-12FC42105A2C}" type="datetime1">
              <a:rPr lang="en-GB" smtClean="0"/>
              <a:t>10/11/2025</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8" name="TextBox 1">
            <a:extLst>
              <a:ext uri="{FF2B5EF4-FFF2-40B4-BE49-F238E27FC236}">
                <a16:creationId xmlns:a16="http://schemas.microsoft.com/office/drawing/2014/main" id="{C25972C5-CAD7-9DDE-E435-195811719418}"/>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42638169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934" userDrawn="1">
          <p15:clr>
            <a:srgbClr val="F26B43"/>
          </p15:clr>
        </p15:guide>
        <p15:guide id="2" pos="3746" userDrawn="1">
          <p15:clr>
            <a:srgbClr val="F26B43"/>
          </p15:clr>
        </p15:guide>
        <p15:guide id="3" orient="horz" pos="1410" userDrawn="1">
          <p15:clr>
            <a:srgbClr val="F26B43"/>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one bullet list">
    <p:bg>
      <p:bgPr>
        <a:solidFill>
          <a:schemeClr val="accent4"/>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8963" y="620714"/>
            <a:ext cx="11012488" cy="863599"/>
          </a:xfrm>
        </p:spPr>
        <p:txBody>
          <a:bodyPr/>
          <a:lstStyle>
            <a:lvl1pPr>
              <a:defRPr sz="3200" b="1" i="0" baseline="0">
                <a:solidFill>
                  <a:schemeClr val="tx1"/>
                </a:solidFill>
              </a:defRPr>
            </a:lvl1pPr>
          </a:lstStyle>
          <a:p>
            <a:pPr lvl="0"/>
            <a:r>
              <a:rPr lang="en-GB" dirty="0"/>
              <a:t>Click to add title</a:t>
            </a:r>
          </a:p>
        </p:txBody>
      </p:sp>
      <p:sp>
        <p:nvSpPr>
          <p:cNvPr id="3" name="Pladsholder til indhold 3"/>
          <p:cNvSpPr>
            <a:spLocks noGrp="1"/>
          </p:cNvSpPr>
          <p:nvPr>
            <p:ph idx="1" hasCustomPrompt="1"/>
          </p:nvPr>
        </p:nvSpPr>
        <p:spPr>
          <a:xfrm>
            <a:off x="588963" y="1628775"/>
            <a:ext cx="11012488" cy="4673600"/>
          </a:xfrm>
        </p:spPr>
        <p:txBody>
          <a:bodyPr vert="horz" lIns="0" tIns="0" rIns="0" bIns="0" rtlCol="0">
            <a:noAutofit/>
          </a:bodyPr>
          <a:lstStyle>
            <a:lvl1pPr marL="342900" indent="-342900">
              <a:buFont typeface="Arial" panose="020B0604020202020204" pitchFamily="34" charset="0"/>
              <a:buChar char="•"/>
              <a:defRPr lang="da-DK" sz="3200" b="0" i="0" baseline="0" dirty="0" smtClean="0">
                <a:solidFill>
                  <a:schemeClr val="tx1"/>
                </a:solidFill>
              </a:defRPr>
            </a:lvl1pPr>
            <a:lvl2pPr>
              <a:defRPr lang="da-DK" b="0" i="0" baseline="0" dirty="0" smtClean="0">
                <a:solidFill>
                  <a:schemeClr val="tx1"/>
                </a:solidFill>
              </a:defRPr>
            </a:lvl2pPr>
            <a:lvl3pPr>
              <a:defRPr lang="da-DK" b="0" i="0" baseline="0" dirty="0" smtClean="0">
                <a:solidFill>
                  <a:schemeClr val="tx1"/>
                </a:solidFill>
              </a:defRPr>
            </a:lvl3pPr>
            <a:lvl4pPr marL="1072800" indent="-352800">
              <a:buFont typeface="Arial" panose="020B0604020202020204" pitchFamily="34" charset="0"/>
              <a:buChar char="•"/>
              <a:defRPr/>
            </a:lvl4pPr>
          </a:lstStyle>
          <a:p>
            <a:pPr lvl="0"/>
            <a:r>
              <a:rPr lang="en-GB" dirty="0"/>
              <a:t>Click to add text</a:t>
            </a:r>
          </a:p>
        </p:txBody>
      </p:sp>
      <p:sp>
        <p:nvSpPr>
          <p:cNvPr id="4" name="Pladsholder til dato 3"/>
          <p:cNvSpPr>
            <a:spLocks noGrp="1"/>
          </p:cNvSpPr>
          <p:nvPr>
            <p:ph type="dt" sz="half" idx="10"/>
          </p:nvPr>
        </p:nvSpPr>
        <p:spPr/>
        <p:txBody>
          <a:bodyPr/>
          <a:lstStyle/>
          <a:p>
            <a:fld id="{833ABE37-F289-4BB8-B1E0-101EB4AC95E3}" type="datetime1">
              <a:rPr lang="en-GB" smtClean="0"/>
              <a:t>10/11/2025</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3411748873"/>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solidFill>
        <a:effectLst/>
      </p:bgPr>
    </p:bg>
    <p:spTree>
      <p:nvGrpSpPr>
        <p:cNvPr id="1" name=""/>
        <p:cNvGrpSpPr/>
        <p:nvPr/>
      </p:nvGrpSpPr>
      <p:grpSpPr>
        <a:xfrm>
          <a:off x="0" y="0"/>
          <a:ext cx="0" cy="0"/>
          <a:chOff x="0" y="0"/>
          <a:chExt cx="0" cy="0"/>
        </a:xfrm>
      </p:grpSpPr>
      <p:sp>
        <p:nvSpPr>
          <p:cNvPr id="10" name="Tekstfelt 8">
            <a:extLst>
              <a:ext uri="{FF2B5EF4-FFF2-40B4-BE49-F238E27FC236}">
                <a16:creationId xmlns:a16="http://schemas.microsoft.com/office/drawing/2014/main" id="{3E866D85-79EE-184D-80E1-3ED545621736}"/>
              </a:ext>
            </a:extLst>
          </p:cNvPr>
          <p:cNvSpPr txBox="1"/>
          <p:nvPr userDrawn="1"/>
        </p:nvSpPr>
        <p:spPr>
          <a:xfrm>
            <a:off x="421280" y="612884"/>
            <a:ext cx="1167618" cy="871429"/>
          </a:xfrm>
          <a:prstGeom prst="rect">
            <a:avLst/>
          </a:prstGeom>
          <a:noFill/>
        </p:spPr>
        <p:txBody>
          <a:bodyPr wrap="square" rtlCol="0">
            <a:noAutofit/>
          </a:bodyPr>
          <a:lstStyle/>
          <a:p>
            <a:r>
              <a:rPr lang="en-GB" sz="15000" b="1" dirty="0">
                <a:solidFill>
                  <a:schemeClr val="tx1"/>
                </a:solidFill>
              </a:rPr>
              <a:t>”</a:t>
            </a:r>
          </a:p>
        </p:txBody>
      </p:sp>
      <p:sp>
        <p:nvSpPr>
          <p:cNvPr id="11" name="Pladsholder til tekst 9">
            <a:extLst>
              <a:ext uri="{FF2B5EF4-FFF2-40B4-BE49-F238E27FC236}">
                <a16:creationId xmlns:a16="http://schemas.microsoft.com/office/drawing/2014/main" id="{1B53F7DA-513D-4E4A-A901-E83A56F29ACB}"/>
              </a:ext>
            </a:extLst>
          </p:cNvPr>
          <p:cNvSpPr>
            <a:spLocks noGrp="1"/>
          </p:cNvSpPr>
          <p:nvPr>
            <p:ph type="body" sz="quarter" idx="15" hasCustomPrompt="1"/>
          </p:nvPr>
        </p:nvSpPr>
        <p:spPr>
          <a:xfrm>
            <a:off x="588963" y="1628775"/>
            <a:ext cx="11012487" cy="4114799"/>
          </a:xfrm>
          <a:noFill/>
        </p:spPr>
        <p:txBody>
          <a:bodyPr lIns="0" tIns="0" rIns="0" bIns="0" anchor="t" anchorCtr="0"/>
          <a:lstStyle>
            <a:lvl1pPr marL="0" indent="0" algn="l" defTabSz="914400" rtl="0" eaLnBrk="1" latinLnBrk="0" hangingPunct="1">
              <a:lnSpc>
                <a:spcPct val="90000"/>
              </a:lnSpc>
              <a:buFont typeface="Arial" panose="020B0604020202020204" pitchFamily="34" charset="0"/>
              <a:buNone/>
              <a:defRPr lang="da-DK" sz="4800" b="0" kern="1200" cap="none" baseline="0" dirty="0" smtClean="0">
                <a:solidFill>
                  <a:schemeClr val="tx1"/>
                </a:solidFill>
                <a:latin typeface="+mn-lt"/>
                <a:ea typeface="+mn-ea"/>
                <a:cs typeface="+mn-cs"/>
              </a:defRPr>
            </a:lvl1pPr>
            <a:lvl2pPr marL="0" indent="0" algn="l" defTabSz="914400" rtl="0" eaLnBrk="1" latinLnBrk="0" hangingPunct="1">
              <a:lnSpc>
                <a:spcPct val="90000"/>
              </a:lnSpc>
              <a:buFont typeface="Arial" panose="020B0604020202020204" pitchFamily="34" charset="0"/>
              <a:buNone/>
              <a:defRPr lang="da-DK" sz="4800" b="1" kern="1200" cap="all" baseline="0" dirty="0" smtClean="0">
                <a:solidFill>
                  <a:schemeClr val="bg1"/>
                </a:solidFill>
                <a:latin typeface="+mn-lt"/>
                <a:ea typeface="+mn-ea"/>
                <a:cs typeface="+mn-cs"/>
              </a:defRPr>
            </a:lvl2pPr>
            <a:lvl3pPr marL="0" indent="0" algn="l" defTabSz="914400" rtl="0" eaLnBrk="1" latinLnBrk="0" hangingPunct="1">
              <a:lnSpc>
                <a:spcPct val="90000"/>
              </a:lnSpc>
              <a:buFont typeface="Arial" panose="020B0604020202020204" pitchFamily="34" charset="0"/>
              <a:buNone/>
              <a:defRPr lang="da-DK" sz="4800" b="1" kern="1200" cap="all" baseline="0" dirty="0" smtClean="0">
                <a:solidFill>
                  <a:schemeClr val="bg1"/>
                </a:solidFill>
                <a:latin typeface="+mn-lt"/>
                <a:ea typeface="+mn-ea"/>
                <a:cs typeface="+mn-cs"/>
              </a:defRPr>
            </a:lvl3pPr>
            <a:lvl4pPr marL="0" indent="0" algn="l" defTabSz="914400" rtl="0" eaLnBrk="1" latinLnBrk="0" hangingPunct="1">
              <a:lnSpc>
                <a:spcPct val="90000"/>
              </a:lnSpc>
              <a:buFont typeface="Arial" panose="020B0604020202020204" pitchFamily="34" charset="0"/>
              <a:buNone/>
              <a:defRPr lang="da-DK" sz="4800" b="1" kern="1200" cap="all" baseline="0" dirty="0" smtClean="0">
                <a:solidFill>
                  <a:schemeClr val="bg1"/>
                </a:solidFill>
                <a:latin typeface="+mn-lt"/>
                <a:ea typeface="+mn-ea"/>
                <a:cs typeface="+mn-cs"/>
              </a:defRPr>
            </a:lvl4pPr>
            <a:lvl5pPr marL="0" indent="0" algn="l" defTabSz="914400" rtl="0" eaLnBrk="1" latinLnBrk="0" hangingPunct="1">
              <a:lnSpc>
                <a:spcPct val="90000"/>
              </a:lnSpc>
              <a:buFont typeface="Arial" panose="020B0604020202020204" pitchFamily="34" charset="0"/>
              <a:buNone/>
              <a:defRPr lang="da-DK" sz="4800" b="1" kern="1200" cap="all" baseline="0" dirty="0">
                <a:solidFill>
                  <a:schemeClr val="bg1"/>
                </a:solidFill>
                <a:latin typeface="+mn-lt"/>
                <a:ea typeface="+mn-ea"/>
                <a:cs typeface="+mn-cs"/>
              </a:defRPr>
            </a:lvl5pPr>
          </a:lstStyle>
          <a:p>
            <a:pPr lvl="0"/>
            <a:r>
              <a:rPr lang="en-GB" dirty="0"/>
              <a:t>Click to add text</a:t>
            </a:r>
          </a:p>
        </p:txBody>
      </p:sp>
      <p:sp>
        <p:nvSpPr>
          <p:cNvPr id="12" name="Pladsholder til tekst 14">
            <a:extLst>
              <a:ext uri="{FF2B5EF4-FFF2-40B4-BE49-F238E27FC236}">
                <a16:creationId xmlns:a16="http://schemas.microsoft.com/office/drawing/2014/main" id="{E095D626-8544-1B49-AD85-894AF4011815}"/>
              </a:ext>
            </a:extLst>
          </p:cNvPr>
          <p:cNvSpPr>
            <a:spLocks noGrp="1"/>
          </p:cNvSpPr>
          <p:nvPr>
            <p:ph type="body" sz="quarter" idx="13" hasCustomPrompt="1"/>
          </p:nvPr>
        </p:nvSpPr>
        <p:spPr>
          <a:xfrm>
            <a:off x="590400" y="5934971"/>
            <a:ext cx="11012400" cy="367404"/>
          </a:xfrm>
        </p:spPr>
        <p:txBody>
          <a:bodyPr anchor="b" anchorCtr="0">
            <a:noAutofit/>
          </a:bodyPr>
          <a:lstStyle>
            <a:lvl1pPr marL="0" indent="0">
              <a:spcBef>
                <a:spcPts val="500"/>
              </a:spcBef>
              <a:buNone/>
              <a:defRPr sz="2400" b="0" baseline="0">
                <a:solidFill>
                  <a:schemeClr val="tx1"/>
                </a:solidFill>
              </a:defRPr>
            </a:lvl1pPr>
          </a:lstStyle>
          <a:p>
            <a:pPr lvl="0"/>
            <a:r>
              <a:rPr lang="en-GB" dirty="0"/>
              <a:t>Name, source</a:t>
            </a:r>
          </a:p>
        </p:txBody>
      </p:sp>
      <p:sp>
        <p:nvSpPr>
          <p:cNvPr id="4" name="Pladsholder til dato 3"/>
          <p:cNvSpPr>
            <a:spLocks noGrp="1"/>
          </p:cNvSpPr>
          <p:nvPr>
            <p:ph type="dt" sz="half" idx="10"/>
          </p:nvPr>
        </p:nvSpPr>
        <p:spPr/>
        <p:txBody>
          <a:bodyPr/>
          <a:lstStyle/>
          <a:p>
            <a:fld id="{B5674BC4-6516-49EF-A62A-EB81A07AF391}" type="datetime1">
              <a:rPr lang="en-GB" smtClean="0"/>
              <a:t>10/11/2025</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809868431"/>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ing">
    <p:bg>
      <p:bgPr>
        <a:solidFill>
          <a:schemeClr val="accent4"/>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B606056-13C4-B341-9D8B-68EA38303651}"/>
              </a:ext>
            </a:extLst>
          </p:cNvPr>
          <p:cNvSpPr>
            <a:spLocks noGrp="1"/>
          </p:cNvSpPr>
          <p:nvPr>
            <p:ph type="body" sz="quarter" idx="13" hasCustomPrompt="1"/>
          </p:nvPr>
        </p:nvSpPr>
        <p:spPr>
          <a:xfrm>
            <a:off x="0" y="2527812"/>
            <a:ext cx="12192000" cy="955506"/>
          </a:xfrm>
          <a:noFill/>
        </p:spPr>
        <p:txBody>
          <a:bodyPr anchor="b" anchorCtr="0"/>
          <a:lstStyle>
            <a:lvl1pPr marL="0" indent="0" algn="ctr">
              <a:buFontTx/>
              <a:buNone/>
              <a:defRPr sz="6600" b="1" baseline="0">
                <a:solidFill>
                  <a:schemeClr val="tx1"/>
                </a:solidFill>
              </a:defRPr>
            </a:lvl1pPr>
          </a:lstStyle>
          <a:p>
            <a:pPr lvl="0"/>
            <a:r>
              <a:rPr lang="en-GB" dirty="0"/>
              <a:t>Click to add text</a:t>
            </a:r>
          </a:p>
        </p:txBody>
      </p:sp>
      <p:sp>
        <p:nvSpPr>
          <p:cNvPr id="10" name="Text Placeholder 4">
            <a:extLst>
              <a:ext uri="{FF2B5EF4-FFF2-40B4-BE49-F238E27FC236}">
                <a16:creationId xmlns:a16="http://schemas.microsoft.com/office/drawing/2014/main" id="{9FA67884-B97F-CB46-AABC-75F5273BB984}"/>
              </a:ext>
            </a:extLst>
          </p:cNvPr>
          <p:cNvSpPr>
            <a:spLocks noGrp="1"/>
          </p:cNvSpPr>
          <p:nvPr>
            <p:ph type="body" sz="quarter" idx="15" hasCustomPrompt="1"/>
          </p:nvPr>
        </p:nvSpPr>
        <p:spPr>
          <a:xfrm>
            <a:off x="0" y="3559852"/>
            <a:ext cx="12192000" cy="955506"/>
          </a:xfrm>
          <a:noFill/>
        </p:spPr>
        <p:txBody>
          <a:bodyPr/>
          <a:lstStyle>
            <a:lvl1pPr marL="0" indent="0" algn="ctr">
              <a:buFontTx/>
              <a:buNone/>
              <a:defRPr sz="6600" b="0" baseline="0">
                <a:solidFill>
                  <a:schemeClr val="tx1"/>
                </a:solidFill>
              </a:defRPr>
            </a:lvl1pPr>
          </a:lstStyle>
          <a:p>
            <a:pPr lvl="0"/>
            <a:r>
              <a:rPr lang="en-GB" dirty="0"/>
              <a:t>Click to add text</a:t>
            </a:r>
          </a:p>
        </p:txBody>
      </p:sp>
      <p:sp>
        <p:nvSpPr>
          <p:cNvPr id="4" name="Pladsholder til dato 3"/>
          <p:cNvSpPr>
            <a:spLocks noGrp="1"/>
          </p:cNvSpPr>
          <p:nvPr>
            <p:ph type="dt" sz="half" idx="10"/>
          </p:nvPr>
        </p:nvSpPr>
        <p:spPr/>
        <p:txBody>
          <a:bodyPr/>
          <a:lstStyle/>
          <a:p>
            <a:fld id="{C7ED15D5-9A7E-477A-A544-9723531FD0FA}" type="datetime1">
              <a:rPr lang="en-GB" smtClean="0"/>
              <a:t>10/11/2025</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1885453114"/>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umbers">
    <p:bg>
      <p:bgPr>
        <a:solidFill>
          <a:schemeClr val="accent4"/>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8BDF7CB8-A29D-FD7D-E01C-9FA290029336}"/>
              </a:ext>
            </a:extLst>
          </p:cNvPr>
          <p:cNvSpPr>
            <a:spLocks noGrp="1" noChangeAspect="1"/>
          </p:cNvSpPr>
          <p:nvPr>
            <p:ph type="body" sz="quarter" idx="38" hasCustomPrompt="1"/>
          </p:nvPr>
        </p:nvSpPr>
        <p:spPr>
          <a:xfrm>
            <a:off x="593043" y="992701"/>
            <a:ext cx="1162800" cy="1162800"/>
          </a:xfrm>
          <a:prstGeom prst="ellipse">
            <a:avLst/>
          </a:prstGeom>
          <a:solidFill>
            <a:schemeClr val="tx1">
              <a:alpha val="20000"/>
            </a:schemeClr>
          </a:solidFill>
        </p:spPr>
        <p:txBody>
          <a:bodyPr tIns="72000" anchor="ctr" anchorCtr="0"/>
          <a:lstStyle>
            <a:lvl1pPr marL="0" indent="0" algn="ctr">
              <a:spcBef>
                <a:spcPts val="0"/>
              </a:spcBef>
              <a:buNone/>
              <a:defRPr sz="6000" b="1"/>
            </a:lvl1pPr>
          </a:lstStyle>
          <a:p>
            <a:pPr lvl="0"/>
            <a:r>
              <a:rPr lang="en-GB" dirty="0"/>
              <a:t>1</a:t>
            </a:r>
          </a:p>
        </p:txBody>
      </p:sp>
      <p:sp>
        <p:nvSpPr>
          <p:cNvPr id="9" name="Text Placeholder 8">
            <a:extLst>
              <a:ext uri="{FF2B5EF4-FFF2-40B4-BE49-F238E27FC236}">
                <a16:creationId xmlns:a16="http://schemas.microsoft.com/office/drawing/2014/main" id="{80999F43-7DCD-0386-4C37-C66F637D75F4}"/>
              </a:ext>
            </a:extLst>
          </p:cNvPr>
          <p:cNvSpPr>
            <a:spLocks noGrp="1"/>
          </p:cNvSpPr>
          <p:nvPr>
            <p:ph type="body" sz="quarter" idx="39" hasCustomPrompt="1"/>
          </p:nvPr>
        </p:nvSpPr>
        <p:spPr>
          <a:xfrm>
            <a:off x="1935309" y="992701"/>
            <a:ext cx="3590534" cy="1162800"/>
          </a:xfrm>
        </p:spPr>
        <p:txBody>
          <a:bodyPr anchor="ctr" anchorCtr="0"/>
          <a:lstStyle>
            <a:lvl1pPr marL="0" indent="0">
              <a:spcBef>
                <a:spcPts val="0"/>
              </a:spcBef>
              <a:buNone/>
              <a:defRPr sz="2800" b="1"/>
            </a:lvl1pPr>
            <a:lvl2pPr marL="0" indent="0">
              <a:buNone/>
              <a:defRPr sz="2800" b="1"/>
            </a:lvl2pPr>
            <a:lvl3pPr marL="0" indent="0">
              <a:buNone/>
              <a:defRPr sz="2800" b="1"/>
            </a:lvl3pPr>
            <a:lvl4pPr marL="0" indent="0">
              <a:buNone/>
              <a:defRPr sz="2800" b="1"/>
            </a:lvl4pPr>
            <a:lvl5pPr marL="0" indent="0">
              <a:buNone/>
              <a:defRPr sz="2800" b="1"/>
            </a:lvl5pPr>
          </a:lstStyle>
          <a:p>
            <a:pPr lvl="0"/>
            <a:r>
              <a:rPr lang="en-GB" dirty="0"/>
              <a:t>Click to add text</a:t>
            </a:r>
          </a:p>
        </p:txBody>
      </p:sp>
      <p:sp>
        <p:nvSpPr>
          <p:cNvPr id="13" name="Text Placeholder 12">
            <a:extLst>
              <a:ext uri="{FF2B5EF4-FFF2-40B4-BE49-F238E27FC236}">
                <a16:creationId xmlns:a16="http://schemas.microsoft.com/office/drawing/2014/main" id="{5A0FE321-409A-CB41-0D2F-3A239A66393D}"/>
              </a:ext>
            </a:extLst>
          </p:cNvPr>
          <p:cNvSpPr>
            <a:spLocks noGrp="1" noChangeAspect="1"/>
          </p:cNvSpPr>
          <p:nvPr>
            <p:ph type="body" sz="quarter" idx="40" hasCustomPrompt="1"/>
          </p:nvPr>
        </p:nvSpPr>
        <p:spPr>
          <a:xfrm>
            <a:off x="6092802" y="911224"/>
            <a:ext cx="1162800" cy="1162800"/>
          </a:xfrm>
          <a:prstGeom prst="ellipse">
            <a:avLst/>
          </a:prstGeom>
          <a:solidFill>
            <a:schemeClr val="tx1">
              <a:alpha val="20000"/>
            </a:schemeClr>
          </a:solidFill>
        </p:spPr>
        <p:txBody>
          <a:bodyPr tIns="72000" anchor="ctr" anchorCtr="0"/>
          <a:lstStyle>
            <a:lvl1pPr marL="0" indent="0" algn="ctr">
              <a:buNone/>
              <a:defRPr sz="6000" b="1"/>
            </a:lvl1pPr>
          </a:lstStyle>
          <a:p>
            <a:pPr lvl="0"/>
            <a:r>
              <a:rPr lang="en-GB" dirty="0"/>
              <a:t>2</a:t>
            </a:r>
          </a:p>
        </p:txBody>
      </p:sp>
      <p:sp>
        <p:nvSpPr>
          <p:cNvPr id="16" name="Text Placeholder 15">
            <a:extLst>
              <a:ext uri="{FF2B5EF4-FFF2-40B4-BE49-F238E27FC236}">
                <a16:creationId xmlns:a16="http://schemas.microsoft.com/office/drawing/2014/main" id="{E85D9037-4808-3FB4-8291-164C228C83E2}"/>
              </a:ext>
            </a:extLst>
          </p:cNvPr>
          <p:cNvSpPr>
            <a:spLocks noGrp="1"/>
          </p:cNvSpPr>
          <p:nvPr>
            <p:ph type="body" sz="quarter" idx="41" hasCustomPrompt="1"/>
          </p:nvPr>
        </p:nvSpPr>
        <p:spPr>
          <a:xfrm>
            <a:off x="7438265" y="911224"/>
            <a:ext cx="3705822" cy="1162800"/>
          </a:xfrm>
        </p:spPr>
        <p:txBody>
          <a:bodyPr anchor="ctr" anchorCtr="0"/>
          <a:lstStyle>
            <a:lvl1pPr marL="0" indent="0">
              <a:lnSpc>
                <a:spcPct val="100000"/>
              </a:lnSpc>
              <a:spcBef>
                <a:spcPts val="0"/>
              </a:spcBef>
              <a:spcAft>
                <a:spcPts val="0"/>
              </a:spcAft>
              <a:buNone/>
              <a:defRPr sz="2800" b="1"/>
            </a:lvl1pPr>
            <a:lvl2pPr marL="0" indent="0">
              <a:lnSpc>
                <a:spcPct val="100000"/>
              </a:lnSpc>
              <a:spcBef>
                <a:spcPts val="0"/>
              </a:spcBef>
              <a:spcAft>
                <a:spcPts val="0"/>
              </a:spcAft>
              <a:buNone/>
              <a:defRPr sz="2800" b="1"/>
            </a:lvl2pPr>
            <a:lvl3pPr marL="0" indent="0">
              <a:lnSpc>
                <a:spcPct val="100000"/>
              </a:lnSpc>
              <a:spcBef>
                <a:spcPts val="0"/>
              </a:spcBef>
              <a:spcAft>
                <a:spcPts val="0"/>
              </a:spcAft>
              <a:buNone/>
              <a:defRPr sz="2800" b="1"/>
            </a:lvl3pPr>
            <a:lvl4pPr marL="0" indent="0">
              <a:lnSpc>
                <a:spcPct val="100000"/>
              </a:lnSpc>
              <a:spcBef>
                <a:spcPts val="0"/>
              </a:spcBef>
              <a:spcAft>
                <a:spcPts val="0"/>
              </a:spcAft>
              <a:buNone/>
              <a:defRPr sz="2800" b="1"/>
            </a:lvl4pPr>
            <a:lvl5pPr marL="0" indent="0">
              <a:lnSpc>
                <a:spcPct val="100000"/>
              </a:lnSpc>
              <a:spcBef>
                <a:spcPts val="0"/>
              </a:spcBef>
              <a:spcAft>
                <a:spcPts val="0"/>
              </a:spcAft>
              <a:buNone/>
              <a:defRPr sz="2800" b="1"/>
            </a:lvl5pPr>
          </a:lstStyle>
          <a:p>
            <a:pPr lvl="0"/>
            <a:r>
              <a:rPr lang="en-GB" dirty="0"/>
              <a:t>Click to add text</a:t>
            </a:r>
          </a:p>
        </p:txBody>
      </p:sp>
      <p:sp>
        <p:nvSpPr>
          <p:cNvPr id="18" name="Text Placeholder 17">
            <a:extLst>
              <a:ext uri="{FF2B5EF4-FFF2-40B4-BE49-F238E27FC236}">
                <a16:creationId xmlns:a16="http://schemas.microsoft.com/office/drawing/2014/main" id="{34F98610-1AA8-ED76-CB97-422A1761A39E}"/>
              </a:ext>
            </a:extLst>
          </p:cNvPr>
          <p:cNvSpPr>
            <a:spLocks noGrp="1"/>
          </p:cNvSpPr>
          <p:nvPr>
            <p:ph type="body" sz="quarter" idx="42" hasCustomPrompt="1"/>
          </p:nvPr>
        </p:nvSpPr>
        <p:spPr>
          <a:xfrm>
            <a:off x="2272868" y="2409825"/>
            <a:ext cx="1162800" cy="1162800"/>
          </a:xfrm>
          <a:prstGeom prst="ellipse">
            <a:avLst/>
          </a:prstGeom>
          <a:solidFill>
            <a:schemeClr val="tx1">
              <a:alpha val="20000"/>
            </a:schemeClr>
          </a:solidFill>
        </p:spPr>
        <p:txBody>
          <a:bodyPr tIns="72000" anchor="ctr" anchorCtr="0"/>
          <a:lstStyle>
            <a:lvl1pPr marL="0" indent="0" algn="ctr">
              <a:buNone/>
              <a:defRPr sz="6000" b="1"/>
            </a:lvl1pPr>
            <a:lvl2pPr marL="360363" indent="0" algn="ctr">
              <a:buNone/>
              <a:defRPr sz="2800" b="1"/>
            </a:lvl2pPr>
            <a:lvl3pPr marL="720000" indent="0" algn="ctr">
              <a:buNone/>
              <a:defRPr sz="2800" b="1"/>
            </a:lvl3pPr>
            <a:lvl4pPr marL="720000" indent="0" algn="ctr">
              <a:buNone/>
              <a:defRPr sz="2800" b="1"/>
            </a:lvl4pPr>
            <a:lvl5pPr marL="720000" indent="0" algn="ctr">
              <a:buNone/>
              <a:defRPr sz="2800" b="1"/>
            </a:lvl5pPr>
          </a:lstStyle>
          <a:p>
            <a:pPr lvl="0"/>
            <a:r>
              <a:rPr lang="en-GB" dirty="0"/>
              <a:t>3</a:t>
            </a:r>
          </a:p>
        </p:txBody>
      </p:sp>
      <p:sp>
        <p:nvSpPr>
          <p:cNvPr id="20" name="Text Placeholder 19">
            <a:extLst>
              <a:ext uri="{FF2B5EF4-FFF2-40B4-BE49-F238E27FC236}">
                <a16:creationId xmlns:a16="http://schemas.microsoft.com/office/drawing/2014/main" id="{04C99C31-A019-EB05-99AD-9B5C4892C3E5}"/>
              </a:ext>
            </a:extLst>
          </p:cNvPr>
          <p:cNvSpPr>
            <a:spLocks noGrp="1"/>
          </p:cNvSpPr>
          <p:nvPr>
            <p:ph type="body" sz="quarter" idx="43" hasCustomPrompt="1"/>
          </p:nvPr>
        </p:nvSpPr>
        <p:spPr>
          <a:xfrm>
            <a:off x="3620656" y="2409825"/>
            <a:ext cx="3113087" cy="1162800"/>
          </a:xfrm>
        </p:spPr>
        <p:txBody>
          <a:bodyPr anchor="ctr" anchorCtr="0"/>
          <a:lstStyle>
            <a:lvl1pPr marL="0" indent="0">
              <a:lnSpc>
                <a:spcPct val="100000"/>
              </a:lnSpc>
              <a:spcBef>
                <a:spcPts val="0"/>
              </a:spcBef>
              <a:spcAft>
                <a:spcPts val="0"/>
              </a:spcAft>
              <a:buNone/>
              <a:defRPr sz="2800" b="1"/>
            </a:lvl1pPr>
            <a:lvl2pPr marL="0" indent="0">
              <a:buNone/>
              <a:defRPr sz="2800" b="1"/>
            </a:lvl2pPr>
            <a:lvl3pPr marL="0" indent="0">
              <a:buNone/>
              <a:defRPr sz="2800" b="1"/>
            </a:lvl3pPr>
            <a:lvl4pPr marL="0" indent="0">
              <a:buNone/>
              <a:defRPr sz="2800" b="1"/>
            </a:lvl4pPr>
            <a:lvl5pPr marL="0" indent="0">
              <a:buNone/>
              <a:defRPr sz="2800" b="1"/>
            </a:lvl5pPr>
          </a:lstStyle>
          <a:p>
            <a:pPr lvl="0"/>
            <a:r>
              <a:rPr lang="en-GB" dirty="0"/>
              <a:t>Click to add text</a:t>
            </a:r>
          </a:p>
        </p:txBody>
      </p:sp>
      <p:sp>
        <p:nvSpPr>
          <p:cNvPr id="22" name="Text Placeholder 21">
            <a:extLst>
              <a:ext uri="{FF2B5EF4-FFF2-40B4-BE49-F238E27FC236}">
                <a16:creationId xmlns:a16="http://schemas.microsoft.com/office/drawing/2014/main" id="{DA112A83-1D6E-E31B-3869-56E056FE8E0E}"/>
              </a:ext>
            </a:extLst>
          </p:cNvPr>
          <p:cNvSpPr>
            <a:spLocks noGrp="1"/>
          </p:cNvSpPr>
          <p:nvPr>
            <p:ph type="body" sz="quarter" idx="44" hasCustomPrompt="1"/>
          </p:nvPr>
        </p:nvSpPr>
        <p:spPr>
          <a:xfrm>
            <a:off x="7188200" y="2970213"/>
            <a:ext cx="1162800" cy="1162800"/>
          </a:xfrm>
          <a:prstGeom prst="ellipse">
            <a:avLst/>
          </a:prstGeom>
          <a:solidFill>
            <a:schemeClr val="tx1">
              <a:alpha val="20000"/>
            </a:schemeClr>
          </a:solidFill>
        </p:spPr>
        <p:txBody>
          <a:bodyPr tIns="72000" anchor="ctr" anchorCtr="0"/>
          <a:lstStyle>
            <a:lvl1pPr marL="0" indent="0" algn="ctr">
              <a:buNone/>
              <a:defRPr sz="6000" b="1"/>
            </a:lvl1pPr>
            <a:lvl2pPr marL="360363" indent="0" algn="ctr">
              <a:buNone/>
              <a:defRPr sz="2800" b="1"/>
            </a:lvl2pPr>
            <a:lvl3pPr marL="720000" indent="0" algn="ctr">
              <a:buNone/>
              <a:defRPr sz="2800" b="1"/>
            </a:lvl3pPr>
            <a:lvl4pPr marL="720000" indent="0" algn="ctr">
              <a:buNone/>
              <a:defRPr sz="2800" b="1"/>
            </a:lvl4pPr>
            <a:lvl5pPr marL="720000" indent="0" algn="ctr">
              <a:buNone/>
              <a:defRPr sz="2800" b="1"/>
            </a:lvl5pPr>
          </a:lstStyle>
          <a:p>
            <a:pPr lvl="0"/>
            <a:r>
              <a:rPr lang="en-GB" dirty="0"/>
              <a:t>4</a:t>
            </a:r>
          </a:p>
        </p:txBody>
      </p:sp>
      <p:sp>
        <p:nvSpPr>
          <p:cNvPr id="24" name="Text Placeholder 23">
            <a:extLst>
              <a:ext uri="{FF2B5EF4-FFF2-40B4-BE49-F238E27FC236}">
                <a16:creationId xmlns:a16="http://schemas.microsoft.com/office/drawing/2014/main" id="{F5507CD6-BB87-26DA-1CB3-C86DBC2ACD10}"/>
              </a:ext>
            </a:extLst>
          </p:cNvPr>
          <p:cNvSpPr>
            <a:spLocks noGrp="1"/>
          </p:cNvSpPr>
          <p:nvPr>
            <p:ph type="body" sz="quarter" idx="45" hasCustomPrompt="1"/>
          </p:nvPr>
        </p:nvSpPr>
        <p:spPr>
          <a:xfrm>
            <a:off x="8535988" y="2970213"/>
            <a:ext cx="3065462" cy="1162800"/>
          </a:xfrm>
        </p:spPr>
        <p:txBody>
          <a:bodyPr anchor="ctr" anchorCtr="0"/>
          <a:lstStyle>
            <a:lvl1pPr marL="0" indent="0">
              <a:lnSpc>
                <a:spcPct val="100000"/>
              </a:lnSpc>
              <a:spcBef>
                <a:spcPts val="0"/>
              </a:spcBef>
              <a:spcAft>
                <a:spcPts val="0"/>
              </a:spcAft>
              <a:buNone/>
              <a:defRPr sz="2800" b="1"/>
            </a:lvl1pPr>
            <a:lvl2pPr marL="0" indent="0">
              <a:lnSpc>
                <a:spcPct val="100000"/>
              </a:lnSpc>
              <a:spcBef>
                <a:spcPts val="0"/>
              </a:spcBef>
              <a:spcAft>
                <a:spcPts val="0"/>
              </a:spcAft>
              <a:buNone/>
              <a:defRPr sz="2800" b="1"/>
            </a:lvl2pPr>
            <a:lvl3pPr marL="0" indent="0">
              <a:lnSpc>
                <a:spcPct val="100000"/>
              </a:lnSpc>
              <a:spcBef>
                <a:spcPts val="0"/>
              </a:spcBef>
              <a:spcAft>
                <a:spcPts val="0"/>
              </a:spcAft>
              <a:buNone/>
              <a:defRPr sz="2800" b="1"/>
            </a:lvl3pPr>
            <a:lvl4pPr marL="0" indent="0">
              <a:lnSpc>
                <a:spcPct val="100000"/>
              </a:lnSpc>
              <a:spcBef>
                <a:spcPts val="0"/>
              </a:spcBef>
              <a:spcAft>
                <a:spcPts val="0"/>
              </a:spcAft>
              <a:buNone/>
              <a:defRPr sz="2800" b="1"/>
            </a:lvl4pPr>
            <a:lvl5pPr marL="0" indent="0">
              <a:lnSpc>
                <a:spcPct val="100000"/>
              </a:lnSpc>
              <a:spcBef>
                <a:spcPts val="0"/>
              </a:spcBef>
              <a:spcAft>
                <a:spcPts val="0"/>
              </a:spcAft>
              <a:buNone/>
              <a:defRPr sz="2800" b="1"/>
            </a:lvl5pPr>
          </a:lstStyle>
          <a:p>
            <a:pPr lvl="0"/>
            <a:r>
              <a:rPr lang="en-GB" dirty="0"/>
              <a:t>Click to add text</a:t>
            </a:r>
          </a:p>
        </p:txBody>
      </p:sp>
      <p:sp>
        <p:nvSpPr>
          <p:cNvPr id="31" name="Text Placeholder 30">
            <a:extLst>
              <a:ext uri="{FF2B5EF4-FFF2-40B4-BE49-F238E27FC236}">
                <a16:creationId xmlns:a16="http://schemas.microsoft.com/office/drawing/2014/main" id="{2EED4611-1BCD-13B0-4F45-DAEAB3529025}"/>
              </a:ext>
            </a:extLst>
          </p:cNvPr>
          <p:cNvSpPr>
            <a:spLocks noGrp="1"/>
          </p:cNvSpPr>
          <p:nvPr>
            <p:ph type="body" sz="quarter" idx="46" hasCustomPrompt="1"/>
          </p:nvPr>
        </p:nvSpPr>
        <p:spPr>
          <a:xfrm>
            <a:off x="1458913" y="4498975"/>
            <a:ext cx="1162800" cy="1162800"/>
          </a:xfrm>
          <a:prstGeom prst="ellipse">
            <a:avLst/>
          </a:prstGeom>
          <a:solidFill>
            <a:schemeClr val="tx1">
              <a:alpha val="20000"/>
            </a:schemeClr>
          </a:solidFill>
        </p:spPr>
        <p:txBody>
          <a:bodyPr tIns="72000" anchor="ctr" anchorCtr="0"/>
          <a:lstStyle>
            <a:lvl1pPr marL="0" indent="0" algn="ctr">
              <a:buNone/>
              <a:defRPr sz="6000" b="1"/>
            </a:lvl1pPr>
            <a:lvl2pPr marL="360363" indent="0" algn="ctr">
              <a:buNone/>
              <a:defRPr sz="2800" b="1"/>
            </a:lvl2pPr>
            <a:lvl3pPr marL="720000" indent="0" algn="ctr">
              <a:buNone/>
              <a:defRPr sz="2800" b="1"/>
            </a:lvl3pPr>
            <a:lvl4pPr marL="720000" indent="0" algn="ctr">
              <a:buNone/>
              <a:defRPr sz="2800" b="1"/>
            </a:lvl4pPr>
            <a:lvl5pPr marL="720000" indent="0" algn="ctr">
              <a:buNone/>
              <a:defRPr sz="2800" b="1"/>
            </a:lvl5pPr>
          </a:lstStyle>
          <a:p>
            <a:pPr lvl="0"/>
            <a:r>
              <a:rPr lang="en-GB" dirty="0"/>
              <a:t>5</a:t>
            </a:r>
          </a:p>
        </p:txBody>
      </p:sp>
      <p:sp>
        <p:nvSpPr>
          <p:cNvPr id="33" name="Text Placeholder 32">
            <a:extLst>
              <a:ext uri="{FF2B5EF4-FFF2-40B4-BE49-F238E27FC236}">
                <a16:creationId xmlns:a16="http://schemas.microsoft.com/office/drawing/2014/main" id="{B3B6A4E6-E617-BAD1-0112-A96754231B66}"/>
              </a:ext>
            </a:extLst>
          </p:cNvPr>
          <p:cNvSpPr>
            <a:spLocks noGrp="1"/>
          </p:cNvSpPr>
          <p:nvPr>
            <p:ph type="body" sz="quarter" idx="47" hasCustomPrompt="1"/>
          </p:nvPr>
        </p:nvSpPr>
        <p:spPr>
          <a:xfrm>
            <a:off x="2814435" y="4498975"/>
            <a:ext cx="2938665" cy="1162800"/>
          </a:xfrm>
        </p:spPr>
        <p:txBody>
          <a:bodyPr anchor="ctr" anchorCtr="0"/>
          <a:lstStyle>
            <a:lvl1pPr marL="0" indent="0">
              <a:lnSpc>
                <a:spcPct val="100000"/>
              </a:lnSpc>
              <a:spcBef>
                <a:spcPts val="0"/>
              </a:spcBef>
              <a:spcAft>
                <a:spcPts val="0"/>
              </a:spcAft>
              <a:buNone/>
              <a:defRPr sz="2800" b="1"/>
            </a:lvl1pPr>
            <a:lvl2pPr marL="0" indent="0">
              <a:lnSpc>
                <a:spcPct val="100000"/>
              </a:lnSpc>
              <a:spcBef>
                <a:spcPts val="0"/>
              </a:spcBef>
              <a:spcAft>
                <a:spcPts val="0"/>
              </a:spcAft>
              <a:buNone/>
              <a:defRPr sz="2800" b="1"/>
            </a:lvl2pPr>
            <a:lvl3pPr marL="0" indent="0">
              <a:lnSpc>
                <a:spcPct val="100000"/>
              </a:lnSpc>
              <a:spcBef>
                <a:spcPts val="0"/>
              </a:spcBef>
              <a:spcAft>
                <a:spcPts val="0"/>
              </a:spcAft>
              <a:buNone/>
              <a:defRPr sz="2800" b="1"/>
            </a:lvl3pPr>
            <a:lvl4pPr marL="0" indent="0">
              <a:lnSpc>
                <a:spcPct val="100000"/>
              </a:lnSpc>
              <a:spcBef>
                <a:spcPts val="0"/>
              </a:spcBef>
              <a:spcAft>
                <a:spcPts val="0"/>
              </a:spcAft>
              <a:buNone/>
              <a:defRPr sz="2800" b="1"/>
            </a:lvl4pPr>
            <a:lvl5pPr marL="0" indent="0">
              <a:lnSpc>
                <a:spcPct val="100000"/>
              </a:lnSpc>
              <a:spcBef>
                <a:spcPts val="0"/>
              </a:spcBef>
              <a:spcAft>
                <a:spcPts val="0"/>
              </a:spcAft>
              <a:buNone/>
              <a:defRPr sz="2800" b="1"/>
            </a:lvl5pPr>
          </a:lstStyle>
          <a:p>
            <a:pPr lvl="0"/>
            <a:r>
              <a:rPr lang="en-GB" dirty="0"/>
              <a:t>Click to add text</a:t>
            </a:r>
          </a:p>
        </p:txBody>
      </p:sp>
      <p:sp>
        <p:nvSpPr>
          <p:cNvPr id="35" name="Text Placeholder 34">
            <a:extLst>
              <a:ext uri="{FF2B5EF4-FFF2-40B4-BE49-F238E27FC236}">
                <a16:creationId xmlns:a16="http://schemas.microsoft.com/office/drawing/2014/main" id="{0135649F-22C1-794A-F31C-7DC6EA04B2E5}"/>
              </a:ext>
            </a:extLst>
          </p:cNvPr>
          <p:cNvSpPr>
            <a:spLocks noGrp="1"/>
          </p:cNvSpPr>
          <p:nvPr>
            <p:ph type="body" sz="quarter" idx="48" hasCustomPrompt="1"/>
          </p:nvPr>
        </p:nvSpPr>
        <p:spPr>
          <a:xfrm>
            <a:off x="6372225" y="5138044"/>
            <a:ext cx="1162800" cy="1162800"/>
          </a:xfrm>
          <a:prstGeom prst="ellipse">
            <a:avLst/>
          </a:prstGeom>
          <a:solidFill>
            <a:schemeClr val="tx1">
              <a:alpha val="20000"/>
            </a:schemeClr>
          </a:solidFill>
        </p:spPr>
        <p:txBody>
          <a:bodyPr tIns="72000" anchor="ctr" anchorCtr="0"/>
          <a:lstStyle>
            <a:lvl1pPr marL="0" indent="0" algn="ctr">
              <a:buNone/>
              <a:defRPr sz="6000" b="1"/>
            </a:lvl1pPr>
            <a:lvl2pPr marL="360363" indent="0" algn="ctr">
              <a:buNone/>
              <a:defRPr sz="2800" b="1"/>
            </a:lvl2pPr>
            <a:lvl3pPr marL="720000" indent="0" algn="ctr">
              <a:buNone/>
              <a:defRPr sz="2800" b="1"/>
            </a:lvl3pPr>
            <a:lvl4pPr marL="720000" indent="0" algn="ctr">
              <a:buNone/>
              <a:defRPr sz="2800" b="1"/>
            </a:lvl4pPr>
            <a:lvl5pPr marL="720000" indent="0" algn="ctr">
              <a:buNone/>
              <a:defRPr sz="2800" b="1"/>
            </a:lvl5pPr>
          </a:lstStyle>
          <a:p>
            <a:pPr lvl="0"/>
            <a:r>
              <a:rPr lang="en-GB" dirty="0"/>
              <a:t>6</a:t>
            </a:r>
          </a:p>
        </p:txBody>
      </p:sp>
      <p:sp>
        <p:nvSpPr>
          <p:cNvPr id="37" name="Text Placeholder 36">
            <a:extLst>
              <a:ext uri="{FF2B5EF4-FFF2-40B4-BE49-F238E27FC236}">
                <a16:creationId xmlns:a16="http://schemas.microsoft.com/office/drawing/2014/main" id="{35999C3D-9DB2-8B28-1D0E-EDC2C950F687}"/>
              </a:ext>
            </a:extLst>
          </p:cNvPr>
          <p:cNvSpPr>
            <a:spLocks noGrp="1"/>
          </p:cNvSpPr>
          <p:nvPr>
            <p:ph type="body" sz="quarter" idx="49" hasCustomPrompt="1"/>
          </p:nvPr>
        </p:nvSpPr>
        <p:spPr>
          <a:xfrm>
            <a:off x="7720013" y="5138044"/>
            <a:ext cx="3343275" cy="1162800"/>
          </a:xfrm>
        </p:spPr>
        <p:txBody>
          <a:bodyPr anchor="ctr" anchorCtr="0"/>
          <a:lstStyle>
            <a:lvl1pPr marL="0" indent="0">
              <a:lnSpc>
                <a:spcPct val="100000"/>
              </a:lnSpc>
              <a:spcBef>
                <a:spcPts val="0"/>
              </a:spcBef>
              <a:spcAft>
                <a:spcPts val="0"/>
              </a:spcAft>
              <a:buNone/>
              <a:defRPr sz="2800" b="1"/>
            </a:lvl1pPr>
            <a:lvl2pPr marL="0" indent="0">
              <a:lnSpc>
                <a:spcPct val="100000"/>
              </a:lnSpc>
              <a:spcBef>
                <a:spcPts val="0"/>
              </a:spcBef>
              <a:spcAft>
                <a:spcPts val="0"/>
              </a:spcAft>
              <a:buNone/>
              <a:defRPr sz="2800" b="1"/>
            </a:lvl2pPr>
            <a:lvl3pPr marL="0" indent="0">
              <a:lnSpc>
                <a:spcPct val="100000"/>
              </a:lnSpc>
              <a:spcBef>
                <a:spcPts val="0"/>
              </a:spcBef>
              <a:spcAft>
                <a:spcPts val="0"/>
              </a:spcAft>
              <a:buNone/>
              <a:defRPr sz="2800" b="1"/>
            </a:lvl3pPr>
            <a:lvl4pPr marL="0" indent="0">
              <a:lnSpc>
                <a:spcPct val="100000"/>
              </a:lnSpc>
              <a:spcBef>
                <a:spcPts val="0"/>
              </a:spcBef>
              <a:spcAft>
                <a:spcPts val="0"/>
              </a:spcAft>
              <a:buNone/>
              <a:defRPr sz="2800" b="1"/>
            </a:lvl4pPr>
            <a:lvl5pPr marL="0" indent="0">
              <a:lnSpc>
                <a:spcPct val="100000"/>
              </a:lnSpc>
              <a:spcBef>
                <a:spcPts val="0"/>
              </a:spcBef>
              <a:spcAft>
                <a:spcPts val="0"/>
              </a:spcAft>
              <a:buNone/>
              <a:defRPr sz="2800" b="1"/>
            </a:lvl5pPr>
          </a:lstStyle>
          <a:p>
            <a:pPr lvl="0"/>
            <a:r>
              <a:rPr lang="en-GB" dirty="0"/>
              <a:t>Click to add text</a:t>
            </a:r>
          </a:p>
        </p:txBody>
      </p:sp>
      <p:sp>
        <p:nvSpPr>
          <p:cNvPr id="4" name="Pladsholder til dato 3"/>
          <p:cNvSpPr>
            <a:spLocks noGrp="1"/>
          </p:cNvSpPr>
          <p:nvPr>
            <p:ph type="dt" sz="half" idx="10"/>
          </p:nvPr>
        </p:nvSpPr>
        <p:spPr/>
        <p:txBody>
          <a:bodyPr/>
          <a:lstStyle/>
          <a:p>
            <a:fld id="{73B240AC-C468-4DBB-AF86-AC5724FDA50F}" type="datetime1">
              <a:rPr lang="en-GB" smtClean="0"/>
              <a:t>10/11/2025</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
        <p:nvSpPr>
          <p:cNvPr id="3" name="TextBox 1">
            <a:extLst>
              <a:ext uri="{FF2B5EF4-FFF2-40B4-BE49-F238E27FC236}">
                <a16:creationId xmlns:a16="http://schemas.microsoft.com/office/drawing/2014/main" id="{7268BAA3-AF98-A946-16EB-29ED74D4E93C}"/>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text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2784342020"/>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rrow">
    <p:bg>
      <p:bgPr>
        <a:solidFill>
          <a:schemeClr val="accent6"/>
        </a:solidFill>
        <a:effectLst/>
      </p:bgPr>
    </p:bg>
    <p:spTree>
      <p:nvGrpSpPr>
        <p:cNvPr id="1" name=""/>
        <p:cNvGrpSpPr/>
        <p:nvPr/>
      </p:nvGrpSpPr>
      <p:grpSpPr>
        <a:xfrm>
          <a:off x="0" y="0"/>
          <a:ext cx="0" cy="0"/>
          <a:chOff x="0" y="0"/>
          <a:chExt cx="0" cy="0"/>
        </a:xfrm>
      </p:grpSpPr>
      <p:sp>
        <p:nvSpPr>
          <p:cNvPr id="4" name="Pladsholder til dato 3"/>
          <p:cNvSpPr>
            <a:spLocks noGrp="1"/>
          </p:cNvSpPr>
          <p:nvPr>
            <p:ph type="dt" sz="half" idx="10"/>
          </p:nvPr>
        </p:nvSpPr>
        <p:spPr/>
        <p:txBody>
          <a:bodyPr/>
          <a:lstStyle/>
          <a:p>
            <a:fld id="{E66547F2-18C7-4623-927B-09989FC5CA4D}" type="datetime1">
              <a:rPr lang="en-GB" smtClean="0"/>
              <a:t>10/11/2025</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
        <p:nvSpPr>
          <p:cNvPr id="2" name="TextBox 1">
            <a:extLst>
              <a:ext uri="{FF2B5EF4-FFF2-40B4-BE49-F238E27FC236}">
                <a16:creationId xmlns:a16="http://schemas.microsoft.com/office/drawing/2014/main" id="{2556C2CA-F7BC-1643-99E7-A7AF34D16F06}"/>
              </a:ext>
            </a:extLst>
          </p:cNvPr>
          <p:cNvSpPr txBox="1"/>
          <p:nvPr userDrawn="1"/>
        </p:nvSpPr>
        <p:spPr>
          <a:xfrm>
            <a:off x="-1219200" y="-222738"/>
            <a:ext cx="0" cy="0"/>
          </a:xfrm>
          <a:prstGeom prst="rect">
            <a:avLst/>
          </a:prstGeom>
        </p:spPr>
        <p:txBody>
          <a:bodyPr vert="horz" wrap="none" lIns="0" tIns="0" rIns="0" bIns="0" rtlCol="0" anchor="t"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endParaRPr lang="en-GB" sz="4800" b="1" dirty="0">
              <a:solidFill>
                <a:prstClr val="white"/>
              </a:solidFill>
              <a:latin typeface="Microsoft New Tai Lue"/>
            </a:endParaRPr>
          </a:p>
        </p:txBody>
      </p:sp>
      <p:sp>
        <p:nvSpPr>
          <p:cNvPr id="10" name="TextBox 9">
            <a:extLst>
              <a:ext uri="{FF2B5EF4-FFF2-40B4-BE49-F238E27FC236}">
                <a16:creationId xmlns:a16="http://schemas.microsoft.com/office/drawing/2014/main" id="{8C392B83-0AC6-A343-9007-FC3430F06E87}"/>
              </a:ext>
            </a:extLst>
          </p:cNvPr>
          <p:cNvSpPr txBox="1"/>
          <p:nvPr userDrawn="1"/>
        </p:nvSpPr>
        <p:spPr>
          <a:xfrm>
            <a:off x="4531540" y="2322414"/>
            <a:ext cx="0" cy="0"/>
          </a:xfrm>
          <a:prstGeom prst="rect">
            <a:avLst/>
          </a:prstGeom>
        </p:spPr>
        <p:txBody>
          <a:bodyPr vert="horz" wrap="none" lIns="0" tIns="0" rIns="0" bIns="0" rtlCol="0" anchor="t"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endParaRPr lang="en-GB" sz="4800" b="1" dirty="0">
              <a:solidFill>
                <a:prstClr val="white"/>
              </a:solidFill>
              <a:latin typeface="Microsoft New Tai Lue"/>
            </a:endParaRPr>
          </a:p>
        </p:txBody>
      </p:sp>
      <p:sp>
        <p:nvSpPr>
          <p:cNvPr id="3" name="Title 2">
            <a:extLst>
              <a:ext uri="{FF2B5EF4-FFF2-40B4-BE49-F238E27FC236}">
                <a16:creationId xmlns:a16="http://schemas.microsoft.com/office/drawing/2014/main" id="{2B0ACD76-9286-81DA-B95A-33C567818DB3}"/>
              </a:ext>
            </a:extLst>
          </p:cNvPr>
          <p:cNvSpPr>
            <a:spLocks noGrp="1"/>
          </p:cNvSpPr>
          <p:nvPr>
            <p:ph type="title" hasCustomPrompt="1"/>
          </p:nvPr>
        </p:nvSpPr>
        <p:spPr>
          <a:xfrm>
            <a:off x="588963" y="620712"/>
            <a:ext cx="11012488" cy="864859"/>
          </a:xfrm>
        </p:spPr>
        <p:txBody>
          <a:bodyPr/>
          <a:lstStyle>
            <a:lvl1pPr>
              <a:defRPr b="1">
                <a:solidFill>
                  <a:schemeClr val="tx1"/>
                </a:solidFill>
              </a:defRPr>
            </a:lvl1pPr>
          </a:lstStyle>
          <a:p>
            <a:pPr lvl="0"/>
            <a:r>
              <a:rPr lang="en-GB" dirty="0"/>
              <a:t>Click to add text</a:t>
            </a:r>
          </a:p>
        </p:txBody>
      </p:sp>
      <p:sp>
        <p:nvSpPr>
          <p:cNvPr id="39" name="Text Placeholder 6">
            <a:extLst>
              <a:ext uri="{FF2B5EF4-FFF2-40B4-BE49-F238E27FC236}">
                <a16:creationId xmlns:a16="http://schemas.microsoft.com/office/drawing/2014/main" id="{79DDD350-47B3-3DAF-DDC1-39725F8B959E}"/>
              </a:ext>
            </a:extLst>
          </p:cNvPr>
          <p:cNvSpPr>
            <a:spLocks noGrp="1" noChangeAspect="1"/>
          </p:cNvSpPr>
          <p:nvPr>
            <p:ph type="body" sz="quarter" idx="38" hasCustomPrompt="1"/>
          </p:nvPr>
        </p:nvSpPr>
        <p:spPr>
          <a:xfrm>
            <a:off x="1478044" y="1850705"/>
            <a:ext cx="701479" cy="701479"/>
          </a:xfrm>
          <a:prstGeom prst="ellipse">
            <a:avLst/>
          </a:prstGeom>
          <a:blipFill>
            <a:blip r:embed="rId2">
              <a:extLst>
                <a:ext uri="{96DAC541-7B7A-43D3-8B79-37D633B846F1}">
                  <asvg:svgBlip xmlns:asvg="http://schemas.microsoft.com/office/drawing/2016/SVG/main" r:embed="rId3"/>
                </a:ext>
              </a:extLst>
            </a:blip>
            <a:stretch>
              <a:fillRect/>
            </a:stretch>
          </a:blipFill>
        </p:spPr>
        <p:txBody>
          <a:bodyPr wrap="none" lIns="936000" tIns="72000" rIns="0" bIns="0" anchor="ctr" anchorCtr="0"/>
          <a:lstStyle>
            <a:lvl1pPr marL="0" indent="0" algn="l">
              <a:spcBef>
                <a:spcPts val="0"/>
              </a:spcBef>
              <a:buNone/>
              <a:defRPr sz="2800" b="1">
                <a:solidFill>
                  <a:schemeClr val="tx1"/>
                </a:solidFill>
              </a:defRPr>
            </a:lvl1pPr>
          </a:lstStyle>
          <a:p>
            <a:pPr lvl="0"/>
            <a:r>
              <a:rPr lang="en-GB" dirty="0"/>
              <a:t>Click to add text</a:t>
            </a:r>
          </a:p>
        </p:txBody>
      </p:sp>
      <p:sp>
        <p:nvSpPr>
          <p:cNvPr id="40" name="Text Placeholder 6">
            <a:extLst>
              <a:ext uri="{FF2B5EF4-FFF2-40B4-BE49-F238E27FC236}">
                <a16:creationId xmlns:a16="http://schemas.microsoft.com/office/drawing/2014/main" id="{D6F92D26-3C4A-BE86-A701-D767C111FE07}"/>
              </a:ext>
            </a:extLst>
          </p:cNvPr>
          <p:cNvSpPr>
            <a:spLocks noGrp="1" noChangeAspect="1"/>
          </p:cNvSpPr>
          <p:nvPr>
            <p:ph type="body" sz="quarter" idx="39" hasCustomPrompt="1"/>
          </p:nvPr>
        </p:nvSpPr>
        <p:spPr>
          <a:xfrm>
            <a:off x="5358802" y="2416707"/>
            <a:ext cx="701479" cy="701479"/>
          </a:xfrm>
          <a:prstGeom prst="ellipse">
            <a:avLst/>
          </a:prstGeom>
          <a:blipFill>
            <a:blip r:embed="rId2">
              <a:extLst>
                <a:ext uri="{96DAC541-7B7A-43D3-8B79-37D633B846F1}">
                  <asvg:svgBlip xmlns:asvg="http://schemas.microsoft.com/office/drawing/2016/SVG/main" r:embed="rId3"/>
                </a:ext>
              </a:extLst>
            </a:blip>
            <a:stretch>
              <a:fillRect/>
            </a:stretch>
          </a:blipFill>
        </p:spPr>
        <p:txBody>
          <a:bodyPr wrap="none" lIns="936000" tIns="72000" rIns="0" bIns="0" anchor="ctr" anchorCtr="0"/>
          <a:lstStyle>
            <a:lvl1pPr marL="0" indent="0" algn="l">
              <a:spcBef>
                <a:spcPts val="0"/>
              </a:spcBef>
              <a:buNone/>
              <a:defRPr sz="2800" b="1">
                <a:solidFill>
                  <a:schemeClr val="tx1"/>
                </a:solidFill>
              </a:defRPr>
            </a:lvl1pPr>
          </a:lstStyle>
          <a:p>
            <a:pPr lvl="0"/>
            <a:r>
              <a:rPr lang="en-GB" dirty="0"/>
              <a:t>Click to add text</a:t>
            </a:r>
          </a:p>
        </p:txBody>
      </p:sp>
      <p:sp>
        <p:nvSpPr>
          <p:cNvPr id="41" name="Text Placeholder 6">
            <a:extLst>
              <a:ext uri="{FF2B5EF4-FFF2-40B4-BE49-F238E27FC236}">
                <a16:creationId xmlns:a16="http://schemas.microsoft.com/office/drawing/2014/main" id="{376900F8-7802-5F50-6A9A-E75ED0B3EC0B}"/>
              </a:ext>
            </a:extLst>
          </p:cNvPr>
          <p:cNvSpPr>
            <a:spLocks noGrp="1" noChangeAspect="1"/>
          </p:cNvSpPr>
          <p:nvPr>
            <p:ph type="body" sz="quarter" idx="40" hasCustomPrompt="1"/>
          </p:nvPr>
        </p:nvSpPr>
        <p:spPr>
          <a:xfrm>
            <a:off x="2869616" y="3779962"/>
            <a:ext cx="701479" cy="701479"/>
          </a:xfrm>
          <a:prstGeom prst="ellipse">
            <a:avLst/>
          </a:prstGeom>
          <a:blipFill>
            <a:blip r:embed="rId2">
              <a:extLst>
                <a:ext uri="{96DAC541-7B7A-43D3-8B79-37D633B846F1}">
                  <asvg:svgBlip xmlns:asvg="http://schemas.microsoft.com/office/drawing/2016/SVG/main" r:embed="rId3"/>
                </a:ext>
              </a:extLst>
            </a:blip>
            <a:stretch>
              <a:fillRect/>
            </a:stretch>
          </a:blipFill>
        </p:spPr>
        <p:txBody>
          <a:bodyPr wrap="none" lIns="936000" tIns="72000" rIns="0" bIns="0" anchor="ctr" anchorCtr="0"/>
          <a:lstStyle>
            <a:lvl1pPr marL="0" indent="0" algn="l">
              <a:spcBef>
                <a:spcPts val="0"/>
              </a:spcBef>
              <a:buNone/>
              <a:defRPr sz="2800" b="1">
                <a:solidFill>
                  <a:schemeClr val="tx1"/>
                </a:solidFill>
              </a:defRPr>
            </a:lvl1pPr>
          </a:lstStyle>
          <a:p>
            <a:pPr lvl="0"/>
            <a:r>
              <a:rPr lang="en-GB" dirty="0"/>
              <a:t>Click to add text</a:t>
            </a:r>
          </a:p>
        </p:txBody>
      </p:sp>
      <p:sp>
        <p:nvSpPr>
          <p:cNvPr id="42" name="Text Placeholder 6">
            <a:extLst>
              <a:ext uri="{FF2B5EF4-FFF2-40B4-BE49-F238E27FC236}">
                <a16:creationId xmlns:a16="http://schemas.microsoft.com/office/drawing/2014/main" id="{246C4547-72A6-0EEC-A5AF-48DBCE377E13}"/>
              </a:ext>
            </a:extLst>
          </p:cNvPr>
          <p:cNvSpPr>
            <a:spLocks noGrp="1" noChangeAspect="1"/>
          </p:cNvSpPr>
          <p:nvPr>
            <p:ph type="body" sz="quarter" idx="41" hasCustomPrompt="1"/>
          </p:nvPr>
        </p:nvSpPr>
        <p:spPr>
          <a:xfrm>
            <a:off x="7101336" y="4168447"/>
            <a:ext cx="701479" cy="701479"/>
          </a:xfrm>
          <a:prstGeom prst="ellipse">
            <a:avLst/>
          </a:prstGeom>
          <a:blipFill>
            <a:blip r:embed="rId2">
              <a:extLst>
                <a:ext uri="{96DAC541-7B7A-43D3-8B79-37D633B846F1}">
                  <asvg:svgBlip xmlns:asvg="http://schemas.microsoft.com/office/drawing/2016/SVG/main" r:embed="rId3"/>
                </a:ext>
              </a:extLst>
            </a:blip>
            <a:stretch>
              <a:fillRect/>
            </a:stretch>
          </a:blipFill>
        </p:spPr>
        <p:txBody>
          <a:bodyPr wrap="none" lIns="936000" tIns="72000" rIns="0" bIns="0" anchor="ctr" anchorCtr="0"/>
          <a:lstStyle>
            <a:lvl1pPr marL="0" indent="0" algn="l">
              <a:spcBef>
                <a:spcPts val="0"/>
              </a:spcBef>
              <a:buNone/>
              <a:defRPr sz="2800" b="1">
                <a:solidFill>
                  <a:schemeClr val="tx1"/>
                </a:solidFill>
              </a:defRPr>
            </a:lvl1pPr>
          </a:lstStyle>
          <a:p>
            <a:pPr lvl="0"/>
            <a:r>
              <a:rPr lang="en-GB" dirty="0"/>
              <a:t>Click to add text</a:t>
            </a:r>
          </a:p>
        </p:txBody>
      </p:sp>
      <p:sp>
        <p:nvSpPr>
          <p:cNvPr id="16" name="Text Placeholder 15">
            <a:extLst>
              <a:ext uri="{FF2B5EF4-FFF2-40B4-BE49-F238E27FC236}">
                <a16:creationId xmlns:a16="http://schemas.microsoft.com/office/drawing/2014/main" id="{EC0FCDE3-3080-15ED-F757-BF51628B67D5}"/>
              </a:ext>
            </a:extLst>
          </p:cNvPr>
          <p:cNvSpPr>
            <a:spLocks noGrp="1"/>
          </p:cNvSpPr>
          <p:nvPr>
            <p:ph type="body" sz="quarter" idx="42" hasCustomPrompt="1"/>
          </p:nvPr>
        </p:nvSpPr>
        <p:spPr>
          <a:xfrm>
            <a:off x="588964" y="5623418"/>
            <a:ext cx="11012486" cy="678958"/>
          </a:xfrm>
        </p:spPr>
        <p:txBody>
          <a:bodyPr anchor="b" anchorCtr="0"/>
          <a:lstStyle>
            <a:lvl1pPr marL="0" indent="0" algn="r">
              <a:lnSpc>
                <a:spcPct val="100000"/>
              </a:lnSpc>
              <a:spcBef>
                <a:spcPts val="500"/>
              </a:spcBef>
              <a:spcAft>
                <a:spcPts val="0"/>
              </a:spcAft>
              <a:buFont typeface="Arial" panose="020B0604020202020204" pitchFamily="34" charset="0"/>
              <a:buNone/>
              <a:defRPr sz="2800"/>
            </a:lvl1pPr>
            <a:lvl2pPr marL="0" indent="0">
              <a:lnSpc>
                <a:spcPct val="100000"/>
              </a:lnSpc>
              <a:spcBef>
                <a:spcPts val="1000"/>
              </a:spcBef>
              <a:spcAft>
                <a:spcPts val="0"/>
              </a:spcAft>
              <a:buFont typeface="Arial" panose="020B0604020202020204" pitchFamily="34" charset="0"/>
              <a:buNone/>
              <a:defRPr sz="2800"/>
            </a:lvl2pPr>
            <a:lvl3pPr marL="0" indent="0">
              <a:lnSpc>
                <a:spcPct val="100000"/>
              </a:lnSpc>
              <a:spcBef>
                <a:spcPts val="1000"/>
              </a:spcBef>
              <a:spcAft>
                <a:spcPts val="0"/>
              </a:spcAft>
              <a:buFont typeface="Arial" panose="020B0604020202020204" pitchFamily="34" charset="0"/>
              <a:buNone/>
              <a:defRPr sz="2800"/>
            </a:lvl3pPr>
            <a:lvl4pPr marL="0" indent="0">
              <a:lnSpc>
                <a:spcPct val="100000"/>
              </a:lnSpc>
              <a:spcBef>
                <a:spcPts val="1000"/>
              </a:spcBef>
              <a:spcAft>
                <a:spcPts val="0"/>
              </a:spcAft>
              <a:buFont typeface="Arial" panose="020B0604020202020204" pitchFamily="34" charset="0"/>
              <a:buNone/>
              <a:defRPr sz="2800"/>
            </a:lvl4pPr>
            <a:lvl5pPr marL="0" indent="0">
              <a:lnSpc>
                <a:spcPct val="100000"/>
              </a:lnSpc>
              <a:spcBef>
                <a:spcPts val="1000"/>
              </a:spcBef>
              <a:spcAft>
                <a:spcPts val="0"/>
              </a:spcAft>
              <a:buFont typeface="Arial" panose="020B0604020202020204" pitchFamily="34" charset="0"/>
              <a:buNone/>
              <a:defRPr sz="2800"/>
            </a:lvl5pPr>
            <a:lvl6pPr marL="0" indent="0">
              <a:lnSpc>
                <a:spcPct val="100000"/>
              </a:lnSpc>
              <a:spcBef>
                <a:spcPts val="1000"/>
              </a:spcBef>
              <a:spcAft>
                <a:spcPts val="0"/>
              </a:spcAft>
              <a:buNone/>
              <a:defRPr sz="2800"/>
            </a:lvl6pPr>
            <a:lvl7pPr marL="0" indent="0">
              <a:lnSpc>
                <a:spcPct val="100000"/>
              </a:lnSpc>
              <a:spcBef>
                <a:spcPts val="1000"/>
              </a:spcBef>
              <a:spcAft>
                <a:spcPts val="0"/>
              </a:spcAft>
              <a:buNone/>
              <a:defRPr sz="2800"/>
            </a:lvl7pPr>
            <a:lvl8pPr marL="0" indent="0">
              <a:lnSpc>
                <a:spcPct val="100000"/>
              </a:lnSpc>
              <a:spcBef>
                <a:spcPts val="1000"/>
              </a:spcBef>
              <a:spcAft>
                <a:spcPts val="0"/>
              </a:spcAft>
              <a:buNone/>
              <a:defRPr sz="2800"/>
            </a:lvl8pPr>
            <a:lvl9pPr marL="0" indent="0">
              <a:lnSpc>
                <a:spcPct val="100000"/>
              </a:lnSpc>
              <a:spcBef>
                <a:spcPts val="1000"/>
              </a:spcBef>
              <a:spcAft>
                <a:spcPts val="0"/>
              </a:spcAft>
              <a:buNone/>
              <a:defRPr sz="2800"/>
            </a:lvl9pPr>
          </a:lstStyle>
          <a:p>
            <a:pPr lvl="0"/>
            <a:r>
              <a:rPr lang="en-GB" dirty="0"/>
              <a:t>...click to add text</a:t>
            </a:r>
          </a:p>
        </p:txBody>
      </p:sp>
      <p:sp>
        <p:nvSpPr>
          <p:cNvPr id="7" name="TextBox 1">
            <a:extLst>
              <a:ext uri="{FF2B5EF4-FFF2-40B4-BE49-F238E27FC236}">
                <a16:creationId xmlns:a16="http://schemas.microsoft.com/office/drawing/2014/main" id="{74B0C9B8-9199-DB66-C3E1-5BCBE19EE6D9}"/>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1720734107"/>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images">
    <p:bg>
      <p:bgPr>
        <a:solidFill>
          <a:schemeClr val="accent4"/>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9757" y="842657"/>
            <a:ext cx="11012486" cy="1141268"/>
          </a:xfrm>
        </p:spPr>
        <p:txBody>
          <a:bodyPr/>
          <a:lstStyle>
            <a:lvl1pPr>
              <a:lnSpc>
                <a:spcPct val="90000"/>
              </a:lnSpc>
              <a:defRPr sz="6600" b="1" i="0" cap="all" baseline="0">
                <a:solidFill>
                  <a:schemeClr val="bg1"/>
                </a:solidFill>
              </a:defRPr>
            </a:lvl1pPr>
          </a:lstStyle>
          <a:p>
            <a:pPr lvl="0"/>
            <a:r>
              <a:rPr lang="en-GB" dirty="0"/>
              <a:t>Click to add title</a:t>
            </a:r>
          </a:p>
        </p:txBody>
      </p:sp>
      <p:sp>
        <p:nvSpPr>
          <p:cNvPr id="5" name="Pladsholder til dato 4"/>
          <p:cNvSpPr>
            <a:spLocks noGrp="1"/>
          </p:cNvSpPr>
          <p:nvPr>
            <p:ph type="dt" sz="half" idx="10"/>
          </p:nvPr>
        </p:nvSpPr>
        <p:spPr/>
        <p:txBody>
          <a:bodyPr/>
          <a:lstStyle/>
          <a:p>
            <a:fld id="{9F325BB6-14D6-4C5D-A392-87B2F024F171}" type="datetime1">
              <a:rPr lang="en-GB" smtClean="0"/>
              <a:t>10/11/2025</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8" name="Pladsholder til billede 9">
            <a:extLst>
              <a:ext uri="{FF2B5EF4-FFF2-40B4-BE49-F238E27FC236}">
                <a16:creationId xmlns:a16="http://schemas.microsoft.com/office/drawing/2014/main" id="{EE1B35E0-A5B1-1748-D054-2575D7411CC7}"/>
              </a:ext>
            </a:extLst>
          </p:cNvPr>
          <p:cNvSpPr>
            <a:spLocks noGrp="1"/>
          </p:cNvSpPr>
          <p:nvPr>
            <p:ph type="pic" sz="quarter" idx="14" hasCustomPrompt="1"/>
          </p:nvPr>
        </p:nvSpPr>
        <p:spPr>
          <a:xfrm rot="21402571">
            <a:off x="985914" y="2449156"/>
            <a:ext cx="4115489" cy="2817262"/>
          </a:xfrm>
          <a:solidFill>
            <a:schemeClr val="bg1">
              <a:lumMod val="65000"/>
            </a:schemeClr>
          </a:solidFill>
          <a:ln w="146050" cap="flat">
            <a:solidFill>
              <a:schemeClr val="bg1"/>
            </a:solidFill>
            <a:miter lim="800000"/>
          </a:ln>
        </p:spPr>
        <p:txBody>
          <a:bodyPr lIns="0" tIns="1080000" rIns="0" anchor="ctr" anchorCtr="1"/>
          <a:lstStyle>
            <a:lvl1pPr marL="0" indent="0" algn="ctr">
              <a:buNone/>
              <a:defRPr sz="2400" baseline="0">
                <a:solidFill>
                  <a:schemeClr val="bg1"/>
                </a:solidFill>
                <a:sym typeface="Wingdings" panose="05000000000000000000" pitchFamily="2" charset="2"/>
              </a:defRPr>
            </a:lvl1pPr>
          </a:lstStyle>
          <a:p>
            <a:r>
              <a:rPr lang="en-GB" dirty="0"/>
              <a:t>Click icon to insert image</a:t>
            </a:r>
          </a:p>
        </p:txBody>
      </p:sp>
      <p:sp>
        <p:nvSpPr>
          <p:cNvPr id="9" name="Pladsholder til billede 9">
            <a:extLst>
              <a:ext uri="{FF2B5EF4-FFF2-40B4-BE49-F238E27FC236}">
                <a16:creationId xmlns:a16="http://schemas.microsoft.com/office/drawing/2014/main" id="{E815A343-B052-E851-8FDF-17976A3957D9}"/>
              </a:ext>
            </a:extLst>
          </p:cNvPr>
          <p:cNvSpPr>
            <a:spLocks noGrp="1"/>
          </p:cNvSpPr>
          <p:nvPr>
            <p:ph type="pic" sz="quarter" idx="15" hasCustomPrompt="1"/>
          </p:nvPr>
        </p:nvSpPr>
        <p:spPr>
          <a:xfrm rot="533356">
            <a:off x="5893725" y="2510306"/>
            <a:ext cx="5462634" cy="3596788"/>
          </a:xfrm>
          <a:solidFill>
            <a:schemeClr val="bg1">
              <a:lumMod val="65000"/>
            </a:schemeClr>
          </a:solidFill>
          <a:ln w="146050" cap="flat">
            <a:solidFill>
              <a:schemeClr val="bg1"/>
            </a:solidFill>
            <a:miter lim="800000"/>
          </a:ln>
        </p:spPr>
        <p:txBody>
          <a:bodyPr lIns="360000" tIns="1080000" rIns="360000" anchor="ctr" anchorCtr="1"/>
          <a:lstStyle>
            <a:lvl1pPr marL="0" indent="0" algn="ctr">
              <a:buNone/>
              <a:defRPr sz="2400" baseline="0">
                <a:solidFill>
                  <a:schemeClr val="bg1"/>
                </a:solidFill>
                <a:sym typeface="Wingdings" panose="05000000000000000000" pitchFamily="2" charset="2"/>
              </a:defRPr>
            </a:lvl1pPr>
          </a:lstStyle>
          <a:p>
            <a:r>
              <a:rPr lang="en-GB" dirty="0"/>
              <a:t>Click icon to insert image</a:t>
            </a:r>
          </a:p>
        </p:txBody>
      </p:sp>
      <p:sp>
        <p:nvSpPr>
          <p:cNvPr id="3" name="TextBox 2">
            <a:extLst>
              <a:ext uri="{FF2B5EF4-FFF2-40B4-BE49-F238E27FC236}">
                <a16:creationId xmlns:a16="http://schemas.microsoft.com/office/drawing/2014/main" id="{3D5F33A7-1D81-AB36-A3BB-FC35AF2B3579}"/>
              </a:ext>
            </a:extLst>
          </p:cNvPr>
          <p:cNvSpPr txBox="1"/>
          <p:nvPr userDrawn="1"/>
        </p:nvSpPr>
        <p:spPr>
          <a:xfrm>
            <a:off x="0" y="-310243"/>
            <a:ext cx="6825343" cy="310243"/>
          </a:xfrm>
          <a:prstGeom prst="rect">
            <a:avLst/>
          </a:prstGeom>
        </p:spPr>
        <p:txBody>
          <a:bodyPr vert="horz" wrap="square" lIns="0" tIns="0" rIns="0" bIns="0" rtlCol="0" anchor="t"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endParaRPr lang="en-GB" sz="4800" b="1" dirty="0">
              <a:solidFill>
                <a:prstClr val="white"/>
              </a:solidFill>
              <a:latin typeface="Microsoft New Tai Lue"/>
            </a:endParaRPr>
          </a:p>
        </p:txBody>
      </p:sp>
      <p:sp>
        <p:nvSpPr>
          <p:cNvPr id="4" name="TextBox 1">
            <a:extLst>
              <a:ext uri="{FF2B5EF4-FFF2-40B4-BE49-F238E27FC236}">
                <a16:creationId xmlns:a16="http://schemas.microsoft.com/office/drawing/2014/main" id="{B102B45B-BE10-0955-7D2B-71607E79FE0D}"/>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tx1"/>
                </a:solidFill>
                <a:latin typeface="Microsoft New Tai Lue"/>
              </a:rPr>
              <a:t>Highlight words </a:t>
            </a:r>
            <a:r>
              <a:rPr lang="en-GB" sz="1400" b="0" dirty="0">
                <a:solidFill>
                  <a:schemeClr val="tx1"/>
                </a:solidFill>
                <a:latin typeface="Microsoft New Tai Lue"/>
              </a:rPr>
              <a:t>in headline using </a:t>
            </a:r>
            <a:r>
              <a:rPr lang="en-GB" sz="1400" b="1" dirty="0">
                <a:solidFill>
                  <a:schemeClr val="tx1"/>
                </a:solidFill>
                <a:latin typeface="Microsoft New Tai Lue"/>
              </a:rPr>
              <a:t>bold   </a:t>
            </a:r>
            <a:endParaRPr lang="en-GB" sz="1400" b="0" dirty="0">
              <a:solidFill>
                <a:schemeClr val="tx1"/>
              </a:solidFill>
              <a:latin typeface="Microsoft New Tai Lue"/>
            </a:endParaRPr>
          </a:p>
        </p:txBody>
      </p:sp>
    </p:spTree>
    <p:extLst>
      <p:ext uri="{BB962C8B-B14F-4D97-AF65-F5344CB8AC3E}">
        <p14:creationId xmlns:p14="http://schemas.microsoft.com/office/powerpoint/2010/main" val="42610652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images">
    <p:bg>
      <p:bgPr>
        <a:solidFill>
          <a:schemeClr val="accent1"/>
        </a:solidFill>
        <a:effectLst/>
      </p:bgPr>
    </p:bg>
    <p:spTree>
      <p:nvGrpSpPr>
        <p:cNvPr id="1" name=""/>
        <p:cNvGrpSpPr/>
        <p:nvPr/>
      </p:nvGrpSpPr>
      <p:grpSpPr>
        <a:xfrm>
          <a:off x="0" y="0"/>
          <a:ext cx="0" cy="0"/>
          <a:chOff x="0" y="0"/>
          <a:chExt cx="0" cy="0"/>
        </a:xfrm>
      </p:grpSpPr>
      <p:sp>
        <p:nvSpPr>
          <p:cNvPr id="5" name="Pladsholder til dato 4"/>
          <p:cNvSpPr>
            <a:spLocks noGrp="1"/>
          </p:cNvSpPr>
          <p:nvPr>
            <p:ph type="dt" sz="half" idx="10"/>
          </p:nvPr>
        </p:nvSpPr>
        <p:spPr/>
        <p:txBody>
          <a:bodyPr/>
          <a:lstStyle/>
          <a:p>
            <a:fld id="{C81AEE70-9EF6-4011-9FEC-8E4C1B37B6E7}" type="datetime1">
              <a:rPr lang="en-GB" smtClean="0"/>
              <a:t>10/11/2025</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8" name="Pladsholder til billede 9">
            <a:extLst>
              <a:ext uri="{FF2B5EF4-FFF2-40B4-BE49-F238E27FC236}">
                <a16:creationId xmlns:a16="http://schemas.microsoft.com/office/drawing/2014/main" id="{EE1B35E0-A5B1-1748-D054-2575D7411CC7}"/>
              </a:ext>
            </a:extLst>
          </p:cNvPr>
          <p:cNvSpPr>
            <a:spLocks noGrp="1"/>
          </p:cNvSpPr>
          <p:nvPr>
            <p:ph type="pic" sz="quarter" idx="14" hasCustomPrompt="1"/>
          </p:nvPr>
        </p:nvSpPr>
        <p:spPr>
          <a:xfrm>
            <a:off x="589757" y="2890520"/>
            <a:ext cx="3433685" cy="3403600"/>
          </a:xfrm>
          <a:solidFill>
            <a:schemeClr val="bg1">
              <a:lumMod val="65000"/>
            </a:schemeClr>
          </a:solidFill>
          <a:ln w="76200" cap="flat">
            <a:noFill/>
            <a:miter lim="800000"/>
          </a:ln>
          <a:effectLst>
            <a:outerShdw blurRad="50800" dist="38100" dir="2700000" algn="tl" rotWithShape="0">
              <a:prstClr val="black">
                <a:alpha val="40000"/>
              </a:prstClr>
            </a:outerShdw>
          </a:effectLst>
        </p:spPr>
        <p:txBody>
          <a:bodyPr lIns="0" tIns="1188000" rIns="0" anchor="ctr" anchorCtr="1"/>
          <a:lstStyle>
            <a:lvl1pPr marL="0" indent="0" algn="ctr">
              <a:buNone/>
              <a:defRPr sz="2000" baseline="0">
                <a:solidFill>
                  <a:schemeClr val="bg1"/>
                </a:solidFill>
                <a:sym typeface="Wingdings" panose="05000000000000000000" pitchFamily="2" charset="2"/>
              </a:defRPr>
            </a:lvl1pPr>
          </a:lstStyle>
          <a:p>
            <a:r>
              <a:rPr lang="en-GB" dirty="0"/>
              <a:t>Click icon to insert image</a:t>
            </a:r>
          </a:p>
        </p:txBody>
      </p:sp>
      <p:sp>
        <p:nvSpPr>
          <p:cNvPr id="9" name="Pladsholder til billede 9">
            <a:extLst>
              <a:ext uri="{FF2B5EF4-FFF2-40B4-BE49-F238E27FC236}">
                <a16:creationId xmlns:a16="http://schemas.microsoft.com/office/drawing/2014/main" id="{E815A343-B052-E851-8FDF-17976A3957D9}"/>
              </a:ext>
            </a:extLst>
          </p:cNvPr>
          <p:cNvSpPr>
            <a:spLocks noGrp="1"/>
          </p:cNvSpPr>
          <p:nvPr>
            <p:ph type="pic" sz="quarter" idx="15" hasCustomPrompt="1"/>
          </p:nvPr>
        </p:nvSpPr>
        <p:spPr>
          <a:xfrm>
            <a:off x="5852160" y="612233"/>
            <a:ext cx="5749290" cy="5681887"/>
          </a:xfrm>
          <a:solidFill>
            <a:schemeClr val="bg1">
              <a:lumMod val="75000"/>
            </a:schemeClr>
          </a:solidFill>
          <a:ln w="76200" cap="flat">
            <a:noFill/>
            <a:miter lim="800000"/>
          </a:ln>
          <a:effectLst>
            <a:outerShdw blurRad="50800" dist="38100" dir="2700000" algn="tl" rotWithShape="0">
              <a:prstClr val="black">
                <a:alpha val="40000"/>
              </a:prstClr>
            </a:outerShdw>
          </a:effectLst>
        </p:spPr>
        <p:txBody>
          <a:bodyPr lIns="540000" tIns="1080000" rIns="540000" anchor="ctr" anchorCtr="1"/>
          <a:lstStyle>
            <a:lvl1pPr marL="0" indent="0" algn="ctr">
              <a:buNone/>
              <a:defRPr sz="2400" baseline="0">
                <a:solidFill>
                  <a:schemeClr val="bg1"/>
                </a:solidFill>
                <a:sym typeface="Wingdings" panose="05000000000000000000" pitchFamily="2" charset="2"/>
              </a:defRPr>
            </a:lvl1pPr>
          </a:lstStyle>
          <a:p>
            <a:r>
              <a:rPr lang="en-GB" dirty="0"/>
              <a:t>Click icon to insert image</a:t>
            </a:r>
          </a:p>
        </p:txBody>
      </p:sp>
      <p:sp>
        <p:nvSpPr>
          <p:cNvPr id="10" name="Pladsholder til billede 9">
            <a:extLst>
              <a:ext uri="{FF2B5EF4-FFF2-40B4-BE49-F238E27FC236}">
                <a16:creationId xmlns:a16="http://schemas.microsoft.com/office/drawing/2014/main" id="{43FCB96B-CD6D-B9F3-A688-74E5893485CB}"/>
              </a:ext>
            </a:extLst>
          </p:cNvPr>
          <p:cNvSpPr>
            <a:spLocks noGrp="1"/>
          </p:cNvSpPr>
          <p:nvPr>
            <p:ph type="pic" sz="quarter" idx="16" hasCustomPrompt="1"/>
          </p:nvPr>
        </p:nvSpPr>
        <p:spPr>
          <a:xfrm>
            <a:off x="2855041" y="1961476"/>
            <a:ext cx="2336801" cy="2294929"/>
          </a:xfrm>
          <a:solidFill>
            <a:schemeClr val="bg1">
              <a:lumMod val="85000"/>
            </a:schemeClr>
          </a:solidFill>
          <a:ln w="76200" cap="flat">
            <a:noFill/>
            <a:miter lim="800000"/>
          </a:ln>
          <a:effectLst>
            <a:outerShdw blurRad="50800" dist="38100" dir="2700000" algn="tl" rotWithShape="0">
              <a:prstClr val="black">
                <a:alpha val="40000"/>
              </a:prstClr>
            </a:outerShdw>
          </a:effectLst>
        </p:spPr>
        <p:txBody>
          <a:bodyPr lIns="0" tIns="1188000" rIns="0" anchor="ctr" anchorCtr="1"/>
          <a:lstStyle>
            <a:lvl1pPr marL="0" indent="0" algn="ctr">
              <a:buNone/>
              <a:defRPr sz="1800" baseline="0">
                <a:solidFill>
                  <a:schemeClr val="bg1"/>
                </a:solidFill>
                <a:sym typeface="Wingdings" panose="05000000000000000000" pitchFamily="2" charset="2"/>
              </a:defRPr>
            </a:lvl1pPr>
          </a:lstStyle>
          <a:p>
            <a:r>
              <a:rPr lang="en-GB" dirty="0"/>
              <a:t>Click icon                       to insert image</a:t>
            </a:r>
          </a:p>
        </p:txBody>
      </p:sp>
      <p:sp>
        <p:nvSpPr>
          <p:cNvPr id="3" name="Title 2">
            <a:extLst>
              <a:ext uri="{FF2B5EF4-FFF2-40B4-BE49-F238E27FC236}">
                <a16:creationId xmlns:a16="http://schemas.microsoft.com/office/drawing/2014/main" id="{D623C8CB-D006-2AF2-DF37-08254005FBC6}"/>
              </a:ext>
            </a:extLst>
          </p:cNvPr>
          <p:cNvSpPr>
            <a:spLocks noGrp="1"/>
          </p:cNvSpPr>
          <p:nvPr>
            <p:ph type="title" hasCustomPrompt="1"/>
          </p:nvPr>
        </p:nvSpPr>
        <p:spPr>
          <a:xfrm>
            <a:off x="588965" y="620713"/>
            <a:ext cx="4602877" cy="1008061"/>
          </a:xfrm>
        </p:spPr>
        <p:txBody>
          <a:bodyPr/>
          <a:lstStyle>
            <a:lvl1pPr>
              <a:defRPr b="1">
                <a:solidFill>
                  <a:schemeClr val="bg1"/>
                </a:solidFill>
              </a:defRPr>
            </a:lvl1pPr>
          </a:lstStyle>
          <a:p>
            <a:r>
              <a:rPr lang="en-GB" dirty="0"/>
              <a:t>Click to add title</a:t>
            </a:r>
          </a:p>
        </p:txBody>
      </p:sp>
    </p:spTree>
    <p:extLst>
      <p:ext uri="{BB962C8B-B14F-4D97-AF65-F5344CB8AC3E}">
        <p14:creationId xmlns:p14="http://schemas.microsoft.com/office/powerpoint/2010/main" val="29057143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with text right">
    <p:bg>
      <p:bgPr>
        <a:solidFill>
          <a:schemeClr val="accent1"/>
        </a:solidFill>
        <a:effectLst/>
      </p:bgPr>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rot="20891566">
            <a:off x="1018941" y="1976793"/>
            <a:ext cx="3832754" cy="3749640"/>
          </a:xfrm>
          <a:solidFill>
            <a:schemeClr val="tx1">
              <a:lumMod val="65000"/>
            </a:schemeClr>
          </a:solidFill>
          <a:ln w="146050" cap="flat">
            <a:solidFill>
              <a:schemeClr val="tx1"/>
            </a:solidFill>
            <a:miter lim="800000"/>
          </a:ln>
        </p:spPr>
        <p:txBody>
          <a:bodyPr lIns="0" tIns="1224000" rIns="0" anchor="ctr" anchorCtr="1"/>
          <a:lstStyle>
            <a:lvl1pPr marL="0" indent="0" algn="ctr">
              <a:buNone/>
              <a:defRPr sz="240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5" y="620712"/>
            <a:ext cx="11012486" cy="865187"/>
          </a:xfrm>
        </p:spPr>
        <p:txBody>
          <a:bodyPr/>
          <a:lstStyle>
            <a:lvl1pPr>
              <a:defRPr b="1">
                <a:solidFill>
                  <a:schemeClr val="tx1"/>
                </a:solidFill>
              </a:defRPr>
            </a:lvl1pPr>
          </a:lstStyle>
          <a:p>
            <a:pPr lvl="0"/>
            <a:r>
              <a:rPr lang="en-GB" dirty="0"/>
              <a:t>Click to add title</a:t>
            </a:r>
          </a:p>
        </p:txBody>
      </p:sp>
      <p:sp>
        <p:nvSpPr>
          <p:cNvPr id="3" name="Pladsholder til indhold 2"/>
          <p:cNvSpPr>
            <a:spLocks noGrp="1"/>
          </p:cNvSpPr>
          <p:nvPr>
            <p:ph sz="half" idx="1" hasCustomPrompt="1"/>
          </p:nvPr>
        </p:nvSpPr>
        <p:spPr>
          <a:xfrm>
            <a:off x="5783580" y="2097067"/>
            <a:ext cx="5817869" cy="4205308"/>
          </a:xfrm>
        </p:spPr>
        <p:txBody>
          <a:bodyPr vert="horz" lIns="0" tIns="0" rIns="0" bIns="0" rtlCol="0">
            <a:noAutofit/>
          </a:bodyPr>
          <a:lstStyle>
            <a:lvl1pPr>
              <a:defRPr lang="da-DK" sz="3600" b="1" dirty="0" smtClean="0">
                <a:solidFill>
                  <a:schemeClr val="tx1"/>
                </a:solidFill>
              </a:defRPr>
            </a:lvl1pPr>
            <a:lvl2pPr>
              <a:defRPr lang="da-DK" sz="3200" b="1" dirty="0" smtClean="0">
                <a:solidFill>
                  <a:schemeClr val="tx1"/>
                </a:solidFill>
              </a:defRPr>
            </a:lvl2pPr>
            <a:lvl3pPr>
              <a:defRPr lang="da-DK" sz="2400" b="1" dirty="0" smtClean="0">
                <a:solidFill>
                  <a:schemeClr val="tx1"/>
                </a:solidFill>
              </a:defRPr>
            </a:lvl3pPr>
            <a:lvl4pPr>
              <a:defRPr lang="da-DK" b="1" dirty="0" smtClean="0">
                <a:solidFill>
                  <a:schemeClr val="tx1"/>
                </a:solidFill>
              </a:defRPr>
            </a:lvl4pPr>
            <a:lvl5pPr>
              <a:defRPr lang="da-DK" b="1" dirty="0">
                <a:solidFill>
                  <a:schemeClr val="tx1"/>
                </a:solidFill>
              </a:defRPr>
            </a:lvl5pPr>
            <a:lvl6pPr>
              <a:defRPr b="1">
                <a:solidFill>
                  <a:schemeClr val="tx1"/>
                </a:solidFill>
              </a:defRPr>
            </a:lvl6pPr>
            <a:lvl7pPr>
              <a:defRPr b="1">
                <a:solidFill>
                  <a:schemeClr val="tx1"/>
                </a:solidFill>
              </a:defRPr>
            </a:lvl7pPr>
            <a:lvl8pPr>
              <a:defRPr b="1">
                <a:solidFill>
                  <a:schemeClr val="tx1"/>
                </a:solidFill>
              </a:defRPr>
            </a:lvl8pPr>
            <a:lvl9pPr>
              <a:defRPr b="1">
                <a:solidFill>
                  <a:schemeClr val="tx1"/>
                </a:solidFill>
              </a:defRPr>
            </a:lvl9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
        <p:nvSpPr>
          <p:cNvPr id="5" name="Pladsholder til dato 4"/>
          <p:cNvSpPr>
            <a:spLocks noGrp="1"/>
          </p:cNvSpPr>
          <p:nvPr>
            <p:ph type="dt" sz="half" idx="10"/>
          </p:nvPr>
        </p:nvSpPr>
        <p:spPr/>
        <p:txBody>
          <a:bodyPr/>
          <a:lstStyle/>
          <a:p>
            <a:fld id="{27F698F8-8127-4186-B6E0-5A9DB8590659}" type="datetime1">
              <a:rPr lang="en-GB" smtClean="0"/>
              <a:t>10/11/2025</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2960968685"/>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 with text left">
    <p:bg>
      <p:bgPr>
        <a:solidFill>
          <a:schemeClr val="accent1"/>
        </a:solidFill>
        <a:effectLst/>
      </p:bgPr>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rot="496878">
            <a:off x="6504534" y="1615672"/>
            <a:ext cx="4653097" cy="4640373"/>
          </a:xfrm>
          <a:solidFill>
            <a:schemeClr val="bg1">
              <a:lumMod val="65000"/>
            </a:schemeClr>
          </a:solidFill>
          <a:ln w="146050" cap="flat">
            <a:solidFill>
              <a:schemeClr val="bg1"/>
            </a:solidFill>
            <a:miter lim="800000"/>
          </a:ln>
        </p:spPr>
        <p:txBody>
          <a:bodyPr lIns="0" tIns="1188000" rIns="0" anchor="ctr" anchorCtr="1"/>
          <a:lstStyle>
            <a:lvl1pPr marL="0" indent="0" algn="ctr">
              <a:buNone/>
              <a:defRPr sz="2400" b="0" baseline="0">
                <a:solidFill>
                  <a:schemeClr val="bg1"/>
                </a:solidFill>
                <a:sym typeface="Wingdings" panose="05000000000000000000" pitchFamily="2" charset="2"/>
              </a:defRPr>
            </a:lvl1pPr>
          </a:lstStyle>
          <a:p>
            <a:r>
              <a:rPr lang="en-GB" dirty="0"/>
              <a:t>Click icon to insert image</a:t>
            </a:r>
          </a:p>
        </p:txBody>
      </p:sp>
      <p:sp>
        <p:nvSpPr>
          <p:cNvPr id="5" name="Pladsholder til dato 4"/>
          <p:cNvSpPr>
            <a:spLocks noGrp="1"/>
          </p:cNvSpPr>
          <p:nvPr>
            <p:ph type="dt" sz="half" idx="10"/>
          </p:nvPr>
        </p:nvSpPr>
        <p:spPr/>
        <p:txBody>
          <a:bodyPr/>
          <a:lstStyle/>
          <a:p>
            <a:fld id="{DCA0C55F-A06C-4D12-9FE7-11486C7072EC}" type="datetime1">
              <a:rPr lang="en-GB" smtClean="0"/>
              <a:t>10/11/2025</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9" name="Titel 1">
            <a:extLst>
              <a:ext uri="{FF2B5EF4-FFF2-40B4-BE49-F238E27FC236}">
                <a16:creationId xmlns:a16="http://schemas.microsoft.com/office/drawing/2014/main" id="{44AE573B-1000-D841-B8B4-F927523899D7}"/>
              </a:ext>
            </a:extLst>
          </p:cNvPr>
          <p:cNvSpPr>
            <a:spLocks noGrp="1"/>
          </p:cNvSpPr>
          <p:nvPr>
            <p:ph type="title" hasCustomPrompt="1"/>
          </p:nvPr>
        </p:nvSpPr>
        <p:spPr>
          <a:xfrm>
            <a:off x="588965" y="620712"/>
            <a:ext cx="11012486" cy="865187"/>
          </a:xfrm>
        </p:spPr>
        <p:txBody>
          <a:bodyPr/>
          <a:lstStyle>
            <a:lvl1pPr>
              <a:defRPr b="1">
                <a:solidFill>
                  <a:schemeClr val="bg1"/>
                </a:solidFill>
              </a:defRPr>
            </a:lvl1pPr>
          </a:lstStyle>
          <a:p>
            <a:pPr lvl="0"/>
            <a:r>
              <a:rPr lang="en-GB" dirty="0"/>
              <a:t>Click to add title</a:t>
            </a:r>
          </a:p>
        </p:txBody>
      </p:sp>
      <p:sp>
        <p:nvSpPr>
          <p:cNvPr id="11" name="Pladsholder til indhold 2">
            <a:extLst>
              <a:ext uri="{FF2B5EF4-FFF2-40B4-BE49-F238E27FC236}">
                <a16:creationId xmlns:a16="http://schemas.microsoft.com/office/drawing/2014/main" id="{9B691B69-65AA-9748-80BF-996C89344BB5}"/>
              </a:ext>
            </a:extLst>
          </p:cNvPr>
          <p:cNvSpPr>
            <a:spLocks noGrp="1"/>
          </p:cNvSpPr>
          <p:nvPr>
            <p:ph sz="half" idx="1" hasCustomPrompt="1"/>
          </p:nvPr>
        </p:nvSpPr>
        <p:spPr>
          <a:xfrm>
            <a:off x="588963" y="2097067"/>
            <a:ext cx="5818682" cy="4205308"/>
          </a:xfrm>
        </p:spPr>
        <p:txBody>
          <a:bodyPr vert="horz" lIns="0" tIns="0" rIns="0" bIns="0" rtlCol="0">
            <a:noAutofit/>
          </a:bodyPr>
          <a:lstStyle>
            <a:lvl1pPr>
              <a:defRPr lang="da-DK" sz="3600" b="1" dirty="0" smtClean="0">
                <a:solidFill>
                  <a:schemeClr val="bg1"/>
                </a:solidFill>
              </a:defRPr>
            </a:lvl1pPr>
            <a:lvl2pPr>
              <a:defRPr lang="da-DK" sz="3200" b="1" dirty="0" smtClean="0">
                <a:solidFill>
                  <a:schemeClr val="bg1"/>
                </a:solidFill>
              </a:defRPr>
            </a:lvl2pPr>
            <a:lvl3pPr>
              <a:defRPr lang="da-DK" sz="2400" b="1" dirty="0" smtClean="0">
                <a:solidFill>
                  <a:schemeClr val="bg1"/>
                </a:solidFill>
              </a:defRPr>
            </a:lvl3pPr>
            <a:lvl4pPr>
              <a:defRPr lang="da-DK" dirty="0" smtClean="0"/>
            </a:lvl4pPr>
            <a:lvl5pPr>
              <a:defRPr lang="da-DK" dirty="0"/>
            </a:lvl5pPr>
          </a:lstStyle>
          <a:p>
            <a:pPr lvl="0"/>
            <a:r>
              <a:rPr lang="en-GB" dirty="0"/>
              <a:t>Click to add text</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Tree>
    <p:extLst>
      <p:ext uri="{BB962C8B-B14F-4D97-AF65-F5344CB8AC3E}">
        <p14:creationId xmlns:p14="http://schemas.microsoft.com/office/powerpoint/2010/main" val="14410657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image A">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1" y="331200"/>
            <a:ext cx="12191999" cy="6526800"/>
          </a:xfrm>
          <a:solidFill>
            <a:schemeClr val="tx1">
              <a:lumMod val="75000"/>
            </a:schemeClr>
          </a:solidFill>
        </p:spPr>
        <p:txBody>
          <a:bodyPr lIns="0" tIns="1080000" rIns="0" anchor="ctr"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5" y="756000"/>
            <a:ext cx="6822000" cy="1065828"/>
          </a:xfrm>
          <a:solidFill>
            <a:schemeClr val="accent1">
              <a:alpha val="99950"/>
            </a:schemeClr>
          </a:solidFill>
        </p:spPr>
        <p:txBody>
          <a:bodyPr wrap="square" lIns="252000" tIns="216000" rIns="252000" bIns="108000">
            <a:spAutoFit/>
          </a:bodyPr>
          <a:lstStyle>
            <a:lvl1pPr>
              <a:spcAft>
                <a:spcPts val="600"/>
              </a:spcAft>
              <a:defRPr sz="4800" b="1"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2CC73FB4-74ED-479B-AC3F-D58B1D2996E2}" type="datetime1">
              <a:rPr lang="en-GB" smtClean="0"/>
              <a:t>10/11/2025</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4" name="TextBox 1">
            <a:extLst>
              <a:ext uri="{FF2B5EF4-FFF2-40B4-BE49-F238E27FC236}">
                <a16:creationId xmlns:a16="http://schemas.microsoft.com/office/drawing/2014/main" id="{BC22F958-FB17-66E4-EB45-75E15E5E3F80}"/>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1317485895"/>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image B">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0" y="331200"/>
            <a:ext cx="12191999" cy="6526800"/>
          </a:xfrm>
          <a:solidFill>
            <a:schemeClr val="tx1">
              <a:lumMod val="75000"/>
            </a:schemeClr>
          </a:solidFill>
        </p:spPr>
        <p:txBody>
          <a:bodyPr lIns="0" tIns="2628000" rIns="0" anchor="t"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1" y="4962214"/>
            <a:ext cx="4173870" cy="1340161"/>
          </a:xfrm>
          <a:solidFill>
            <a:schemeClr val="accent4">
              <a:alpha val="99950"/>
            </a:schemeClr>
          </a:solidFill>
        </p:spPr>
        <p:txBody>
          <a:bodyPr wrap="square" lIns="252000" tIns="108000" rIns="252000" bIns="0" anchor="t" anchorCtr="0">
            <a:spAutoFit/>
          </a:bodyPr>
          <a:lstStyle>
            <a:lvl1pPr>
              <a:defRPr sz="4000" b="1"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C0156FC0-1C68-46A1-95BA-D879D9D7980D}" type="datetime1">
              <a:rPr lang="en-GB" smtClean="0"/>
              <a:t>10/11/2025</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3" name="TextBox 1">
            <a:extLst>
              <a:ext uri="{FF2B5EF4-FFF2-40B4-BE49-F238E27FC236}">
                <a16:creationId xmlns:a16="http://schemas.microsoft.com/office/drawing/2014/main" id="{E6BCCAFF-7E95-0536-8297-4959B0CA01D7}"/>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3200445437"/>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image C">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0" y="331200"/>
            <a:ext cx="12191999" cy="6526800"/>
          </a:xfrm>
          <a:solidFill>
            <a:schemeClr val="tx1">
              <a:lumMod val="75000"/>
            </a:schemeClr>
          </a:solidFill>
        </p:spPr>
        <p:txBody>
          <a:bodyPr lIns="0" tIns="2628000" rIns="0" anchor="t"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4779450" y="4497883"/>
            <a:ext cx="6822000" cy="1065828"/>
          </a:xfrm>
          <a:solidFill>
            <a:schemeClr val="bg1">
              <a:alpha val="99950"/>
            </a:schemeClr>
          </a:solidFill>
        </p:spPr>
        <p:txBody>
          <a:bodyPr wrap="square" lIns="252000" tIns="216000" rIns="252000" bIns="108000">
            <a:spAutoFit/>
          </a:bodyPr>
          <a:lstStyle>
            <a:lvl1pPr>
              <a:defRPr sz="4800" b="1"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2911EE2D-5BB7-4858-806B-E9B8121B6310}" type="datetime1">
              <a:rPr lang="en-GB" smtClean="0"/>
              <a:t>10/11/2025</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4" name="TextBox 1">
            <a:extLst>
              <a:ext uri="{FF2B5EF4-FFF2-40B4-BE49-F238E27FC236}">
                <a16:creationId xmlns:a16="http://schemas.microsoft.com/office/drawing/2014/main" id="{DA49A202-D2D5-25B6-2F32-60A741CCF725}"/>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2021185923"/>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image D">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0" y="331200"/>
            <a:ext cx="12191999" cy="6526800"/>
          </a:xfrm>
          <a:solidFill>
            <a:schemeClr val="tx1">
              <a:lumMod val="75000"/>
            </a:schemeClr>
          </a:solidFill>
        </p:spPr>
        <p:txBody>
          <a:bodyPr lIns="0" tIns="1080000" rIns="0" anchor="ctr"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3" y="1017402"/>
            <a:ext cx="11012487" cy="917513"/>
          </a:xfrm>
          <a:solidFill>
            <a:schemeClr val="bg2">
              <a:alpha val="99950"/>
            </a:schemeClr>
          </a:solidFill>
        </p:spPr>
        <p:txBody>
          <a:bodyPr wrap="square" lIns="180000" tIns="180000" rIns="180000" bIns="180000">
            <a:spAutoFit/>
          </a:bodyPr>
          <a:lstStyle>
            <a:lvl1pPr>
              <a:defRPr sz="3600" b="1"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FE8D869E-E124-4C9B-86F5-EB1AF46F875F}" type="datetime1">
              <a:rPr lang="en-GB" smtClean="0"/>
              <a:t>10/11/2025</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4" name="TextBox 1">
            <a:extLst>
              <a:ext uri="{FF2B5EF4-FFF2-40B4-BE49-F238E27FC236}">
                <a16:creationId xmlns:a16="http://schemas.microsoft.com/office/drawing/2014/main" id="{342F60A0-C020-A529-4A95-65C8AC9FA2C2}"/>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1717169259"/>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E">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0" y="331200"/>
            <a:ext cx="12191999" cy="6526800"/>
          </a:xfrm>
          <a:solidFill>
            <a:schemeClr val="tx1">
              <a:lumMod val="75000"/>
            </a:schemeClr>
          </a:solidFill>
        </p:spPr>
        <p:txBody>
          <a:bodyPr lIns="0" tIns="2628000" rIns="0" anchor="t" anchorCtr="0"/>
          <a:lstStyle>
            <a:lvl1pPr marL="0" indent="0" algn="ctr">
              <a:buNone/>
              <a:defRPr sz="2400" b="0" i="0" baseline="0">
                <a:solidFill>
                  <a:schemeClr val="tx1"/>
                </a:solidFill>
                <a:sym typeface="Wingdings" panose="05000000000000000000" pitchFamily="2" charset="2"/>
              </a:defRPr>
            </a:lvl1pPr>
          </a:lstStyle>
          <a:p>
            <a:r>
              <a:rPr lang="en-GB" dirty="0"/>
              <a:t>Click icon to insert image</a:t>
            </a:r>
          </a:p>
        </p:txBody>
      </p:sp>
      <p:sp>
        <p:nvSpPr>
          <p:cNvPr id="2" name="Titel 1"/>
          <p:cNvSpPr>
            <a:spLocks noGrp="1"/>
          </p:cNvSpPr>
          <p:nvPr>
            <p:ph type="title" hasCustomPrompt="1"/>
          </p:nvPr>
        </p:nvSpPr>
        <p:spPr>
          <a:xfrm>
            <a:off x="588963" y="4161995"/>
            <a:ext cx="11012487" cy="2140380"/>
          </a:xfrm>
          <a:solidFill>
            <a:schemeClr val="bg1">
              <a:alpha val="46000"/>
            </a:schemeClr>
          </a:solidFill>
        </p:spPr>
        <p:txBody>
          <a:bodyPr wrap="square" lIns="252000" tIns="108000" rIns="252000" bIns="0">
            <a:spAutoFit/>
          </a:bodyPr>
          <a:lstStyle>
            <a:lvl1pPr algn="ctr">
              <a:defRPr sz="6600" b="1" cap="all" spc="0" baseline="0">
                <a:solidFill>
                  <a:schemeClr val="tx1"/>
                </a:solidFill>
              </a:defRPr>
            </a:lvl1pPr>
          </a:lstStyle>
          <a:p>
            <a:r>
              <a:rPr lang="en-GB" dirty="0"/>
              <a:t>Click to add          text...</a:t>
            </a:r>
          </a:p>
        </p:txBody>
      </p:sp>
      <p:sp>
        <p:nvSpPr>
          <p:cNvPr id="5" name="Pladsholder til dato 4"/>
          <p:cNvSpPr>
            <a:spLocks noGrp="1"/>
          </p:cNvSpPr>
          <p:nvPr>
            <p:ph type="dt" sz="half" idx="10"/>
          </p:nvPr>
        </p:nvSpPr>
        <p:spPr/>
        <p:txBody>
          <a:bodyPr/>
          <a:lstStyle/>
          <a:p>
            <a:fld id="{ECACFB06-9E5C-4DC0-BDE6-1E991C758329}" type="datetime1">
              <a:rPr lang="en-GB" smtClean="0"/>
              <a:t>10/11/2025</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
        <p:nvSpPr>
          <p:cNvPr id="3" name="TextBox 1">
            <a:extLst>
              <a:ext uri="{FF2B5EF4-FFF2-40B4-BE49-F238E27FC236}">
                <a16:creationId xmlns:a16="http://schemas.microsoft.com/office/drawing/2014/main" id="{0AC6CF46-91DC-976D-9F2D-0F1B85D185F4}"/>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bg1"/>
                </a:solidFill>
                <a:latin typeface="Microsoft New Tai Lue"/>
              </a:rPr>
              <a:t>Highlight words </a:t>
            </a:r>
            <a:r>
              <a:rPr lang="en-GB" sz="1400" b="0" dirty="0">
                <a:solidFill>
                  <a:schemeClr val="bg1"/>
                </a:solidFill>
                <a:latin typeface="Microsoft New Tai Lue"/>
              </a:rPr>
              <a:t>in headline using </a:t>
            </a:r>
            <a:r>
              <a:rPr lang="en-GB" sz="1400" b="1" dirty="0">
                <a:solidFill>
                  <a:schemeClr val="bg1"/>
                </a:solidFill>
                <a:latin typeface="Microsoft New Tai Lue"/>
              </a:rPr>
              <a:t>bold   </a:t>
            </a:r>
            <a:endParaRPr lang="en-GB" sz="1400" b="0" dirty="0">
              <a:solidFill>
                <a:schemeClr val="bg1"/>
              </a:solidFill>
              <a:latin typeface="Microsoft New Tai Lue"/>
            </a:endParaRPr>
          </a:p>
        </p:txBody>
      </p:sp>
    </p:spTree>
    <p:extLst>
      <p:ext uri="{BB962C8B-B14F-4D97-AF65-F5344CB8AC3E}">
        <p14:creationId xmlns:p14="http://schemas.microsoft.com/office/powerpoint/2010/main" val="573279729"/>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estions and comments">
    <p:bg>
      <p:bgPr>
        <a:solidFill>
          <a:schemeClr val="accent1"/>
        </a:solidFill>
        <a:effectLst/>
      </p:bgPr>
    </p:bg>
    <p:spTree>
      <p:nvGrpSpPr>
        <p:cNvPr id="1" name=""/>
        <p:cNvGrpSpPr/>
        <p:nvPr/>
      </p:nvGrpSpPr>
      <p:grpSpPr>
        <a:xfrm>
          <a:off x="0" y="0"/>
          <a:ext cx="0" cy="0"/>
          <a:chOff x="0" y="0"/>
          <a:chExt cx="0" cy="0"/>
        </a:xfrm>
      </p:grpSpPr>
      <p:sp>
        <p:nvSpPr>
          <p:cNvPr id="4" name="Pladsholder til dato 3"/>
          <p:cNvSpPr>
            <a:spLocks noGrp="1"/>
          </p:cNvSpPr>
          <p:nvPr>
            <p:ph type="dt" sz="half" idx="10"/>
          </p:nvPr>
        </p:nvSpPr>
        <p:spPr/>
        <p:txBody>
          <a:bodyPr/>
          <a:lstStyle/>
          <a:p>
            <a:fld id="{10C11D8F-85B9-4001-AF63-8B6D3CD2CF9F}" type="datetime1">
              <a:rPr lang="en-GB" smtClean="0"/>
              <a:t>10/11/2025</a:t>
            </a:fld>
            <a:endParaRPr lang="en-GB" dirty="0"/>
          </a:p>
        </p:txBody>
      </p:sp>
      <p:sp>
        <p:nvSpPr>
          <p:cNvPr id="7" name="?">
            <a:extLst>
              <a:ext uri="{FF2B5EF4-FFF2-40B4-BE49-F238E27FC236}">
                <a16:creationId xmlns:a16="http://schemas.microsoft.com/office/drawing/2014/main" id="{C9382B17-B390-C8C0-F5F8-7665434C718C}"/>
              </a:ext>
            </a:extLst>
          </p:cNvPr>
          <p:cNvSpPr/>
          <p:nvPr userDrawn="1"/>
        </p:nvSpPr>
        <p:spPr>
          <a:xfrm>
            <a:off x="3642413" y="900524"/>
            <a:ext cx="4787900" cy="5558804"/>
          </a:xfrm>
          <a:prstGeom prst="rect">
            <a:avLst/>
          </a:prstGeom>
        </p:spPr>
        <p:txBody>
          <a:bodyPr wrap="square" rtlCol="0" anchor="t" anchorCtr="0">
            <a:noAutofit/>
          </a:bodyPr>
          <a:lstStyle/>
          <a:p>
            <a:pPr algn="ctr">
              <a:lnSpc>
                <a:spcPct val="83000"/>
              </a:lnSpc>
            </a:pPr>
            <a:r>
              <a:rPr lang="en-GB" sz="59500" b="1" dirty="0">
                <a:solidFill>
                  <a:schemeClr val="tx1">
                    <a:alpha val="14559"/>
                  </a:schemeClr>
                </a:solidFill>
              </a:rPr>
              <a:t>?</a:t>
            </a:r>
          </a:p>
        </p:txBody>
      </p:sp>
      <p:sp>
        <p:nvSpPr>
          <p:cNvPr id="3" name="Title 2">
            <a:extLst>
              <a:ext uri="{FF2B5EF4-FFF2-40B4-BE49-F238E27FC236}">
                <a16:creationId xmlns:a16="http://schemas.microsoft.com/office/drawing/2014/main" id="{2E0714F6-6F11-9826-9767-37567B1EC5DC}"/>
              </a:ext>
            </a:extLst>
          </p:cNvPr>
          <p:cNvSpPr>
            <a:spLocks noGrp="1"/>
          </p:cNvSpPr>
          <p:nvPr>
            <p:ph type="title" hasCustomPrompt="1"/>
          </p:nvPr>
        </p:nvSpPr>
        <p:spPr>
          <a:xfrm>
            <a:off x="2139732" y="1628776"/>
            <a:ext cx="9461718" cy="3999626"/>
          </a:xfrm>
        </p:spPr>
        <p:txBody>
          <a:bodyPr anchor="ctr" anchorCtr="0"/>
          <a:lstStyle>
            <a:lvl1pPr>
              <a:lnSpc>
                <a:spcPct val="83000"/>
              </a:lnSpc>
              <a:defRPr sz="9600" b="1">
                <a:solidFill>
                  <a:schemeClr val="bg1"/>
                </a:solidFill>
              </a:defRPr>
            </a:lvl1pPr>
          </a:lstStyle>
          <a:p>
            <a:r>
              <a:rPr lang="en-GB" dirty="0"/>
              <a:t>Click to add text</a:t>
            </a:r>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
        <p:nvSpPr>
          <p:cNvPr id="2" name="TextBox 1">
            <a:extLst>
              <a:ext uri="{FF2B5EF4-FFF2-40B4-BE49-F238E27FC236}">
                <a16:creationId xmlns:a16="http://schemas.microsoft.com/office/drawing/2014/main" id="{01861DB2-11FB-99E1-B80B-1463133B9A24}"/>
              </a:ext>
            </a:extLst>
          </p:cNvPr>
          <p:cNvSpPr txBox="1"/>
          <p:nvPr userDrawn="1"/>
        </p:nvSpPr>
        <p:spPr>
          <a:xfrm>
            <a:off x="588964" y="-375558"/>
            <a:ext cx="11012486" cy="306335"/>
          </a:xfrm>
          <a:prstGeom prst="rect">
            <a:avLst/>
          </a:prstGeom>
        </p:spPr>
        <p:txBody>
          <a:bodyPr vert="horz" wrap="square" lIns="0" tIns="0" rIns="0" bIns="0" rtlCol="0" anchor="b" anchorCtr="0">
            <a:no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GB" sz="1400" b="1" dirty="0">
                <a:solidFill>
                  <a:schemeClr val="tx1"/>
                </a:solidFill>
                <a:latin typeface="Microsoft New Tai Lue"/>
              </a:rPr>
              <a:t>Highlight words </a:t>
            </a:r>
            <a:r>
              <a:rPr lang="en-GB" sz="1400" b="0" dirty="0">
                <a:solidFill>
                  <a:schemeClr val="tx1"/>
                </a:solidFill>
                <a:latin typeface="Microsoft New Tai Lue"/>
              </a:rPr>
              <a:t>in headline using </a:t>
            </a:r>
            <a:r>
              <a:rPr lang="en-GB" sz="1400" b="1" dirty="0">
                <a:solidFill>
                  <a:schemeClr val="tx1"/>
                </a:solidFill>
                <a:latin typeface="Microsoft New Tai Lue"/>
              </a:rPr>
              <a:t>bold   </a:t>
            </a:r>
            <a:endParaRPr lang="en-GB" sz="1400" b="0" dirty="0">
              <a:solidFill>
                <a:schemeClr val="tx1"/>
              </a:solidFill>
              <a:latin typeface="Microsoft New Tai Lue"/>
            </a:endParaRPr>
          </a:p>
        </p:txBody>
      </p:sp>
    </p:spTree>
    <p:extLst>
      <p:ext uri="{BB962C8B-B14F-4D97-AF65-F5344CB8AC3E}">
        <p14:creationId xmlns:p14="http://schemas.microsoft.com/office/powerpoint/2010/main" val="30272847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User guide">
    <p:spTree>
      <p:nvGrpSpPr>
        <p:cNvPr id="1" name=""/>
        <p:cNvGrpSpPr/>
        <p:nvPr/>
      </p:nvGrpSpPr>
      <p:grpSpPr>
        <a:xfrm>
          <a:off x="0" y="0"/>
          <a:ext cx="0" cy="0"/>
          <a:chOff x="0" y="0"/>
          <a:chExt cx="0" cy="0"/>
        </a:xfrm>
      </p:grpSpPr>
      <p:sp>
        <p:nvSpPr>
          <p:cNvPr id="22" name="Pladsholder til dato 3" hidden="1">
            <a:extLst>
              <a:ext uri="{FF2B5EF4-FFF2-40B4-BE49-F238E27FC236}">
                <a16:creationId xmlns:a16="http://schemas.microsoft.com/office/drawing/2014/main" id="{79C6BA40-0A49-7673-45A9-7C4D3541BA07}"/>
              </a:ext>
            </a:extLst>
          </p:cNvPr>
          <p:cNvSpPr>
            <a:spLocks noGrp="1"/>
          </p:cNvSpPr>
          <p:nvPr>
            <p:ph type="dt" sz="half" idx="10"/>
          </p:nvPr>
        </p:nvSpPr>
        <p:spPr>
          <a:xfrm>
            <a:off x="0" y="6858000"/>
            <a:ext cx="0" cy="0"/>
          </a:xfrm>
        </p:spPr>
        <p:txBody>
          <a:bodyPr/>
          <a:lstStyle>
            <a:lvl1pPr>
              <a:defRPr sz="100">
                <a:noFill/>
              </a:defRPr>
            </a:lvl1pPr>
          </a:lstStyle>
          <a:p>
            <a:fld id="{6622F690-D5D4-4852-B56B-61A8F1BA299A}" type="datetime1">
              <a:rPr lang="en-GB" smtClean="0"/>
              <a:t>10/11/2025</a:t>
            </a:fld>
            <a:endParaRPr lang="en-GB" dirty="0"/>
          </a:p>
        </p:txBody>
      </p:sp>
      <p:sp>
        <p:nvSpPr>
          <p:cNvPr id="23" name="Pladsholder til sidefod 4" hidden="1">
            <a:extLst>
              <a:ext uri="{FF2B5EF4-FFF2-40B4-BE49-F238E27FC236}">
                <a16:creationId xmlns:a16="http://schemas.microsoft.com/office/drawing/2014/main" id="{F4D4719E-1E3F-B75D-AF75-C575C79D6C77}"/>
              </a:ext>
            </a:extLst>
          </p:cNvPr>
          <p:cNvSpPr>
            <a:spLocks noGrp="1"/>
          </p:cNvSpPr>
          <p:nvPr>
            <p:ph type="ftr" sz="quarter" idx="11"/>
          </p:nvPr>
        </p:nvSpPr>
        <p:spPr>
          <a:xfrm>
            <a:off x="0" y="6858000"/>
            <a:ext cx="0" cy="0"/>
          </a:xfrm>
        </p:spPr>
        <p:txBody>
          <a:bodyPr/>
          <a:lstStyle>
            <a:lvl1pPr>
              <a:defRPr sz="100">
                <a:noFill/>
              </a:defRPr>
            </a:lvl1pPr>
          </a:lstStyle>
          <a:p>
            <a:endParaRPr lang="en-GB" dirty="0"/>
          </a:p>
        </p:txBody>
      </p:sp>
      <p:sp>
        <p:nvSpPr>
          <p:cNvPr id="24" name="Pladsholder til slidenummer 5" hidden="1">
            <a:extLst>
              <a:ext uri="{FF2B5EF4-FFF2-40B4-BE49-F238E27FC236}">
                <a16:creationId xmlns:a16="http://schemas.microsoft.com/office/drawing/2014/main" id="{9434FDBC-E923-AFC0-E942-C956724548D0}"/>
              </a:ext>
            </a:extLst>
          </p:cNvPr>
          <p:cNvSpPr>
            <a:spLocks noGrp="1"/>
          </p:cNvSpPr>
          <p:nvPr>
            <p:ph type="sldNum" sz="quarter" idx="12"/>
          </p:nvPr>
        </p:nvSpPr>
        <p:spPr>
          <a:xfrm>
            <a:off x="0" y="6858000"/>
            <a:ext cx="0" cy="0"/>
          </a:xfrm>
        </p:spPr>
        <p:txBody>
          <a:bodyPr/>
          <a:lstStyle>
            <a:lvl1pPr>
              <a:defRPr sz="100">
                <a:noFill/>
              </a:defRPr>
            </a:lvl1pPr>
          </a:lstStyle>
          <a:p>
            <a:fld id="{091A926C-488A-4E3E-9C21-57CAA120E114}" type="slidenum">
              <a:rPr lang="en-GB" smtClean="0"/>
              <a:pPr/>
              <a:t>‹#›</a:t>
            </a:fld>
            <a:endParaRPr lang="en-GB" dirty="0"/>
          </a:p>
        </p:txBody>
      </p:sp>
      <p:sp>
        <p:nvSpPr>
          <p:cNvPr id="2" name="Title 1">
            <a:extLst>
              <a:ext uri="{FF2B5EF4-FFF2-40B4-BE49-F238E27FC236}">
                <a16:creationId xmlns:a16="http://schemas.microsoft.com/office/drawing/2014/main" id="{C4994A88-BF4A-BF39-B835-B0C753B4C19A}"/>
              </a:ext>
            </a:extLst>
          </p:cNvPr>
          <p:cNvSpPr txBox="1">
            <a:spLocks/>
          </p:cNvSpPr>
          <p:nvPr userDrawn="1"/>
        </p:nvSpPr>
        <p:spPr>
          <a:xfrm>
            <a:off x="588964" y="613649"/>
            <a:ext cx="11012486" cy="879921"/>
          </a:xfrm>
          <a:prstGeom prst="rect">
            <a:avLst/>
          </a:prstGeom>
        </p:spPr>
        <p:txBody>
          <a:bodyPr vert="horz" lIns="0" tIns="0" rIns="0" bIns="0" rtlCol="0" anchor="t" anchorCtr="0">
            <a:noAutofit/>
          </a:bodyPr>
          <a:lstStyle>
            <a:lvl1pPr>
              <a:lnSpc>
                <a:spcPct val="100000"/>
              </a:lnSpc>
              <a:spcBef>
                <a:spcPct val="0"/>
              </a:spcBef>
              <a:buNone/>
              <a:defRPr sz="3200">
                <a:solidFill>
                  <a:schemeClr val="bg1"/>
                </a:solidFill>
                <a:latin typeface="+mj-lt"/>
                <a:ea typeface="+mj-ea"/>
                <a:cs typeface="+mj-cs"/>
              </a:defRPr>
            </a:lvl1pPr>
          </a:lstStyle>
          <a:p>
            <a:pPr lvl="0"/>
            <a:r>
              <a:rPr lang="en-GB" sz="3000" dirty="0">
                <a:solidFill>
                  <a:schemeClr val="tx1"/>
                </a:solidFill>
              </a:rPr>
              <a:t>User guide </a:t>
            </a:r>
            <a:r>
              <a:rPr lang="en-GB" sz="1800" dirty="0">
                <a:solidFill>
                  <a:schemeClr val="tx1"/>
                </a:solidFill>
              </a:rPr>
              <a:t>– delete before use</a:t>
            </a:r>
          </a:p>
        </p:txBody>
      </p:sp>
      <p:sp>
        <p:nvSpPr>
          <p:cNvPr id="18" name="Text Box 48">
            <a:extLst>
              <a:ext uri="{FF2B5EF4-FFF2-40B4-BE49-F238E27FC236}">
                <a16:creationId xmlns:a16="http://schemas.microsoft.com/office/drawing/2014/main" id="{91151374-92CC-87E1-F9AB-1D43CA0CBE4F}"/>
              </a:ext>
            </a:extLst>
          </p:cNvPr>
          <p:cNvSpPr txBox="1">
            <a:spLocks noChangeArrowheads="1"/>
          </p:cNvSpPr>
          <p:nvPr userDrawn="1"/>
        </p:nvSpPr>
        <p:spPr bwMode="auto">
          <a:xfrm>
            <a:off x="587376" y="1640495"/>
            <a:ext cx="1750290" cy="3876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sz="1000" b="1" noProof="1">
                <a:solidFill>
                  <a:schemeClr val="tx1"/>
                </a:solidFill>
                <a:latin typeface="+mn-lt"/>
                <a:cs typeface="Arial" panose="020B0604020202020204" pitchFamily="34" charset="0"/>
              </a:rPr>
              <a:t>UCPH PowerPoint templates</a:t>
            </a:r>
            <a:br>
              <a:rPr lang="en-GB" sz="1000" b="1" noProof="1">
                <a:solidFill>
                  <a:schemeClr val="tx1"/>
                </a:solidFill>
                <a:latin typeface="+mn-lt"/>
                <a:cs typeface="Arial" panose="020B0604020202020204" pitchFamily="34" charset="0"/>
              </a:rPr>
            </a:br>
            <a:r>
              <a:rPr lang="en-GB" sz="800" dirty="0">
                <a:effectLst/>
                <a:latin typeface="+mj-lt"/>
                <a:ea typeface="Calibri" panose="020F0502020204030204" pitchFamily="34" charset="0"/>
                <a:cs typeface="Times New Roman" panose="02020603050405020304" pitchFamily="18" charset="0"/>
              </a:rPr>
              <a:t>When you open PowerPoint on your UCPH computer, </a:t>
            </a:r>
            <a:r>
              <a:rPr lang="en-GB" sz="800" kern="1200" dirty="0">
                <a:solidFill>
                  <a:schemeClr val="tx1"/>
                </a:solidFill>
                <a:effectLst/>
                <a:latin typeface="Arial" charset="0"/>
                <a:ea typeface="Calibri" panose="020F0502020204030204" pitchFamily="34" charset="0"/>
                <a:cs typeface="Times New Roman" panose="02020603050405020304" pitchFamily="18" charset="0"/>
              </a:rPr>
              <a:t>PowerPoint opens </a:t>
            </a:r>
            <a:r>
              <a:rPr lang="en-GB" sz="800" dirty="0">
                <a:effectLst/>
                <a:latin typeface="+mj-lt"/>
                <a:ea typeface="Calibri" panose="020F0502020204030204" pitchFamily="34" charset="0"/>
                <a:cs typeface="Times New Roman" panose="02020603050405020304" pitchFamily="18" charset="0"/>
              </a:rPr>
              <a:t>a template in 16:9 format with an English UCPH logo.</a:t>
            </a:r>
          </a:p>
          <a:p>
            <a:pPr eaLnBrk="1" hangingPunct="1">
              <a:spcAft>
                <a:spcPts val="600"/>
              </a:spcAft>
              <a:defRPr/>
            </a:pPr>
            <a:r>
              <a:rPr lang="en-GB" sz="800" dirty="0">
                <a:effectLst/>
                <a:latin typeface="+mj-lt"/>
                <a:ea typeface="Calibri" panose="020F0502020204030204" pitchFamily="34" charset="0"/>
                <a:cs typeface="Times New Roman" panose="02020603050405020304" pitchFamily="18" charset="0"/>
              </a:rPr>
              <a:t>When you click on the UCPH tab in the toolbar, click "Select Template" to choose between templates</a:t>
            </a:r>
          </a:p>
          <a:p>
            <a:pPr marL="88900" indent="-88900" eaLnBrk="1" hangingPunct="1">
              <a:spcAft>
                <a:spcPts val="600"/>
              </a:spcAft>
              <a:buFont typeface="Arial" panose="020B0604020202020204" pitchFamily="34" charset="0"/>
              <a:buChar char="•"/>
              <a:defRPr/>
            </a:pPr>
            <a:r>
              <a:rPr lang="en-GB" sz="800" dirty="0">
                <a:effectLst/>
                <a:latin typeface="+mj-lt"/>
                <a:ea typeface="Calibri" panose="020F0502020204030204" pitchFamily="34" charset="0"/>
                <a:cs typeface="Times New Roman" panose="02020603050405020304" pitchFamily="18" charset="0"/>
              </a:rPr>
              <a:t>in Danish and English </a:t>
            </a:r>
          </a:p>
          <a:p>
            <a:pPr marL="88900" indent="-88900" eaLnBrk="1" hangingPunct="1">
              <a:spcAft>
                <a:spcPts val="600"/>
              </a:spcAft>
              <a:buFont typeface="Arial" panose="020B0604020202020204" pitchFamily="34" charset="0"/>
              <a:buChar char="•"/>
              <a:defRPr/>
            </a:pPr>
            <a:r>
              <a:rPr lang="en-GB" sz="800" dirty="0">
                <a:effectLst/>
                <a:latin typeface="+mj-lt"/>
                <a:ea typeface="Calibri" panose="020F0502020204030204" pitchFamily="34" charset="0"/>
                <a:cs typeface="Times New Roman" panose="02020603050405020304" pitchFamily="18" charset="0"/>
              </a:rPr>
              <a:t>in 16:9 format</a:t>
            </a:r>
          </a:p>
          <a:p>
            <a:pPr marL="88900" indent="-88900" eaLnBrk="1" hangingPunct="1">
              <a:spcAft>
                <a:spcPts val="600"/>
              </a:spcAft>
              <a:buFont typeface="Arial" panose="020B0604020202020204" pitchFamily="34" charset="0"/>
              <a:buChar char="•"/>
              <a:defRPr/>
            </a:pPr>
            <a:r>
              <a:rPr lang="en-GB" sz="800" dirty="0">
                <a:effectLst/>
                <a:latin typeface="+mj-lt"/>
                <a:ea typeface="Calibri" panose="020F0502020204030204" pitchFamily="34" charset="0"/>
                <a:cs typeface="Times New Roman" panose="02020603050405020304" pitchFamily="18" charset="0"/>
              </a:rPr>
              <a:t>in "full" or “small" versions (in the full version there is an example of each slide type in the left-hand window)</a:t>
            </a:r>
          </a:p>
          <a:p>
            <a:pPr marL="88900" indent="-88900" eaLnBrk="1" hangingPunct="1">
              <a:spcAft>
                <a:spcPts val="600"/>
              </a:spcAft>
              <a:buFont typeface="Arial" panose="020B0604020202020204" pitchFamily="34" charset="0"/>
              <a:buChar char="•"/>
              <a:defRPr/>
            </a:pPr>
            <a:r>
              <a:rPr lang="en-GB" sz="800" dirty="0">
                <a:effectLst/>
                <a:latin typeface="+mj-lt"/>
                <a:ea typeface="Calibri" panose="020F0502020204030204" pitchFamily="34" charset="0"/>
                <a:cs typeface="Times New Roman" panose="02020603050405020304" pitchFamily="18" charset="0"/>
              </a:rPr>
              <a:t>as well as an example slide with text in English.</a:t>
            </a:r>
          </a:p>
          <a:p>
            <a:pPr>
              <a:lnSpc>
                <a:spcPct val="115000"/>
              </a:lnSpc>
              <a:spcAft>
                <a:spcPts val="1000"/>
              </a:spcAft>
            </a:pPr>
            <a:r>
              <a:rPr lang="en-GB" sz="800" dirty="0">
                <a:effectLst/>
                <a:latin typeface="+mj-lt"/>
                <a:ea typeface="Calibri" panose="020F0502020204030204" pitchFamily="34" charset="0"/>
                <a:cs typeface="Times New Roman" panose="02020603050405020304" pitchFamily="18" charset="0"/>
              </a:rPr>
              <a:t>If you use a 'full' version, you must delete the slides you do not want to use.</a:t>
            </a:r>
            <a:br>
              <a:rPr lang="en-GB" sz="800" dirty="0">
                <a:effectLst/>
                <a:latin typeface="+mj-lt"/>
                <a:ea typeface="Calibri" panose="020F0502020204030204" pitchFamily="34" charset="0"/>
                <a:cs typeface="Times New Roman" panose="02020603050405020304" pitchFamily="18" charset="0"/>
              </a:rPr>
            </a:br>
            <a:br>
              <a:rPr lang="en-GB" sz="800" dirty="0">
                <a:effectLst/>
                <a:latin typeface="+mj-lt"/>
                <a:ea typeface="Calibri" panose="020F0502020204030204" pitchFamily="34" charset="0"/>
                <a:cs typeface="Times New Roman" panose="02020603050405020304" pitchFamily="18" charset="0"/>
              </a:rPr>
            </a:br>
            <a:r>
              <a:rPr lang="en-GB" sz="800" dirty="0">
                <a:effectLst/>
                <a:latin typeface="+mj-lt"/>
                <a:ea typeface="Calibri" panose="020F0502020204030204" pitchFamily="34" charset="0"/>
                <a:cs typeface="Times New Roman" panose="02020603050405020304" pitchFamily="18" charset="0"/>
              </a:rPr>
              <a:t>Mac users and others can download PowerPoint templates at</a:t>
            </a:r>
          </a:p>
          <a:p>
            <a:pPr>
              <a:lnSpc>
                <a:spcPct val="115000"/>
              </a:lnSpc>
              <a:spcAft>
                <a:spcPts val="1000"/>
              </a:spcAft>
            </a:pPr>
            <a:r>
              <a:rPr lang="en-GB" sz="800" dirty="0">
                <a:solidFill>
                  <a:schemeClr val="accent4"/>
                </a:solidFill>
                <a:effectLst/>
                <a:latin typeface="+mj-lt"/>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www.designguide.ku.dk/skabeloner/powerpoint/praesentationer/</a:t>
            </a:r>
            <a:endParaRPr lang="en-GB" sz="8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28" name="Text Box 48">
            <a:extLst>
              <a:ext uri="{FF2B5EF4-FFF2-40B4-BE49-F238E27FC236}">
                <a16:creationId xmlns:a16="http://schemas.microsoft.com/office/drawing/2014/main" id="{CC1000A9-67B6-3DBE-1556-907DFA8F39D9}"/>
              </a:ext>
            </a:extLst>
          </p:cNvPr>
          <p:cNvSpPr txBox="1">
            <a:spLocks noChangeArrowheads="1"/>
          </p:cNvSpPr>
          <p:nvPr userDrawn="1"/>
        </p:nvSpPr>
        <p:spPr bwMode="auto">
          <a:xfrm>
            <a:off x="2570384" y="3966227"/>
            <a:ext cx="1755548" cy="1763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Insert your unit name (e.g. your department), page numbers and the date</a:t>
            </a:r>
            <a:br>
              <a:rPr lang="en-GB" sz="1000" b="1" noProof="1">
                <a:solidFill>
                  <a:schemeClr val="tx1"/>
                </a:solidFill>
                <a:latin typeface="+mj-lt"/>
                <a:cs typeface="Arial" panose="020B0604020202020204" pitchFamily="34" charset="0"/>
              </a:rPr>
            </a:br>
            <a:r>
              <a:rPr lang="en-GB" sz="800" b="1" dirty="0">
                <a:effectLst/>
                <a:latin typeface="+mj-lt"/>
                <a:ea typeface="Calibri" panose="020F0502020204030204" pitchFamily="34" charset="0"/>
                <a:cs typeface="Times New Roman" panose="02020603050405020304" pitchFamily="18" charset="0"/>
              </a:rPr>
              <a:t>1. </a:t>
            </a:r>
            <a:r>
              <a:rPr lang="en-GB" sz="800" dirty="0">
                <a:effectLst/>
                <a:latin typeface="+mj-lt"/>
                <a:ea typeface="Calibri" panose="020F0502020204030204" pitchFamily="34" charset="0"/>
                <a:cs typeface="Times New Roman" panose="02020603050405020304" pitchFamily="18" charset="0"/>
              </a:rPr>
              <a:t>Click on </a:t>
            </a:r>
            <a:r>
              <a:rPr lang="en-GB" sz="800" b="1" dirty="0">
                <a:effectLst/>
                <a:latin typeface="+mj-lt"/>
                <a:ea typeface="Calibri" panose="020F0502020204030204" pitchFamily="34" charset="0"/>
                <a:cs typeface="Times New Roman" panose="02020603050405020304" pitchFamily="18" charset="0"/>
              </a:rPr>
              <a:t>Insert</a:t>
            </a:r>
            <a:r>
              <a:rPr lang="en-GB" sz="800" dirty="0">
                <a:effectLst/>
                <a:latin typeface="+mj-lt"/>
                <a:ea typeface="Calibri" panose="020F0502020204030204" pitchFamily="34" charset="0"/>
                <a:cs typeface="Times New Roman" panose="02020603050405020304" pitchFamily="18" charset="0"/>
              </a:rPr>
              <a:t> in the top menu</a:t>
            </a:r>
          </a:p>
          <a:p>
            <a:pPr>
              <a:lnSpc>
                <a:spcPct val="90000"/>
              </a:lnSpc>
              <a:spcAft>
                <a:spcPts val="1000"/>
              </a:spcAft>
            </a:pPr>
            <a:r>
              <a:rPr lang="en-GB" sz="800" b="1" dirty="0">
                <a:effectLst/>
                <a:latin typeface="+mj-lt"/>
                <a:ea typeface="Calibri" panose="020F0502020204030204" pitchFamily="34" charset="0"/>
                <a:cs typeface="Times New Roman" panose="02020603050405020304" pitchFamily="18" charset="0"/>
              </a:rPr>
              <a:t>2. </a:t>
            </a:r>
            <a:r>
              <a:rPr lang="en-GB" sz="800" dirty="0">
                <a:effectLst/>
                <a:latin typeface="+mj-lt"/>
                <a:ea typeface="Calibri" panose="020F0502020204030204" pitchFamily="34" charset="0"/>
                <a:cs typeface="Times New Roman" panose="02020603050405020304" pitchFamily="18" charset="0"/>
              </a:rPr>
              <a:t>Select </a:t>
            </a:r>
            <a:r>
              <a:rPr lang="en-GB" sz="800" b="1" dirty="0">
                <a:effectLst/>
                <a:latin typeface="+mj-lt"/>
                <a:ea typeface="Calibri" panose="020F0502020204030204" pitchFamily="34" charset="0"/>
                <a:cs typeface="Times New Roman" panose="02020603050405020304" pitchFamily="18" charset="0"/>
              </a:rPr>
              <a:t>Header and Footer</a:t>
            </a:r>
          </a:p>
          <a:p>
            <a:pPr>
              <a:lnSpc>
                <a:spcPct val="90000"/>
              </a:lnSpc>
              <a:spcAft>
                <a:spcPts val="1000"/>
              </a:spcAft>
            </a:pPr>
            <a:r>
              <a:rPr lang="en-GB" sz="800" b="1" dirty="0">
                <a:effectLst/>
                <a:latin typeface="+mj-lt"/>
                <a:ea typeface="Calibri" panose="020F0502020204030204" pitchFamily="34" charset="0"/>
                <a:cs typeface="Times New Roman" panose="02020603050405020304" pitchFamily="18" charset="0"/>
              </a:rPr>
              <a:t>3. </a:t>
            </a:r>
            <a:r>
              <a:rPr lang="en-GB" sz="800" dirty="0">
                <a:effectLst/>
                <a:latin typeface="+mj-lt"/>
                <a:ea typeface="Calibri" panose="020F0502020204030204" pitchFamily="34" charset="0"/>
                <a:cs typeface="Times New Roman" panose="02020603050405020304" pitchFamily="18" charset="0"/>
              </a:rPr>
              <a:t>Fill in the fields</a:t>
            </a:r>
          </a:p>
          <a:p>
            <a:pPr>
              <a:lnSpc>
                <a:spcPct val="90000"/>
              </a:lnSpc>
              <a:spcAft>
                <a:spcPts val="1000"/>
              </a:spcAft>
            </a:pPr>
            <a:r>
              <a:rPr lang="en-GB" sz="800" b="1" dirty="0">
                <a:effectLst/>
                <a:latin typeface="+mj-lt"/>
                <a:ea typeface="Calibri" panose="020F0502020204030204" pitchFamily="34" charset="0"/>
                <a:cs typeface="Times New Roman" panose="02020603050405020304" pitchFamily="18" charset="0"/>
              </a:rPr>
              <a:t>4. </a:t>
            </a:r>
            <a:r>
              <a:rPr lang="en-GB" sz="800" dirty="0">
                <a:effectLst/>
                <a:latin typeface="+mj-lt"/>
                <a:ea typeface="Calibri" panose="020F0502020204030204" pitchFamily="34" charset="0"/>
                <a:cs typeface="Times New Roman" panose="02020603050405020304" pitchFamily="18" charset="0"/>
              </a:rPr>
              <a:t>Select </a:t>
            </a:r>
            <a:r>
              <a:rPr lang="en-GB" sz="800" b="1" dirty="0">
                <a:effectLst/>
                <a:latin typeface="+mj-lt"/>
                <a:ea typeface="Calibri" panose="020F0502020204030204" pitchFamily="34" charset="0"/>
                <a:cs typeface="Times New Roman" panose="02020603050405020304" pitchFamily="18" charset="0"/>
              </a:rPr>
              <a:t>Apply</a:t>
            </a:r>
            <a:r>
              <a:rPr lang="en-GB" sz="800" dirty="0">
                <a:effectLst/>
                <a:latin typeface="+mj-lt"/>
                <a:ea typeface="Calibri" panose="020F0502020204030204" pitchFamily="34" charset="0"/>
                <a:cs typeface="Times New Roman" panose="02020603050405020304" pitchFamily="18" charset="0"/>
              </a:rPr>
              <a:t> </a:t>
            </a:r>
            <a:r>
              <a:rPr lang="en-GB" sz="800" b="1" dirty="0">
                <a:effectLst/>
                <a:latin typeface="+mj-lt"/>
                <a:ea typeface="Calibri" panose="020F0502020204030204" pitchFamily="34" charset="0"/>
                <a:cs typeface="Times New Roman" panose="02020603050405020304" pitchFamily="18" charset="0"/>
              </a:rPr>
              <a:t>to all </a:t>
            </a:r>
            <a:r>
              <a:rPr lang="en-GB" sz="800" dirty="0">
                <a:effectLst/>
                <a:latin typeface="+mj-lt"/>
                <a:ea typeface="Calibri" panose="020F0502020204030204" pitchFamily="34" charset="0"/>
                <a:cs typeface="Times New Roman" panose="02020603050405020304" pitchFamily="18" charset="0"/>
              </a:rPr>
              <a:t>or </a:t>
            </a:r>
            <a:r>
              <a:rPr lang="en-GB" sz="800" b="1" dirty="0">
                <a:effectLst/>
                <a:latin typeface="+mj-lt"/>
                <a:ea typeface="Calibri" panose="020F0502020204030204" pitchFamily="34" charset="0"/>
                <a:cs typeface="Times New Roman" panose="02020603050405020304" pitchFamily="18" charset="0"/>
              </a:rPr>
              <a:t>Apply</a:t>
            </a:r>
            <a:r>
              <a:rPr lang="en-GB" sz="800" dirty="0">
                <a:effectLst/>
                <a:latin typeface="+mj-lt"/>
                <a:ea typeface="Calibri" panose="020F0502020204030204" pitchFamily="34" charset="0"/>
                <a:cs typeface="Times New Roman" panose="02020603050405020304" pitchFamily="18" charset="0"/>
              </a:rPr>
              <a:t> if it is only to be used on a single slide</a:t>
            </a:r>
          </a:p>
          <a:p>
            <a:pPr>
              <a:lnSpc>
                <a:spcPct val="90000"/>
              </a:lnSpc>
              <a:spcAft>
                <a:spcPts val="1000"/>
              </a:spcAft>
            </a:pPr>
            <a:r>
              <a:rPr lang="en-GB" sz="800" dirty="0">
                <a:effectLst/>
                <a:latin typeface="+mj-lt"/>
                <a:ea typeface="Calibri" panose="020F0502020204030204" pitchFamily="34" charset="0"/>
                <a:cs typeface="Times New Roman" panose="02020603050405020304" pitchFamily="18" charset="0"/>
              </a:rPr>
              <a:t>The information goes on the right-hand side of the page in the grey top bar.</a:t>
            </a:r>
          </a:p>
        </p:txBody>
      </p:sp>
      <p:sp>
        <p:nvSpPr>
          <p:cNvPr id="30" name="Text Box 48">
            <a:extLst>
              <a:ext uri="{FF2B5EF4-FFF2-40B4-BE49-F238E27FC236}">
                <a16:creationId xmlns:a16="http://schemas.microsoft.com/office/drawing/2014/main" id="{57AF5228-50BD-AF36-C290-EB6F54DA4AEB}"/>
              </a:ext>
            </a:extLst>
          </p:cNvPr>
          <p:cNvSpPr txBox="1">
            <a:spLocks noChangeArrowheads="1"/>
          </p:cNvSpPr>
          <p:nvPr userDrawn="1"/>
        </p:nvSpPr>
        <p:spPr bwMode="auto">
          <a:xfrm>
            <a:off x="587375" y="5688880"/>
            <a:ext cx="189959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sz="1000" b="1" noProof="1">
                <a:solidFill>
                  <a:schemeClr val="tx1"/>
                </a:solidFill>
                <a:latin typeface="+mn-lt"/>
                <a:cs typeface="Arial" panose="020B0604020202020204" pitchFamily="34" charset="0"/>
              </a:rPr>
              <a:t>Create a new slide (2010 + 2013 and 2016 version) </a:t>
            </a:r>
            <a:br>
              <a:rPr lang="en-GB" sz="1000" b="1" noProof="1">
                <a:solidFill>
                  <a:schemeClr val="tx1"/>
                </a:solidFill>
                <a:latin typeface="+mn-lt"/>
                <a:cs typeface="Arial" panose="020B0604020202020204" pitchFamily="34" charset="0"/>
              </a:rPr>
            </a:br>
            <a:r>
              <a:rPr lang="en-GB" altLang="da-DK" sz="800" b="1" noProof="1">
                <a:solidFill>
                  <a:schemeClr val="tx1"/>
                </a:solidFill>
                <a:latin typeface="+mn-lt"/>
                <a:cs typeface="Arial" panose="020B0604020202020204" pitchFamily="34" charset="0"/>
              </a:rPr>
              <a:t>1. </a:t>
            </a:r>
            <a:r>
              <a:rPr lang="en-GB" altLang="da-DK" sz="800" b="0" noProof="1">
                <a:solidFill>
                  <a:schemeClr val="tx1"/>
                </a:solidFill>
                <a:latin typeface="+mn-lt"/>
                <a:cs typeface="Arial" panose="020B0604020202020204" pitchFamily="34" charset="0"/>
              </a:rPr>
              <a:t>Click on </a:t>
            </a:r>
            <a:r>
              <a:rPr lang="en-GB" altLang="da-DK" sz="800" b="1" noProof="1">
                <a:solidFill>
                  <a:schemeClr val="tx1"/>
                </a:solidFill>
                <a:latin typeface="+mn-lt"/>
                <a:cs typeface="Arial" panose="020B0604020202020204" pitchFamily="34" charset="0"/>
              </a:rPr>
              <a:t>Home</a:t>
            </a:r>
          </a:p>
        </p:txBody>
      </p:sp>
      <p:pic>
        <p:nvPicPr>
          <p:cNvPr id="32" name="Billede 40">
            <a:extLst>
              <a:ext uri="{FF2B5EF4-FFF2-40B4-BE49-F238E27FC236}">
                <a16:creationId xmlns:a16="http://schemas.microsoft.com/office/drawing/2014/main" id="{47DEC83E-2557-C64A-8710-5E90C5500CCC}"/>
              </a:ext>
            </a:extLst>
          </p:cNvPr>
          <p:cNvPicPr>
            <a:picLocks noChangeAspect="1"/>
          </p:cNvPicPr>
          <p:nvPr userDrawn="1"/>
        </p:nvPicPr>
        <p:blipFill rotWithShape="1">
          <a:blip r:embed="rId3"/>
          <a:srcRect l="36944" r="2272" b="69429"/>
          <a:stretch/>
        </p:blipFill>
        <p:spPr>
          <a:xfrm>
            <a:off x="4157637" y="2896656"/>
            <a:ext cx="395416" cy="126627"/>
          </a:xfrm>
          <a:prstGeom prst="rect">
            <a:avLst/>
          </a:prstGeom>
        </p:spPr>
      </p:pic>
      <p:sp>
        <p:nvSpPr>
          <p:cNvPr id="34" name="Text Box 48">
            <a:extLst>
              <a:ext uri="{FF2B5EF4-FFF2-40B4-BE49-F238E27FC236}">
                <a16:creationId xmlns:a16="http://schemas.microsoft.com/office/drawing/2014/main" id="{296B2A40-51DD-3C24-64B4-9C261EFED2FF}"/>
              </a:ext>
            </a:extLst>
          </p:cNvPr>
          <p:cNvSpPr txBox="1">
            <a:spLocks noChangeArrowheads="1"/>
          </p:cNvSpPr>
          <p:nvPr userDrawn="1"/>
        </p:nvSpPr>
        <p:spPr bwMode="auto">
          <a:xfrm>
            <a:off x="2570384" y="2582327"/>
            <a:ext cx="1624241"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sz="1000" b="1" noProof="1">
                <a:solidFill>
                  <a:schemeClr val="tx1"/>
                </a:solidFill>
                <a:latin typeface="+mn-lt"/>
                <a:cs typeface="Arial" panose="020B0604020202020204" pitchFamily="34" charset="0"/>
              </a:rPr>
              <a:t>Replace slide type</a:t>
            </a:r>
            <a:br>
              <a:rPr lang="en-GB" sz="1000" b="1" noProof="1">
                <a:solidFill>
                  <a:schemeClr val="tx1"/>
                </a:solidFill>
                <a:latin typeface="+mn-lt"/>
                <a:cs typeface="Arial" panose="020B0604020202020204" pitchFamily="34" charset="0"/>
              </a:rPr>
            </a:br>
            <a:r>
              <a:rPr lang="en-GB" altLang="da-DK" sz="800" b="1" noProof="1">
                <a:solidFill>
                  <a:schemeClr val="tx1"/>
                </a:solidFill>
                <a:latin typeface="+mn-lt"/>
                <a:cs typeface="Arial" panose="020B0604020202020204" pitchFamily="34" charset="0"/>
              </a:rPr>
              <a:t>1. </a:t>
            </a:r>
            <a:r>
              <a:rPr lang="en-GB" altLang="da-DK" sz="800" noProof="1">
                <a:solidFill>
                  <a:schemeClr val="tx1"/>
                </a:solidFill>
                <a:latin typeface="+mn-lt"/>
                <a:cs typeface="Arial" panose="020B0604020202020204" pitchFamily="34" charset="0"/>
              </a:rPr>
              <a:t>Click on </a:t>
            </a:r>
            <a:r>
              <a:rPr lang="en-GB" altLang="da-DK" sz="800" b="1" noProof="1">
                <a:solidFill>
                  <a:schemeClr val="tx1"/>
                </a:solidFill>
                <a:latin typeface="+mn-lt"/>
                <a:cs typeface="Arial" panose="020B0604020202020204" pitchFamily="34" charset="0"/>
              </a:rPr>
              <a:t>Home</a:t>
            </a:r>
          </a:p>
          <a:p>
            <a:pPr eaLnBrk="1" hangingPunct="1">
              <a:spcAft>
                <a:spcPts val="600"/>
              </a:spcAft>
              <a:defRPr/>
            </a:pPr>
            <a:r>
              <a:rPr lang="en-GB" altLang="da-DK" sz="800" b="1" noProof="1">
                <a:solidFill>
                  <a:schemeClr val="tx1"/>
                </a:solidFill>
                <a:latin typeface="+mn-lt"/>
                <a:cs typeface="Arial" panose="020B0604020202020204" pitchFamily="34" charset="0"/>
              </a:rPr>
              <a:t>2.</a:t>
            </a:r>
            <a:r>
              <a:rPr lang="en-GB" altLang="da-DK" sz="800" b="1" baseline="0" noProof="1">
                <a:solidFill>
                  <a:schemeClr val="tx1"/>
                </a:solidFill>
                <a:latin typeface="+mn-lt"/>
                <a:cs typeface="Arial" panose="020B0604020202020204" pitchFamily="34" charset="0"/>
              </a:rPr>
              <a:t> </a:t>
            </a:r>
            <a:r>
              <a:rPr lang="en-GB" altLang="da-DK" sz="800" baseline="0" noProof="1">
                <a:solidFill>
                  <a:schemeClr val="tx1"/>
                </a:solidFill>
                <a:latin typeface="+mn-lt"/>
                <a:cs typeface="Arial" panose="020B0604020202020204" pitchFamily="34" charset="0"/>
              </a:rPr>
              <a:t>Select </a:t>
            </a:r>
            <a:r>
              <a:rPr lang="en-GB" altLang="da-DK" sz="800" b="1" baseline="0" noProof="1">
                <a:solidFill>
                  <a:schemeClr val="tx1"/>
                </a:solidFill>
                <a:latin typeface="+mn-lt"/>
                <a:cs typeface="Arial" panose="020B0604020202020204" pitchFamily="34" charset="0"/>
              </a:rPr>
              <a:t>Layout</a:t>
            </a:r>
            <a:r>
              <a:rPr lang="en-GB" altLang="da-DK" sz="800" baseline="0" noProof="1">
                <a:solidFill>
                  <a:schemeClr val="tx1"/>
                </a:solidFill>
                <a:latin typeface="+mn-lt"/>
                <a:cs typeface="Arial" panose="020B0604020202020204" pitchFamily="34" charset="0"/>
              </a:rPr>
              <a:t> to change the layout of your current slide.</a:t>
            </a:r>
          </a:p>
        </p:txBody>
      </p:sp>
      <p:sp>
        <p:nvSpPr>
          <p:cNvPr id="36" name="Text Box 48">
            <a:extLst>
              <a:ext uri="{FF2B5EF4-FFF2-40B4-BE49-F238E27FC236}">
                <a16:creationId xmlns:a16="http://schemas.microsoft.com/office/drawing/2014/main" id="{26A5352B-2D88-0049-FF68-7A3677982A27}"/>
              </a:ext>
            </a:extLst>
          </p:cNvPr>
          <p:cNvSpPr txBox="1">
            <a:spLocks noChangeArrowheads="1"/>
          </p:cNvSpPr>
          <p:nvPr userDrawn="1"/>
        </p:nvSpPr>
        <p:spPr bwMode="auto">
          <a:xfrm>
            <a:off x="2570384" y="3315092"/>
            <a:ext cx="16346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sz="1000" b="1" noProof="1">
                <a:solidFill>
                  <a:schemeClr val="tx1"/>
                </a:solidFill>
                <a:latin typeface="+mn-lt"/>
                <a:cs typeface="Arial" panose="020B0604020202020204" pitchFamily="34" charset="0"/>
              </a:rPr>
              <a:t>Font</a:t>
            </a:r>
            <a:br>
              <a:rPr lang="en-GB" sz="1000" b="1" noProof="1">
                <a:solidFill>
                  <a:schemeClr val="tx1"/>
                </a:solidFill>
                <a:latin typeface="+mn-lt"/>
                <a:cs typeface="Arial" panose="020B0604020202020204" pitchFamily="34" charset="0"/>
              </a:rPr>
            </a:br>
            <a:r>
              <a:rPr lang="en-GB" altLang="da-DK" sz="800" b="0" noProof="1">
                <a:solidFill>
                  <a:schemeClr val="tx1"/>
                </a:solidFill>
                <a:latin typeface="+mn-lt"/>
                <a:cs typeface="Arial" panose="020B0604020202020204" pitchFamily="34" charset="0"/>
              </a:rPr>
              <a:t>UCPH uses the font Microsoft New Tai Lue in PowerPoint.</a:t>
            </a:r>
            <a:endParaRPr lang="en-GB" altLang="da-DK" sz="800" b="0" baseline="0" noProof="1">
              <a:solidFill>
                <a:schemeClr val="tx1"/>
              </a:solidFill>
              <a:latin typeface="+mn-lt"/>
              <a:cs typeface="Arial" panose="020B0604020202020204" pitchFamily="34" charset="0"/>
            </a:endParaRPr>
          </a:p>
        </p:txBody>
      </p:sp>
      <p:sp>
        <p:nvSpPr>
          <p:cNvPr id="38" name="Text Box 48">
            <a:extLst>
              <a:ext uri="{FF2B5EF4-FFF2-40B4-BE49-F238E27FC236}">
                <a16:creationId xmlns:a16="http://schemas.microsoft.com/office/drawing/2014/main" id="{F1FD1FCB-14AB-C8C8-E3B6-3A9C2354347E}"/>
              </a:ext>
            </a:extLst>
          </p:cNvPr>
          <p:cNvSpPr txBox="1">
            <a:spLocks noChangeArrowheads="1"/>
          </p:cNvSpPr>
          <p:nvPr userDrawn="1"/>
        </p:nvSpPr>
        <p:spPr bwMode="auto">
          <a:xfrm>
            <a:off x="4739114" y="1627125"/>
            <a:ext cx="1634624" cy="2339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Gridliness and Guides</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To see gridlines and guides</a:t>
            </a:r>
          </a:p>
          <a:p>
            <a:pPr marL="0" indent="0" eaLnBrk="1" hangingPunct="1">
              <a:lnSpc>
                <a:spcPct val="90000"/>
              </a:lnSpc>
              <a:spcAft>
                <a:spcPts val="600"/>
              </a:spcAft>
              <a:buNone/>
              <a:defRPr/>
            </a:pPr>
            <a:r>
              <a:rPr lang="en-GB" sz="800" b="1" noProof="1">
                <a:solidFill>
                  <a:schemeClr val="tx1"/>
                </a:solidFill>
                <a:latin typeface="+mj-lt"/>
                <a:cs typeface="Arial" panose="020B0604020202020204" pitchFamily="34" charset="0"/>
              </a:rPr>
              <a:t>1. </a:t>
            </a:r>
            <a:r>
              <a:rPr lang="en-GB" sz="800" b="0" noProof="1">
                <a:solidFill>
                  <a:schemeClr val="tx1"/>
                </a:solidFill>
                <a:latin typeface="+mj-lt"/>
                <a:cs typeface="Arial" panose="020B0604020202020204" pitchFamily="34" charset="0"/>
              </a:rPr>
              <a:t>Click on </a:t>
            </a:r>
            <a:r>
              <a:rPr lang="en-GB" sz="800" b="1" noProof="1">
                <a:solidFill>
                  <a:schemeClr val="tx1"/>
                </a:solidFill>
                <a:latin typeface="+mj-lt"/>
                <a:cs typeface="Arial" panose="020B0604020202020204" pitchFamily="34" charset="0"/>
              </a:rPr>
              <a:t>View</a:t>
            </a:r>
          </a:p>
          <a:p>
            <a:pPr marL="0" indent="0" eaLnBrk="1" hangingPunct="1">
              <a:lnSpc>
                <a:spcPct val="90000"/>
              </a:lnSpc>
              <a:spcAft>
                <a:spcPts val="600"/>
              </a:spcAft>
              <a:buNone/>
              <a:defRPr/>
            </a:pPr>
            <a:r>
              <a:rPr lang="en-GB" sz="800" b="1" noProof="1">
                <a:solidFill>
                  <a:schemeClr val="tx1"/>
                </a:solidFill>
                <a:latin typeface="+mj-lt"/>
                <a:cs typeface="Arial" panose="020B0604020202020204" pitchFamily="34" charset="0"/>
              </a:rPr>
              <a:t>2. </a:t>
            </a:r>
            <a:r>
              <a:rPr lang="en-GB" sz="800" b="0" noProof="1">
                <a:solidFill>
                  <a:schemeClr val="tx1"/>
                </a:solidFill>
                <a:latin typeface="+mj-lt"/>
                <a:cs typeface="Arial" panose="020B0604020202020204" pitchFamily="34" charset="0"/>
              </a:rPr>
              <a:t>Select </a:t>
            </a:r>
            <a:r>
              <a:rPr lang="en-GB" sz="800" b="1" noProof="1">
                <a:solidFill>
                  <a:schemeClr val="tx1"/>
                </a:solidFill>
                <a:latin typeface="+mj-lt"/>
                <a:cs typeface="Arial" panose="020B0604020202020204" pitchFamily="34" charset="0"/>
              </a:rPr>
              <a:t>Gridlines</a:t>
            </a:r>
            <a:r>
              <a:rPr lang="en-GB" sz="800" b="0" noProof="1">
                <a:solidFill>
                  <a:schemeClr val="tx1"/>
                </a:solidFill>
                <a:latin typeface="+mj-lt"/>
                <a:cs typeface="Arial" panose="020B0604020202020204" pitchFamily="34" charset="0"/>
              </a:rPr>
              <a:t> and/or </a:t>
            </a:r>
            <a:r>
              <a:rPr lang="en-GB" sz="800" b="1" noProof="1">
                <a:solidFill>
                  <a:schemeClr val="tx1"/>
                </a:solidFill>
                <a:latin typeface="+mj-lt"/>
                <a:cs typeface="Arial" panose="020B0604020202020204" pitchFamily="34" charset="0"/>
              </a:rPr>
              <a:t>Guides</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To establish additional gridlines and guides</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1. </a:t>
            </a:r>
            <a:r>
              <a:rPr lang="en-GB" sz="800" b="0" noProof="1">
                <a:solidFill>
                  <a:schemeClr val="tx1"/>
                </a:solidFill>
                <a:latin typeface="+mj-lt"/>
                <a:cs typeface="Arial" panose="020B0604020202020204" pitchFamily="34" charset="0"/>
              </a:rPr>
              <a:t>Hover the mouse over an existing gridline and click on the line (coordinates of the line are displayed)</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2. </a:t>
            </a:r>
            <a:r>
              <a:rPr lang="en-GB" sz="800" b="0" noProof="1">
                <a:solidFill>
                  <a:schemeClr val="tx1"/>
                </a:solidFill>
                <a:latin typeface="+mj-lt"/>
                <a:cs typeface="Arial" panose="020B0604020202020204" pitchFamily="34" charset="0"/>
              </a:rPr>
              <a:t>Hold down the </a:t>
            </a:r>
            <a:r>
              <a:rPr lang="en-GB" sz="800" b="1" noProof="1">
                <a:solidFill>
                  <a:schemeClr val="tx1"/>
                </a:solidFill>
                <a:latin typeface="+mj-lt"/>
                <a:cs typeface="Arial" panose="020B0604020202020204" pitchFamily="34" charset="0"/>
              </a:rPr>
              <a:t>CTRL key </a:t>
            </a:r>
            <a:r>
              <a:rPr lang="en-GB" sz="800" b="0" noProof="1">
                <a:solidFill>
                  <a:schemeClr val="tx1"/>
                </a:solidFill>
                <a:latin typeface="+mj-lt"/>
                <a:cs typeface="Arial" panose="020B0604020202020204" pitchFamily="34" charset="0"/>
              </a:rPr>
              <a:t>while you move the location of the line (adds a new line).</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Tip: </a:t>
            </a:r>
            <a:r>
              <a:rPr lang="en-GB" sz="800" b="0" noProof="1">
                <a:solidFill>
                  <a:schemeClr val="tx1"/>
                </a:solidFill>
                <a:latin typeface="+mj-lt"/>
                <a:cs typeface="Arial" panose="020B0604020202020204" pitchFamily="34" charset="0"/>
              </a:rPr>
              <a:t>Press Alt + F9 for a rapid display of gridlines</a:t>
            </a:r>
          </a:p>
        </p:txBody>
      </p:sp>
      <p:sp>
        <p:nvSpPr>
          <p:cNvPr id="40" name="Text Box 48">
            <a:extLst>
              <a:ext uri="{FF2B5EF4-FFF2-40B4-BE49-F238E27FC236}">
                <a16:creationId xmlns:a16="http://schemas.microsoft.com/office/drawing/2014/main" id="{C4D76095-C685-6F22-B51D-0AFAF348C4C3}"/>
              </a:ext>
            </a:extLst>
          </p:cNvPr>
          <p:cNvSpPr txBox="1">
            <a:spLocks noChangeArrowheads="1"/>
          </p:cNvSpPr>
          <p:nvPr userDrawn="1"/>
        </p:nvSpPr>
        <p:spPr bwMode="auto">
          <a:xfrm>
            <a:off x="4728822" y="4141417"/>
            <a:ext cx="1634624" cy="2145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Insert picture</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On layouts with picture placeholders: Click the icon and select </a:t>
            </a:r>
            <a:r>
              <a:rPr lang="en-GB" sz="800" b="1" noProof="1">
                <a:solidFill>
                  <a:schemeClr val="tx1"/>
                </a:solidFill>
                <a:latin typeface="+mj-lt"/>
                <a:cs typeface="Arial" panose="020B0604020202020204" pitchFamily="34" charset="0"/>
              </a:rPr>
              <a:t>Insert</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The text  ”Clik here to insert image” will not be visible in presentation mode.</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You can find UCPH-images, which are adapted to and minimised to 16:9 format via this link: </a:t>
            </a:r>
            <a:br>
              <a:rPr lang="en-GB" sz="800" b="0"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 </a:t>
            </a:r>
            <a:r>
              <a:rPr lang="en-GB" sz="800" b="0" noProof="1">
                <a:solidFill>
                  <a:schemeClr val="accent4"/>
                </a:solidFill>
                <a:latin typeface="+mj-lt"/>
                <a:cs typeface="Arial" panose="020B0604020202020204" pitchFamily="34" charset="0"/>
                <a:hlinkClick r:id="rId4">
                  <a:extLst>
                    <a:ext uri="{A12FA001-AC4F-418D-AE19-62706E023703}">
                      <ahyp:hlinkClr xmlns:ahyp="http://schemas.microsoft.com/office/drawing/2018/hyperlinkcolor" val="tx"/>
                    </a:ext>
                  </a:extLst>
                </a:hlinkClick>
              </a:rPr>
              <a:t>https://image.ku.dk/shared/aZwD18034DnM3TYEw9XagEF6kxI6MLkV</a:t>
            </a:r>
            <a:endParaRPr lang="en-GB" sz="800" b="0" noProof="1">
              <a:solidFill>
                <a:schemeClr val="accent4"/>
              </a:solidFill>
              <a:latin typeface="+mj-lt"/>
              <a:cs typeface="Arial" panose="020B0604020202020204" pitchFamily="34" charset="0"/>
            </a:endParaRP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Select slide show-view to activate the link.</a:t>
            </a:r>
          </a:p>
        </p:txBody>
      </p:sp>
      <p:sp>
        <p:nvSpPr>
          <p:cNvPr id="42" name="Text Box 48">
            <a:extLst>
              <a:ext uri="{FF2B5EF4-FFF2-40B4-BE49-F238E27FC236}">
                <a16:creationId xmlns:a16="http://schemas.microsoft.com/office/drawing/2014/main" id="{449B76C2-6958-26C2-DD52-28127622EE08}"/>
              </a:ext>
            </a:extLst>
          </p:cNvPr>
          <p:cNvSpPr txBox="1">
            <a:spLocks noChangeArrowheads="1"/>
          </p:cNvSpPr>
          <p:nvPr userDrawn="1"/>
        </p:nvSpPr>
        <p:spPr bwMode="auto">
          <a:xfrm>
            <a:off x="6691561" y="1640495"/>
            <a:ext cx="163462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Image sizes</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The optimal picture size is:</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16:9-format: 1.500 x 818 pixels</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Save the images in 72 dpi and in "jpg medium quality"</a:t>
            </a:r>
          </a:p>
        </p:txBody>
      </p:sp>
      <p:sp>
        <p:nvSpPr>
          <p:cNvPr id="44" name="Text Box 48">
            <a:extLst>
              <a:ext uri="{FF2B5EF4-FFF2-40B4-BE49-F238E27FC236}">
                <a16:creationId xmlns:a16="http://schemas.microsoft.com/office/drawing/2014/main" id="{B1B679C7-F81E-AF72-3832-BC2B20AF81E0}"/>
              </a:ext>
            </a:extLst>
          </p:cNvPr>
          <p:cNvSpPr txBox="1">
            <a:spLocks noChangeArrowheads="1"/>
          </p:cNvSpPr>
          <p:nvPr userDrawn="1"/>
        </p:nvSpPr>
        <p:spPr bwMode="auto">
          <a:xfrm>
            <a:off x="6691561" y="2720006"/>
            <a:ext cx="1634624"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Trimming pictures</a:t>
            </a:r>
            <a:br>
              <a:rPr lang="en-GB" sz="1000" b="1" noProof="1">
                <a:solidFill>
                  <a:schemeClr val="tx1"/>
                </a:solidFill>
                <a:latin typeface="+mj-lt"/>
                <a:cs typeface="Arial" panose="020B0604020202020204" pitchFamily="34" charset="0"/>
              </a:rPr>
            </a:br>
            <a:r>
              <a:rPr lang="en-GB" sz="800" b="1" noProof="1">
                <a:solidFill>
                  <a:schemeClr val="tx1"/>
                </a:solidFill>
                <a:latin typeface="+mj-lt"/>
                <a:cs typeface="Arial" panose="020B0604020202020204" pitchFamily="34" charset="0"/>
              </a:rPr>
              <a:t>1</a:t>
            </a:r>
            <a:r>
              <a:rPr lang="en-GB" sz="800" b="0" noProof="1">
                <a:solidFill>
                  <a:schemeClr val="tx1"/>
                </a:solidFill>
                <a:latin typeface="+mj-lt"/>
                <a:cs typeface="Arial" panose="020B0604020202020204" pitchFamily="34" charset="0"/>
              </a:rPr>
              <a:t>. Click</a:t>
            </a:r>
            <a:r>
              <a:rPr lang="en-GB" sz="800" b="1" noProof="1">
                <a:solidFill>
                  <a:schemeClr val="tx1"/>
                </a:solidFill>
                <a:latin typeface="+mj-lt"/>
                <a:cs typeface="Arial" panose="020B0604020202020204" pitchFamily="34" charset="0"/>
              </a:rPr>
              <a:t> Crop </a:t>
            </a:r>
            <a:r>
              <a:rPr lang="en-GB" sz="800" b="0" noProof="1">
                <a:solidFill>
                  <a:schemeClr val="tx1"/>
                </a:solidFill>
                <a:latin typeface="+mj-lt"/>
                <a:cs typeface="Arial" panose="020B0604020202020204" pitchFamily="34" charset="0"/>
              </a:rPr>
              <a:t>to change the image focus/size</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2. </a:t>
            </a:r>
            <a:r>
              <a:rPr lang="en-GB" sz="800" b="0" noProof="1">
                <a:solidFill>
                  <a:schemeClr val="tx1"/>
                </a:solidFill>
                <a:latin typeface="+mj-lt"/>
                <a:cs typeface="Arial" panose="020B0604020202020204" pitchFamily="34" charset="0"/>
              </a:rPr>
              <a:t>If you want to scale the picture, hold the </a:t>
            </a:r>
            <a:r>
              <a:rPr lang="en-GB" sz="800" b="1" noProof="1">
                <a:solidFill>
                  <a:schemeClr val="tx1"/>
                </a:solidFill>
                <a:latin typeface="+mj-lt"/>
                <a:cs typeface="Arial" panose="020B0604020202020204" pitchFamily="34" charset="0"/>
              </a:rPr>
              <a:t>SHIFT</a:t>
            </a:r>
            <a:r>
              <a:rPr lang="en-GB" sz="800" b="0" noProof="1">
                <a:solidFill>
                  <a:schemeClr val="tx1"/>
                </a:solidFill>
                <a:latin typeface="+mj-lt"/>
                <a:cs typeface="Arial" panose="020B0604020202020204" pitchFamily="34" charset="0"/>
              </a:rPr>
              <a:t> button down while dragging in the image corners</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3. </a:t>
            </a:r>
            <a:r>
              <a:rPr lang="en-GB" sz="800" b="0" noProof="1">
                <a:solidFill>
                  <a:schemeClr val="tx1"/>
                </a:solidFill>
                <a:latin typeface="+mj-lt"/>
                <a:cs typeface="Arial" panose="020B0604020202020204" pitchFamily="34" charset="0"/>
              </a:rPr>
              <a:t>Right-click on the picture and select </a:t>
            </a:r>
            <a:r>
              <a:rPr lang="en-GB" sz="800" b="1" noProof="1">
                <a:solidFill>
                  <a:schemeClr val="tx1"/>
                </a:solidFill>
                <a:latin typeface="+mj-lt"/>
                <a:cs typeface="Arial" panose="020B0604020202020204" pitchFamily="34" charset="0"/>
              </a:rPr>
              <a:t>Send to back</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Tip: </a:t>
            </a:r>
            <a:r>
              <a:rPr lang="en-GB" sz="800" b="0" noProof="1">
                <a:solidFill>
                  <a:schemeClr val="tx1"/>
                </a:solidFill>
                <a:latin typeface="+mj-lt"/>
                <a:cs typeface="Arial" panose="020B0604020202020204" pitchFamily="34" charset="0"/>
              </a:rPr>
              <a:t>If you delete the picture and inserts a new, the picture may be in front of text and graphics. If this happens, you must select the image, right-click and select </a:t>
            </a:r>
            <a:r>
              <a:rPr lang="en-GB" sz="800" b="1" noProof="1">
                <a:solidFill>
                  <a:schemeClr val="tx1"/>
                </a:solidFill>
                <a:latin typeface="+mj-lt"/>
                <a:cs typeface="Arial" panose="020B0604020202020204" pitchFamily="34" charset="0"/>
              </a:rPr>
              <a:t>Send to back</a:t>
            </a:r>
          </a:p>
        </p:txBody>
      </p:sp>
      <p:sp>
        <p:nvSpPr>
          <p:cNvPr id="46" name="Text Box 48">
            <a:extLst>
              <a:ext uri="{FF2B5EF4-FFF2-40B4-BE49-F238E27FC236}">
                <a16:creationId xmlns:a16="http://schemas.microsoft.com/office/drawing/2014/main" id="{DBC859E9-AAD9-582D-9CAB-53B97A96B2FE}"/>
              </a:ext>
            </a:extLst>
          </p:cNvPr>
          <p:cNvSpPr txBox="1">
            <a:spLocks noChangeArrowheads="1"/>
          </p:cNvSpPr>
          <p:nvPr userDrawn="1"/>
        </p:nvSpPr>
        <p:spPr bwMode="auto">
          <a:xfrm>
            <a:off x="6691561" y="4765322"/>
            <a:ext cx="1634624" cy="994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Template colors</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You can choose between a range of colors for backgrounds and graphs.</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Right-click on the surface of which you want to change the color and then click on the paint can icon</a:t>
            </a:r>
          </a:p>
        </p:txBody>
      </p:sp>
      <p:sp>
        <p:nvSpPr>
          <p:cNvPr id="48" name="Text Box 48">
            <a:extLst>
              <a:ext uri="{FF2B5EF4-FFF2-40B4-BE49-F238E27FC236}">
                <a16:creationId xmlns:a16="http://schemas.microsoft.com/office/drawing/2014/main" id="{5BDA7DE1-7BD9-6953-4F2C-C23FAB665D31}"/>
              </a:ext>
            </a:extLst>
          </p:cNvPr>
          <p:cNvSpPr txBox="1">
            <a:spLocks noChangeArrowheads="1"/>
          </p:cNvSpPr>
          <p:nvPr userDrawn="1"/>
        </p:nvSpPr>
        <p:spPr bwMode="auto">
          <a:xfrm>
            <a:off x="6691561" y="5815137"/>
            <a:ext cx="163462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Further information</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See</a:t>
            </a:r>
            <a:r>
              <a:rPr lang="en-GB" sz="800" b="0" baseline="0" noProof="1">
                <a:solidFill>
                  <a:schemeClr val="tx1"/>
                </a:solidFill>
                <a:latin typeface="+mj-lt"/>
                <a:cs typeface="Arial" panose="020B0604020202020204" pitchFamily="34" charset="0"/>
              </a:rPr>
              <a:t> </a:t>
            </a:r>
            <a:br>
              <a:rPr lang="en-GB" sz="800" b="0" baseline="0" noProof="1">
                <a:solidFill>
                  <a:schemeClr val="tx1"/>
                </a:solidFill>
                <a:latin typeface="+mj-lt"/>
                <a:cs typeface="Arial" panose="020B0604020202020204" pitchFamily="34" charset="0"/>
              </a:rPr>
            </a:br>
            <a: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t>www.designguide.ku.dk/</a:t>
            </a:r>
            <a:b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br>
            <a: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t>skabeloner/powerpoint/</a:t>
            </a:r>
            <a:b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br>
            <a:r>
              <a:rPr lang="en-GB" sz="800"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t>praesentationer/</a:t>
            </a:r>
            <a:endParaRPr lang="en-GB" sz="800" b="0" noProof="1">
              <a:solidFill>
                <a:schemeClr val="accent4"/>
              </a:solidFill>
              <a:latin typeface="+mj-lt"/>
              <a:cs typeface="Arial" panose="020B0604020202020204" pitchFamily="34" charset="0"/>
            </a:endParaRPr>
          </a:p>
        </p:txBody>
      </p:sp>
      <p:pic>
        <p:nvPicPr>
          <p:cNvPr id="50" name="Billede 25">
            <a:extLst>
              <a:ext uri="{FF2B5EF4-FFF2-40B4-BE49-F238E27FC236}">
                <a16:creationId xmlns:a16="http://schemas.microsoft.com/office/drawing/2014/main" id="{2BC7410A-935F-DC4A-F8A5-7F39AC457C1E}"/>
              </a:ext>
            </a:extLst>
          </p:cNvPr>
          <p:cNvPicPr>
            <a:picLocks noChangeAspect="1"/>
          </p:cNvPicPr>
          <p:nvPr userDrawn="1"/>
        </p:nvPicPr>
        <p:blipFill>
          <a:blip r:embed="rId6"/>
          <a:stretch>
            <a:fillRect/>
          </a:stretch>
        </p:blipFill>
        <p:spPr>
          <a:xfrm>
            <a:off x="6268044" y="4201412"/>
            <a:ext cx="257327" cy="275280"/>
          </a:xfrm>
          <a:prstGeom prst="rect">
            <a:avLst/>
          </a:prstGeom>
        </p:spPr>
      </p:pic>
      <p:pic>
        <p:nvPicPr>
          <p:cNvPr id="52" name="Billede 36">
            <a:extLst>
              <a:ext uri="{FF2B5EF4-FFF2-40B4-BE49-F238E27FC236}">
                <a16:creationId xmlns:a16="http://schemas.microsoft.com/office/drawing/2014/main" id="{56A21FCA-F356-F238-3DEE-A13BEFECD377}"/>
              </a:ext>
            </a:extLst>
          </p:cNvPr>
          <p:cNvPicPr>
            <a:picLocks noChangeAspect="1"/>
          </p:cNvPicPr>
          <p:nvPr userDrawn="1"/>
        </p:nvPicPr>
        <p:blipFill>
          <a:blip r:embed="rId7"/>
          <a:stretch>
            <a:fillRect/>
          </a:stretch>
        </p:blipFill>
        <p:spPr>
          <a:xfrm>
            <a:off x="8223538" y="2795378"/>
            <a:ext cx="288708" cy="275280"/>
          </a:xfrm>
          <a:prstGeom prst="rect">
            <a:avLst/>
          </a:prstGeom>
        </p:spPr>
      </p:pic>
      <p:pic>
        <p:nvPicPr>
          <p:cNvPr id="54" name="Billede 37">
            <a:extLst>
              <a:ext uri="{FF2B5EF4-FFF2-40B4-BE49-F238E27FC236}">
                <a16:creationId xmlns:a16="http://schemas.microsoft.com/office/drawing/2014/main" id="{8288A8D2-A953-FCF5-C54C-BED0258209D5}"/>
              </a:ext>
            </a:extLst>
          </p:cNvPr>
          <p:cNvPicPr>
            <a:picLocks noChangeAspect="1"/>
          </p:cNvPicPr>
          <p:nvPr userDrawn="1"/>
        </p:nvPicPr>
        <p:blipFill>
          <a:blip r:embed="rId8"/>
          <a:stretch>
            <a:fillRect/>
          </a:stretch>
        </p:blipFill>
        <p:spPr>
          <a:xfrm>
            <a:off x="8241826" y="3187789"/>
            <a:ext cx="223122" cy="228843"/>
          </a:xfrm>
          <a:prstGeom prst="rect">
            <a:avLst/>
          </a:prstGeom>
        </p:spPr>
      </p:pic>
      <p:sp>
        <p:nvSpPr>
          <p:cNvPr id="56" name="Text Box 48">
            <a:extLst>
              <a:ext uri="{FF2B5EF4-FFF2-40B4-BE49-F238E27FC236}">
                <a16:creationId xmlns:a16="http://schemas.microsoft.com/office/drawing/2014/main" id="{1AAEA91B-6C9C-9157-EFF5-6EEB67507A8E}"/>
              </a:ext>
            </a:extLst>
          </p:cNvPr>
          <p:cNvSpPr txBox="1">
            <a:spLocks noChangeArrowheads="1"/>
          </p:cNvSpPr>
          <p:nvPr userDrawn="1"/>
        </p:nvSpPr>
        <p:spPr bwMode="auto">
          <a:xfrm>
            <a:off x="2570384" y="1666128"/>
            <a:ext cx="1768136"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altLang="da-DK" sz="800" b="1" noProof="1">
                <a:solidFill>
                  <a:schemeClr val="tx1"/>
                </a:solidFill>
                <a:latin typeface="+mn-lt"/>
                <a:cs typeface="Arial" panose="020B0604020202020204" pitchFamily="34" charset="0"/>
              </a:rPr>
              <a:t>2.</a:t>
            </a:r>
            <a:r>
              <a:rPr lang="en-GB" altLang="da-DK" sz="800" b="1" baseline="0" noProof="1">
                <a:solidFill>
                  <a:schemeClr val="tx1"/>
                </a:solidFill>
                <a:latin typeface="+mn-lt"/>
                <a:cs typeface="Arial" panose="020B0604020202020204" pitchFamily="34" charset="0"/>
              </a:rPr>
              <a:t> </a:t>
            </a:r>
            <a:r>
              <a:rPr lang="en-GB" altLang="da-DK" sz="800" baseline="0" noProof="1">
                <a:solidFill>
                  <a:schemeClr val="tx1"/>
                </a:solidFill>
                <a:latin typeface="+mn-lt"/>
                <a:cs typeface="Arial" panose="020B0604020202020204" pitchFamily="34" charset="0"/>
              </a:rPr>
              <a:t>Under the </a:t>
            </a:r>
            <a:r>
              <a:rPr lang="en-GB" altLang="da-DK" sz="800" b="1" baseline="0" noProof="1">
                <a:solidFill>
                  <a:schemeClr val="tx1"/>
                </a:solidFill>
                <a:latin typeface="+mn-lt"/>
                <a:cs typeface="Arial" panose="020B0604020202020204" pitchFamily="34" charset="0"/>
              </a:rPr>
              <a:t>New slide </a:t>
            </a:r>
            <a:r>
              <a:rPr lang="en-GB" altLang="da-DK" sz="800" baseline="0" noProof="1">
                <a:solidFill>
                  <a:schemeClr val="tx1"/>
                </a:solidFill>
                <a:latin typeface="+mn-lt"/>
                <a:cs typeface="Arial" panose="020B0604020202020204" pitchFamily="34" charset="0"/>
              </a:rPr>
              <a:t>button Click on the top part of the button to create a slide identical to the one selected. Click on the bottom part of the button to see a selection of possible layout choices</a:t>
            </a:r>
            <a:endParaRPr lang="en-GB" altLang="da-DK" sz="800" noProof="1">
              <a:solidFill>
                <a:schemeClr val="tx1"/>
              </a:solidFill>
              <a:latin typeface="+mn-lt"/>
              <a:cs typeface="Arial" panose="020B0604020202020204" pitchFamily="34" charset="0"/>
            </a:endParaRPr>
          </a:p>
        </p:txBody>
      </p:sp>
      <p:pic>
        <p:nvPicPr>
          <p:cNvPr id="58" name="Picture 61">
            <a:extLst>
              <a:ext uri="{FF2B5EF4-FFF2-40B4-BE49-F238E27FC236}">
                <a16:creationId xmlns:a16="http://schemas.microsoft.com/office/drawing/2014/main" id="{874C9D93-430E-897F-0010-953653748BCE}"/>
              </a:ext>
            </a:extLst>
          </p:cNvPr>
          <p:cNvPicPr>
            <a:picLocks noChangeAspect="1"/>
          </p:cNvPicPr>
          <p:nvPr userDrawn="1"/>
        </p:nvPicPr>
        <p:blipFill>
          <a:blip r:embed="rId9"/>
          <a:stretch>
            <a:fillRect/>
          </a:stretch>
        </p:blipFill>
        <p:spPr>
          <a:xfrm>
            <a:off x="4271879" y="1743737"/>
            <a:ext cx="243186" cy="432989"/>
          </a:xfrm>
          <a:prstGeom prst="rect">
            <a:avLst/>
          </a:prstGeom>
        </p:spPr>
      </p:pic>
    </p:spTree>
    <p:extLst>
      <p:ext uri="{BB962C8B-B14F-4D97-AF65-F5344CB8AC3E}">
        <p14:creationId xmlns:p14="http://schemas.microsoft.com/office/powerpoint/2010/main" val="274027937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dsholder til titel 1"/>
          <p:cNvSpPr>
            <a:spLocks noGrp="1"/>
          </p:cNvSpPr>
          <p:nvPr>
            <p:ph type="title"/>
          </p:nvPr>
        </p:nvSpPr>
        <p:spPr>
          <a:xfrm>
            <a:off x="588965" y="620714"/>
            <a:ext cx="11012486" cy="864858"/>
          </a:xfrm>
          <a:prstGeom prst="rect">
            <a:avLst/>
          </a:prstGeom>
        </p:spPr>
        <p:txBody>
          <a:bodyPr vert="horz" lIns="0" tIns="0" rIns="0" bIns="0" rtlCol="0" anchor="t" anchorCtr="0">
            <a:noAutofit/>
          </a:bodyPr>
          <a:lstStyle/>
          <a:p>
            <a:r>
              <a:rPr lang="en-GB" dirty="0" err="1"/>
              <a:t>Klik</a:t>
            </a:r>
            <a:r>
              <a:rPr lang="en-GB" dirty="0"/>
              <a:t> for at </a:t>
            </a:r>
            <a:r>
              <a:rPr lang="en-GB" dirty="0" err="1"/>
              <a:t>redigere</a:t>
            </a:r>
            <a:r>
              <a:rPr lang="en-GB" dirty="0"/>
              <a:t> </a:t>
            </a:r>
            <a:r>
              <a:rPr lang="en-GB" dirty="0" err="1"/>
              <a:t>i</a:t>
            </a:r>
            <a:r>
              <a:rPr lang="en-GB" dirty="0"/>
              <a:t> master</a:t>
            </a:r>
          </a:p>
        </p:txBody>
      </p:sp>
      <p:sp>
        <p:nvSpPr>
          <p:cNvPr id="3" name="Pladsholder til tekst 2"/>
          <p:cNvSpPr>
            <a:spLocks noGrp="1"/>
          </p:cNvSpPr>
          <p:nvPr>
            <p:ph type="body" idx="1"/>
          </p:nvPr>
        </p:nvSpPr>
        <p:spPr>
          <a:xfrm>
            <a:off x="588964" y="1628775"/>
            <a:ext cx="11012487" cy="4673600"/>
          </a:xfrm>
          <a:prstGeom prst="rect">
            <a:avLst/>
          </a:prstGeom>
        </p:spPr>
        <p:txBody>
          <a:bodyPr vert="horz" lIns="0" tIns="0" rIns="0" bIns="0" rtlCol="0">
            <a:noAutofit/>
          </a:bodyPr>
          <a:lstStyle/>
          <a:p>
            <a:pPr lvl="0"/>
            <a:r>
              <a:rPr lang="en-GB" dirty="0" err="1"/>
              <a:t>Klik</a:t>
            </a:r>
            <a:r>
              <a:rPr lang="en-GB" dirty="0"/>
              <a:t> for at </a:t>
            </a:r>
            <a:r>
              <a:rPr lang="en-GB" dirty="0" err="1"/>
              <a:t>redigere</a:t>
            </a:r>
            <a:r>
              <a:rPr lang="en-GB" dirty="0"/>
              <a:t> </a:t>
            </a:r>
            <a:r>
              <a:rPr lang="en-GB" dirty="0" err="1"/>
              <a:t>i</a:t>
            </a:r>
            <a:r>
              <a:rPr lang="en-GB" dirty="0"/>
              <a:t> master</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a:p>
            <a:pPr lvl="3"/>
            <a:r>
              <a:rPr lang="en-GB" dirty="0"/>
              <a:t>4</a:t>
            </a:r>
          </a:p>
          <a:p>
            <a:pPr lvl="4"/>
            <a:r>
              <a:rPr lang="en-GB" dirty="0"/>
              <a:t>5</a:t>
            </a:r>
          </a:p>
          <a:p>
            <a:pPr lvl="5"/>
            <a:r>
              <a:rPr lang="en-GB" dirty="0"/>
              <a:t>6</a:t>
            </a:r>
          </a:p>
          <a:p>
            <a:pPr lvl="6"/>
            <a:r>
              <a:rPr lang="en-GB" dirty="0"/>
              <a:t>7</a:t>
            </a:r>
          </a:p>
          <a:p>
            <a:pPr lvl="7"/>
            <a:r>
              <a:rPr lang="en-GB" dirty="0"/>
              <a:t>8</a:t>
            </a:r>
          </a:p>
          <a:p>
            <a:pPr lvl="8"/>
            <a:r>
              <a:rPr lang="en-GB" dirty="0"/>
              <a:t>9</a:t>
            </a:r>
          </a:p>
        </p:txBody>
      </p:sp>
      <p:sp>
        <p:nvSpPr>
          <p:cNvPr id="10" name="Rectangle 19">
            <a:extLst>
              <a:ext uri="{FF2B5EF4-FFF2-40B4-BE49-F238E27FC236}">
                <a16:creationId xmlns:a16="http://schemas.microsoft.com/office/drawing/2014/main" id="{AF5BBBEC-8DDA-37BC-3B1E-5DB781A5DDC2}"/>
              </a:ext>
            </a:extLst>
          </p:cNvPr>
          <p:cNvSpPr/>
          <p:nvPr userDrawn="1"/>
        </p:nvSpPr>
        <p:spPr>
          <a:xfrm>
            <a:off x="0" y="0"/>
            <a:ext cx="12192000" cy="332655"/>
          </a:xfrm>
          <a:prstGeom prst="rect">
            <a:avLst/>
          </a:prstGeom>
          <a:gradFill flip="none" rotWithShape="1">
            <a:gsLst>
              <a:gs pos="0">
                <a:srgbClr val="FFFFFF"/>
              </a:gs>
              <a:gs pos="100000">
                <a:srgbClr val="EEEFEE">
                  <a:alpha val="92941"/>
                </a:srgbClr>
              </a:gs>
            </a:gsLst>
            <a:lin ang="5400000" scaled="0"/>
            <a:tileRect/>
          </a:gradFill>
          <a:ln w="381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5" name="Pladsholder til sidefod 4"/>
          <p:cNvSpPr>
            <a:spLocks noGrp="1"/>
          </p:cNvSpPr>
          <p:nvPr>
            <p:ph type="ftr" sz="quarter" idx="3"/>
          </p:nvPr>
        </p:nvSpPr>
        <p:spPr>
          <a:xfrm>
            <a:off x="3236495" y="85745"/>
            <a:ext cx="6981162" cy="176797"/>
          </a:xfrm>
          <a:prstGeom prst="rect">
            <a:avLst/>
          </a:prstGeom>
        </p:spPr>
        <p:txBody>
          <a:bodyPr vert="horz" lIns="0" tIns="0" rIns="0" bIns="0" rtlCol="0" anchor="b" anchorCtr="0"/>
          <a:lstStyle>
            <a:lvl1pPr algn="r">
              <a:defRPr sz="1000">
                <a:solidFill>
                  <a:srgbClr val="333333"/>
                </a:solidFill>
              </a:defRPr>
            </a:lvl1pPr>
          </a:lstStyle>
          <a:p>
            <a:endParaRPr lang="en-GB" dirty="0"/>
          </a:p>
        </p:txBody>
      </p:sp>
      <p:sp>
        <p:nvSpPr>
          <p:cNvPr id="6" name="Pladsholder til slidenummer 5"/>
          <p:cNvSpPr>
            <a:spLocks noGrp="1"/>
          </p:cNvSpPr>
          <p:nvPr>
            <p:ph type="sldNum" sz="quarter" idx="4"/>
          </p:nvPr>
        </p:nvSpPr>
        <p:spPr>
          <a:xfrm>
            <a:off x="11219691" y="85745"/>
            <a:ext cx="381759" cy="176797"/>
          </a:xfrm>
          <a:prstGeom prst="rect">
            <a:avLst/>
          </a:prstGeom>
        </p:spPr>
        <p:txBody>
          <a:bodyPr vert="horz" lIns="0" tIns="0" rIns="0" bIns="0" rtlCol="0" anchor="b" anchorCtr="0"/>
          <a:lstStyle>
            <a:lvl1pPr algn="r">
              <a:defRPr sz="1000">
                <a:solidFill>
                  <a:srgbClr val="333333"/>
                </a:solidFill>
              </a:defRPr>
            </a:lvl1pPr>
          </a:lstStyle>
          <a:p>
            <a:fld id="{091A926C-488A-4E3E-9C21-57CAA120E114}" type="slidenum">
              <a:rPr lang="en-GB" smtClean="0"/>
              <a:pPr/>
              <a:t>‹#›</a:t>
            </a:fld>
            <a:endParaRPr lang="en-GB" dirty="0"/>
          </a:p>
        </p:txBody>
      </p:sp>
      <p:sp>
        <p:nvSpPr>
          <p:cNvPr id="4" name="Pladsholder til dato 3"/>
          <p:cNvSpPr>
            <a:spLocks noGrp="1"/>
          </p:cNvSpPr>
          <p:nvPr>
            <p:ph type="dt" sz="half" idx="2"/>
          </p:nvPr>
        </p:nvSpPr>
        <p:spPr>
          <a:xfrm>
            <a:off x="10329111" y="85745"/>
            <a:ext cx="814976" cy="176797"/>
          </a:xfrm>
          <a:prstGeom prst="rect">
            <a:avLst/>
          </a:prstGeom>
        </p:spPr>
        <p:txBody>
          <a:bodyPr vert="horz" lIns="0" tIns="0" rIns="0" bIns="0" rtlCol="0" anchor="b" anchorCtr="0"/>
          <a:lstStyle>
            <a:lvl1pPr algn="r">
              <a:defRPr sz="1000">
                <a:solidFill>
                  <a:srgbClr val="333333"/>
                </a:solidFill>
              </a:defRPr>
            </a:lvl1pPr>
          </a:lstStyle>
          <a:p>
            <a:fld id="{0FFE5DD6-2126-4C5A-ADA9-CF5BE748E714}" type="datetime1">
              <a:rPr lang="en-GB" smtClean="0"/>
              <a:t>10/11/2025</a:t>
            </a:fld>
            <a:endParaRPr lang="en-GB" dirty="0"/>
          </a:p>
        </p:txBody>
      </p:sp>
      <p:pic>
        <p:nvPicPr>
          <p:cNvPr id="7" name="Picture 11">
            <a:extLst>
              <a:ext uri="{FF2B5EF4-FFF2-40B4-BE49-F238E27FC236}">
                <a16:creationId xmlns:a16="http://schemas.microsoft.com/office/drawing/2014/main" id="{2B48C9BE-CCF6-3266-2B8E-D27C7F011C9B}"/>
              </a:ext>
            </a:extLst>
          </p:cNvPr>
          <p:cNvPicPr>
            <a:picLocks noChangeAspect="1"/>
          </p:cNvPicPr>
          <p:nvPr userDrawn="1"/>
        </p:nvPicPr>
        <p:blipFill rotWithShape="1">
          <a:blip r:embed="rId32"/>
          <a:srcRect l="12043" t="11448" r="17199" b="13844"/>
          <a:stretch/>
        </p:blipFill>
        <p:spPr>
          <a:xfrm>
            <a:off x="335534" y="63578"/>
            <a:ext cx="166516" cy="211296"/>
          </a:xfrm>
          <a:prstGeom prst="rect">
            <a:avLst/>
          </a:prstGeom>
        </p:spPr>
      </p:pic>
      <p:pic>
        <p:nvPicPr>
          <p:cNvPr id="13" name="Picture 27">
            <a:extLst>
              <a:ext uri="{FF2B5EF4-FFF2-40B4-BE49-F238E27FC236}">
                <a16:creationId xmlns:a16="http://schemas.microsoft.com/office/drawing/2014/main" id="{863DD73D-5725-327E-8366-645E99E26ECD}"/>
              </a:ext>
            </a:extLst>
          </p:cNvPr>
          <p:cNvPicPr>
            <a:picLocks noChangeAspect="1"/>
          </p:cNvPicPr>
          <p:nvPr userDrawn="1"/>
        </p:nvPicPr>
        <p:blipFill>
          <a:blip r:embed="rId33" cstate="print">
            <a:extLst>
              <a:ext uri="{28A0092B-C50C-407E-A947-70E740481C1C}">
                <a14:useLocalDpi xmlns:a14="http://schemas.microsoft.com/office/drawing/2010/main" val="0"/>
              </a:ext>
            </a:extLst>
          </a:blip>
          <a:stretch>
            <a:fillRect/>
          </a:stretch>
        </p:blipFill>
        <p:spPr>
          <a:xfrm>
            <a:off x="561694" y="96467"/>
            <a:ext cx="2332648" cy="159521"/>
          </a:xfrm>
          <a:prstGeom prst="rect">
            <a:avLst/>
          </a:prstGeom>
        </p:spPr>
      </p:pic>
    </p:spTree>
    <p:extLst>
      <p:ext uri="{BB962C8B-B14F-4D97-AF65-F5344CB8AC3E}">
        <p14:creationId xmlns:p14="http://schemas.microsoft.com/office/powerpoint/2010/main" val="1203620196"/>
      </p:ext>
    </p:extLst>
  </p:cSld>
  <p:clrMap bg1="lt1" tx1="dk1" bg2="lt2" tx2="dk2" accent1="accent1" accent2="accent2" accent3="accent3" accent4="accent4" accent5="accent5" accent6="accent6" hlink="hlink" folHlink="folHlink"/>
  <p:sldLayoutIdLst>
    <p:sldLayoutId id="2147483672" r:id="rId1"/>
    <p:sldLayoutId id="2147483659" r:id="rId2"/>
    <p:sldLayoutId id="2147483671" r:id="rId3"/>
    <p:sldLayoutId id="2147483701" r:id="rId4"/>
    <p:sldLayoutId id="2147483674" r:id="rId5"/>
    <p:sldLayoutId id="2147483670" r:id="rId6"/>
    <p:sldLayoutId id="2147483660" r:id="rId7"/>
    <p:sldLayoutId id="2147483662" r:id="rId8"/>
    <p:sldLayoutId id="2147483684" r:id="rId9"/>
    <p:sldLayoutId id="2147483685" r:id="rId10"/>
    <p:sldLayoutId id="2147483664" r:id="rId11"/>
    <p:sldLayoutId id="2147483665" r:id="rId12"/>
    <p:sldLayoutId id="2147483689" r:id="rId13"/>
    <p:sldLayoutId id="2147483702" r:id="rId14"/>
    <p:sldLayoutId id="2147483703" r:id="rId15"/>
    <p:sldLayoutId id="2147483694" r:id="rId16"/>
    <p:sldLayoutId id="2147483692" r:id="rId17"/>
    <p:sldLayoutId id="2147483691" r:id="rId18"/>
    <p:sldLayoutId id="2147483697" r:id="rId19"/>
    <p:sldLayoutId id="2147483704" r:id="rId20"/>
    <p:sldLayoutId id="2147483705" r:id="rId21"/>
    <p:sldLayoutId id="2147483695" r:id="rId22"/>
    <p:sldLayoutId id="2147483698" r:id="rId23"/>
    <p:sldLayoutId id="2147483706" r:id="rId24"/>
    <p:sldLayoutId id="2147483707" r:id="rId25"/>
    <p:sldLayoutId id="2147483708" r:id="rId26"/>
    <p:sldLayoutId id="2147483709" r:id="rId27"/>
    <p:sldLayoutId id="2147483710" r:id="rId28"/>
    <p:sldLayoutId id="2147483693" r:id="rId29"/>
    <p:sldLayoutId id="2147483688" r:id="rId30"/>
  </p:sldLayoutIdLst>
  <p:hf hdr="0" ftr="0"/>
  <p:txStyles>
    <p:titleStyle>
      <a:lvl1pPr algn="l" defTabSz="914400" rtl="0" eaLnBrk="1" latinLnBrk="0" hangingPunct="1">
        <a:lnSpc>
          <a:spcPct val="100000"/>
        </a:lnSpc>
        <a:spcBef>
          <a:spcPct val="0"/>
        </a:spcBef>
        <a:buNone/>
        <a:defRPr sz="3000" b="0" i="0" kern="1200" spc="60" baseline="0">
          <a:solidFill>
            <a:schemeClr val="accent1"/>
          </a:solidFill>
          <a:latin typeface="+mj-lt"/>
          <a:ea typeface="Open Sans Extrabold" panose="020B0606030504020204" pitchFamily="34" charset="0"/>
          <a:cs typeface="Microsoft New Tai Lue" panose="020B0502040204020203" pitchFamily="34" charset="0"/>
        </a:defRPr>
      </a:lvl1pPr>
    </p:titleStyle>
    <p:bodyStyle>
      <a:lvl1pPr marL="360000" indent="-360000" algn="l" defTabSz="914400" rtl="0" eaLnBrk="1" latinLnBrk="0" hangingPunct="1">
        <a:lnSpc>
          <a:spcPct val="100000"/>
        </a:lnSpc>
        <a:spcBef>
          <a:spcPts val="1000"/>
        </a:spcBef>
        <a:buFont typeface="Arial" panose="020B0604020202020204" pitchFamily="34" charset="0"/>
        <a:buChar char="•"/>
        <a:defRPr lang="da-DK" sz="2400" b="0" i="0" kern="1200" spc="60" baseline="0" dirty="0" smtClean="0">
          <a:solidFill>
            <a:schemeClr val="tx1"/>
          </a:solidFill>
          <a:latin typeface="+mn-lt"/>
          <a:ea typeface="+mn-ea"/>
          <a:cs typeface="Microsoft New Tai Lue" panose="020B0502040204020203" pitchFamily="34" charset="0"/>
        </a:defRPr>
      </a:lvl1pPr>
      <a:lvl2pPr marL="719138" marR="0" indent="-358775"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lang="da-DK" sz="2000" b="0" i="0" kern="1200" spc="60" baseline="0" dirty="0" smtClean="0">
          <a:solidFill>
            <a:schemeClr val="tx1"/>
          </a:solidFill>
          <a:latin typeface="+mn-lt"/>
          <a:ea typeface="+mn-ea"/>
          <a:cs typeface="Microsoft New Tai Lue" panose="020B0502040204020203" pitchFamily="34" charset="0"/>
        </a:defRPr>
      </a:lvl2pPr>
      <a:lvl3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3pPr>
      <a:lvl4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4pPr>
      <a:lvl5pPr marL="1072800" indent="-352800" algn="l" defTabSz="914400" rtl="0" eaLnBrk="1" latinLnBrk="0" hangingPunct="1">
        <a:lnSpc>
          <a:spcPct val="90000"/>
        </a:lnSpc>
        <a:spcBef>
          <a:spcPts val="500"/>
        </a:spcBef>
        <a:buFont typeface="Arial" panose="020B0604020202020204" pitchFamily="34" charset="0"/>
        <a:buChar char="•"/>
        <a:defRPr lang="da-DK" sz="1800" b="0" i="0" kern="1200" spc="60" baseline="0" dirty="0" smtClean="0">
          <a:solidFill>
            <a:schemeClr val="tx1"/>
          </a:solidFill>
          <a:latin typeface="+mn-lt"/>
          <a:ea typeface="+mn-ea"/>
          <a:cs typeface="Microsoft New Tai Lue" panose="020B0502040204020203" pitchFamily="34" charset="0"/>
        </a:defRPr>
      </a:lvl5pPr>
      <a:lvl6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6pPr>
      <a:lvl7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7pPr>
      <a:lvl8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8pPr>
      <a:lvl9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391" userDrawn="1">
          <p15:clr>
            <a:srgbClr val="F26B43"/>
          </p15:clr>
        </p15:guide>
        <p15:guide id="4" orient="horz" pos="935" userDrawn="1">
          <p15:clr>
            <a:srgbClr val="F26B43"/>
          </p15:clr>
        </p15:guide>
        <p15:guide id="5" pos="371" userDrawn="1">
          <p15:clr>
            <a:srgbClr val="F26B43"/>
          </p15:clr>
        </p15:guide>
        <p15:guide id="6" pos="7308" userDrawn="1">
          <p15:clr>
            <a:srgbClr val="F26B43"/>
          </p15:clr>
        </p15:guide>
        <p15:guide id="7" orient="horz" pos="1026" userDrawn="1">
          <p15:clr>
            <a:srgbClr val="F26B43"/>
          </p15:clr>
        </p15:guide>
        <p15:guide id="8" orient="horz" pos="397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353CCD-CCFC-E64F-9139-067816EBDDDC}"/>
              </a:ext>
            </a:extLst>
          </p:cNvPr>
          <p:cNvSpPr>
            <a:spLocks noGrp="1"/>
          </p:cNvSpPr>
          <p:nvPr>
            <p:ph type="ctrTitle"/>
          </p:nvPr>
        </p:nvSpPr>
        <p:spPr>
          <a:xfrm>
            <a:off x="0" y="2271092"/>
            <a:ext cx="5959476" cy="3895200"/>
          </a:xfrm>
        </p:spPr>
        <p:txBody>
          <a:bodyPr/>
          <a:lstStyle/>
          <a:p>
            <a:endParaRPr lang="en-GB" dirty="0"/>
          </a:p>
        </p:txBody>
      </p:sp>
      <p:sp>
        <p:nvSpPr>
          <p:cNvPr id="9" name="Text Placeholder 8">
            <a:extLst>
              <a:ext uri="{FF2B5EF4-FFF2-40B4-BE49-F238E27FC236}">
                <a16:creationId xmlns:a16="http://schemas.microsoft.com/office/drawing/2014/main" id="{3587BF4D-FADB-7E4A-B37D-A89E5EBBB7EF}"/>
              </a:ext>
            </a:extLst>
          </p:cNvPr>
          <p:cNvSpPr>
            <a:spLocks noGrp="1"/>
          </p:cNvSpPr>
          <p:nvPr>
            <p:ph type="body" sz="quarter" idx="13"/>
          </p:nvPr>
        </p:nvSpPr>
        <p:spPr/>
        <p:txBody>
          <a:bodyPr/>
          <a:lstStyle/>
          <a:p>
            <a:r>
              <a:rPr lang="en-GB" dirty="0"/>
              <a:t>Elliott Taguchi Dickinson</a:t>
            </a:r>
          </a:p>
          <a:p>
            <a:r>
              <a:rPr lang="en-GB" dirty="0"/>
              <a:t>Master student</a:t>
            </a:r>
          </a:p>
          <a:p>
            <a:endParaRPr lang="en-GB" dirty="0"/>
          </a:p>
        </p:txBody>
      </p:sp>
      <p:sp>
        <p:nvSpPr>
          <p:cNvPr id="10" name="Text Placeholder 9">
            <a:extLst>
              <a:ext uri="{FF2B5EF4-FFF2-40B4-BE49-F238E27FC236}">
                <a16:creationId xmlns:a16="http://schemas.microsoft.com/office/drawing/2014/main" id="{64E2B609-DC97-CE46-A633-94242427B761}"/>
              </a:ext>
            </a:extLst>
          </p:cNvPr>
          <p:cNvSpPr>
            <a:spLocks noGrp="1"/>
          </p:cNvSpPr>
          <p:nvPr>
            <p:ph type="body" sz="quarter" idx="14"/>
          </p:nvPr>
        </p:nvSpPr>
        <p:spPr/>
        <p:txBody>
          <a:bodyPr/>
          <a:lstStyle/>
          <a:p>
            <a:r>
              <a:rPr lang="en-GB" dirty="0"/>
              <a:t>November presentation</a:t>
            </a:r>
          </a:p>
        </p:txBody>
      </p:sp>
    </p:spTree>
    <p:extLst>
      <p:ext uri="{BB962C8B-B14F-4D97-AF65-F5344CB8AC3E}">
        <p14:creationId xmlns:p14="http://schemas.microsoft.com/office/powerpoint/2010/main" val="1429461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9928A-DD3B-6F02-CF75-2DD48B20C2B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5E5913E-9DA4-1702-9E43-80C6D1D32ED0}"/>
              </a:ext>
            </a:extLst>
          </p:cNvPr>
          <p:cNvSpPr>
            <a:spLocks noGrp="1"/>
          </p:cNvSpPr>
          <p:nvPr>
            <p:ph type="title"/>
          </p:nvPr>
        </p:nvSpPr>
        <p:spPr/>
        <p:txBody>
          <a:bodyPr/>
          <a:lstStyle/>
          <a:p>
            <a:r>
              <a:rPr lang="en-GB" dirty="0"/>
              <a:t>New project description – hallucination of de novo proteins.</a:t>
            </a:r>
          </a:p>
        </p:txBody>
      </p:sp>
      <p:sp>
        <p:nvSpPr>
          <p:cNvPr id="2" name="Date Placeholder 1">
            <a:extLst>
              <a:ext uri="{FF2B5EF4-FFF2-40B4-BE49-F238E27FC236}">
                <a16:creationId xmlns:a16="http://schemas.microsoft.com/office/drawing/2014/main" id="{40D7C5A8-9509-1B86-E60E-8CEA7AFC3E5B}"/>
              </a:ext>
            </a:extLst>
          </p:cNvPr>
          <p:cNvSpPr>
            <a:spLocks noGrp="1"/>
          </p:cNvSpPr>
          <p:nvPr>
            <p:ph type="dt" sz="half" idx="10"/>
          </p:nvPr>
        </p:nvSpPr>
        <p:spPr/>
        <p:txBody>
          <a:bodyPr/>
          <a:lstStyle/>
          <a:p>
            <a:fld id="{DD0E0F33-965B-4006-BF25-D26E1C84904D}" type="datetime1">
              <a:rPr lang="en-GB" smtClean="0"/>
              <a:t>10/11/2025</a:t>
            </a:fld>
            <a:endParaRPr lang="en-GB" dirty="0"/>
          </a:p>
        </p:txBody>
      </p:sp>
      <p:sp>
        <p:nvSpPr>
          <p:cNvPr id="3" name="Slide Number Placeholder 2">
            <a:extLst>
              <a:ext uri="{FF2B5EF4-FFF2-40B4-BE49-F238E27FC236}">
                <a16:creationId xmlns:a16="http://schemas.microsoft.com/office/drawing/2014/main" id="{13B98DDF-1E1F-BC55-2D7E-B84FBA29F5D2}"/>
              </a:ext>
            </a:extLst>
          </p:cNvPr>
          <p:cNvSpPr>
            <a:spLocks noGrp="1"/>
          </p:cNvSpPr>
          <p:nvPr>
            <p:ph type="sldNum" sz="quarter" idx="12"/>
          </p:nvPr>
        </p:nvSpPr>
        <p:spPr/>
        <p:txBody>
          <a:bodyPr/>
          <a:lstStyle/>
          <a:p>
            <a:fld id="{091A926C-488A-4E3E-9C21-57CAA120E114}" type="slidenum">
              <a:rPr lang="en-GB" smtClean="0"/>
              <a:t>2</a:t>
            </a:fld>
            <a:endParaRPr lang="en-GB" dirty="0"/>
          </a:p>
        </p:txBody>
      </p:sp>
      <p:sp>
        <p:nvSpPr>
          <p:cNvPr id="6" name="Content Placeholder 5">
            <a:extLst>
              <a:ext uri="{FF2B5EF4-FFF2-40B4-BE49-F238E27FC236}">
                <a16:creationId xmlns:a16="http://schemas.microsoft.com/office/drawing/2014/main" id="{31938C17-665D-5E5A-FAE5-4A7A715CD00E}"/>
              </a:ext>
            </a:extLst>
          </p:cNvPr>
          <p:cNvSpPr>
            <a:spLocks noGrp="1"/>
          </p:cNvSpPr>
          <p:nvPr>
            <p:ph idx="1"/>
          </p:nvPr>
        </p:nvSpPr>
        <p:spPr>
          <a:xfrm>
            <a:off x="588963" y="1628775"/>
            <a:ext cx="5103693" cy="4673600"/>
          </a:xfrm>
        </p:spPr>
        <p:txBody>
          <a:bodyPr/>
          <a:lstStyle/>
          <a:p>
            <a:r>
              <a:rPr lang="en-DK" sz="2000" dirty="0">
                <a:latin typeface="Times New Roman" panose="02020603050405020304" pitchFamily="18" charset="0"/>
                <a:cs typeface="Times New Roman" panose="02020603050405020304" pitchFamily="18" charset="0"/>
              </a:rPr>
              <a:t>Now I’m focusing on the hallucination of de novo proteins, and more specifically the in silico validation scores used for scoring the results, that the various design methods generate.</a:t>
            </a:r>
          </a:p>
          <a:p>
            <a:r>
              <a:rPr lang="en-DK" sz="2000" dirty="0">
                <a:latin typeface="Times New Roman" panose="02020603050405020304" pitchFamily="18" charset="0"/>
                <a:cs typeface="Times New Roman" panose="02020603050405020304" pitchFamily="18" charset="0"/>
              </a:rPr>
              <a:t>We want to make an AI filter that tells us if the generated protein is a hit (a binder).</a:t>
            </a:r>
          </a:p>
        </p:txBody>
      </p:sp>
      <p:sp>
        <p:nvSpPr>
          <p:cNvPr id="9" name="TextBox 8">
            <a:extLst>
              <a:ext uri="{FF2B5EF4-FFF2-40B4-BE49-F238E27FC236}">
                <a16:creationId xmlns:a16="http://schemas.microsoft.com/office/drawing/2014/main" id="{C4E52BEA-2715-9409-D07C-A9D7063FBFFD}"/>
              </a:ext>
            </a:extLst>
          </p:cNvPr>
          <p:cNvSpPr txBox="1"/>
          <p:nvPr/>
        </p:nvSpPr>
        <p:spPr>
          <a:xfrm>
            <a:off x="5811253" y="1628774"/>
            <a:ext cx="4517858" cy="2246769"/>
          </a:xfrm>
          <a:prstGeom prst="rect">
            <a:avLst/>
          </a:prstGeom>
          <a:noFill/>
        </p:spPr>
        <p:txBody>
          <a:bodyPr wrap="square">
            <a:spAutoFit/>
          </a:bodyPr>
          <a:lstStyle/>
          <a:p>
            <a:pPr marL="285750" indent="-285750">
              <a:buFont typeface="Arial" panose="020B0604020202020204" pitchFamily="34" charset="0"/>
              <a:buChar char="•"/>
            </a:pPr>
            <a:r>
              <a:rPr lang="en-DK" sz="2000" dirty="0">
                <a:latin typeface="Times New Roman" panose="02020603050405020304" pitchFamily="18" charset="0"/>
                <a:cs typeface="Times New Roman" panose="02020603050405020304" pitchFamily="18" charset="0"/>
              </a:rPr>
              <a:t>One of my jobs is to gather, download and organize the training data on which the AI model will be trained on.</a:t>
            </a:r>
          </a:p>
          <a:p>
            <a:pPr marL="285750" indent="-285750">
              <a:buFont typeface="Arial" panose="020B0604020202020204" pitchFamily="34" charset="0"/>
              <a:buChar char="•"/>
            </a:pPr>
            <a:r>
              <a:rPr lang="en-DK" sz="2000" dirty="0">
                <a:latin typeface="Times New Roman" panose="02020603050405020304" pitchFamily="18" charset="0"/>
                <a:cs typeface="Times New Roman" panose="02020603050405020304" pitchFamily="18" charset="0"/>
              </a:rPr>
              <a:t>Goal: To program a new AI model that will make the scoring / filter part of hallucinating de novo proteins better, less costly and more precise</a:t>
            </a:r>
          </a:p>
        </p:txBody>
      </p:sp>
    </p:spTree>
    <p:extLst>
      <p:ext uri="{BB962C8B-B14F-4D97-AF65-F5344CB8AC3E}">
        <p14:creationId xmlns:p14="http://schemas.microsoft.com/office/powerpoint/2010/main" val="1365207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45D791-CCB3-1E41-9275-846295D53DCF}"/>
              </a:ext>
            </a:extLst>
          </p:cNvPr>
          <p:cNvSpPr>
            <a:spLocks noGrp="1"/>
          </p:cNvSpPr>
          <p:nvPr>
            <p:ph type="title"/>
          </p:nvPr>
        </p:nvSpPr>
        <p:spPr/>
        <p:txBody>
          <a:bodyPr/>
          <a:lstStyle/>
          <a:p>
            <a:r>
              <a:rPr lang="en-GB" dirty="0"/>
              <a:t>Current project outline</a:t>
            </a:r>
          </a:p>
        </p:txBody>
      </p:sp>
      <p:sp>
        <p:nvSpPr>
          <p:cNvPr id="2" name="Date Placeholder 1">
            <a:extLst>
              <a:ext uri="{FF2B5EF4-FFF2-40B4-BE49-F238E27FC236}">
                <a16:creationId xmlns:a16="http://schemas.microsoft.com/office/drawing/2014/main" id="{CB3716D6-12A9-6848-9732-186C35C727AC}"/>
              </a:ext>
            </a:extLst>
          </p:cNvPr>
          <p:cNvSpPr>
            <a:spLocks noGrp="1"/>
          </p:cNvSpPr>
          <p:nvPr>
            <p:ph type="dt" sz="half" idx="10"/>
          </p:nvPr>
        </p:nvSpPr>
        <p:spPr/>
        <p:txBody>
          <a:bodyPr/>
          <a:lstStyle/>
          <a:p>
            <a:fld id="{DD0E0F33-965B-4006-BF25-D26E1C84904D}" type="datetime1">
              <a:rPr lang="en-GB" smtClean="0"/>
              <a:t>10/11/2025</a:t>
            </a:fld>
            <a:endParaRPr lang="en-GB" dirty="0"/>
          </a:p>
        </p:txBody>
      </p:sp>
      <p:sp>
        <p:nvSpPr>
          <p:cNvPr id="3" name="Slide Number Placeholder 2">
            <a:extLst>
              <a:ext uri="{FF2B5EF4-FFF2-40B4-BE49-F238E27FC236}">
                <a16:creationId xmlns:a16="http://schemas.microsoft.com/office/drawing/2014/main" id="{2A59EDD3-1818-064E-95C1-FCEF1BC9CCB9}"/>
              </a:ext>
            </a:extLst>
          </p:cNvPr>
          <p:cNvSpPr>
            <a:spLocks noGrp="1"/>
          </p:cNvSpPr>
          <p:nvPr>
            <p:ph type="sldNum" sz="quarter" idx="12"/>
          </p:nvPr>
        </p:nvSpPr>
        <p:spPr/>
        <p:txBody>
          <a:bodyPr/>
          <a:lstStyle/>
          <a:p>
            <a:fld id="{091A926C-488A-4E3E-9C21-57CAA120E114}" type="slidenum">
              <a:rPr lang="en-GB" smtClean="0"/>
              <a:t>3</a:t>
            </a:fld>
            <a:endParaRPr lang="en-GB" dirty="0"/>
          </a:p>
        </p:txBody>
      </p:sp>
      <p:pic>
        <p:nvPicPr>
          <p:cNvPr id="19" name="Content Placeholder 18" descr="A timeline of a timeline&#10;&#10;AI-generated content may be incorrect.">
            <a:extLst>
              <a:ext uri="{FF2B5EF4-FFF2-40B4-BE49-F238E27FC236}">
                <a16:creationId xmlns:a16="http://schemas.microsoft.com/office/drawing/2014/main" id="{7D8782E0-145F-DB3A-B981-DAB13D413819}"/>
              </a:ext>
            </a:extLst>
          </p:cNvPr>
          <p:cNvPicPr>
            <a:picLocks noGrp="1" noChangeAspect="1"/>
          </p:cNvPicPr>
          <p:nvPr>
            <p:ph idx="1"/>
          </p:nvPr>
        </p:nvPicPr>
        <p:blipFill>
          <a:blip r:embed="rId3"/>
          <a:stretch>
            <a:fillRect/>
          </a:stretch>
        </p:blipFill>
        <p:spPr>
          <a:xfrm>
            <a:off x="588963" y="1293924"/>
            <a:ext cx="9224738" cy="5486078"/>
          </a:xfrm>
        </p:spPr>
      </p:pic>
    </p:spTree>
    <p:extLst>
      <p:ext uri="{BB962C8B-B14F-4D97-AF65-F5344CB8AC3E}">
        <p14:creationId xmlns:p14="http://schemas.microsoft.com/office/powerpoint/2010/main" val="1079576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085C0-805C-F4C7-0AE2-079EC206247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4B08E9C-3D00-3E34-6B8D-C8F5DC1BC453}"/>
              </a:ext>
            </a:extLst>
          </p:cNvPr>
          <p:cNvSpPr>
            <a:spLocks noGrp="1"/>
          </p:cNvSpPr>
          <p:nvPr>
            <p:ph type="title"/>
          </p:nvPr>
        </p:nvSpPr>
        <p:spPr/>
        <p:txBody>
          <a:bodyPr/>
          <a:lstStyle/>
          <a:p>
            <a:r>
              <a:rPr lang="en-GB" dirty="0"/>
              <a:t>Current project outline</a:t>
            </a:r>
          </a:p>
        </p:txBody>
      </p:sp>
      <p:sp>
        <p:nvSpPr>
          <p:cNvPr id="2" name="Date Placeholder 1">
            <a:extLst>
              <a:ext uri="{FF2B5EF4-FFF2-40B4-BE49-F238E27FC236}">
                <a16:creationId xmlns:a16="http://schemas.microsoft.com/office/drawing/2014/main" id="{53AEC1E9-B55B-E074-15DD-E261E497D867}"/>
              </a:ext>
            </a:extLst>
          </p:cNvPr>
          <p:cNvSpPr>
            <a:spLocks noGrp="1"/>
          </p:cNvSpPr>
          <p:nvPr>
            <p:ph type="dt" sz="half" idx="10"/>
          </p:nvPr>
        </p:nvSpPr>
        <p:spPr/>
        <p:txBody>
          <a:bodyPr/>
          <a:lstStyle/>
          <a:p>
            <a:fld id="{DD0E0F33-965B-4006-BF25-D26E1C84904D}" type="datetime1">
              <a:rPr lang="en-GB" smtClean="0"/>
              <a:t>10/11/2025</a:t>
            </a:fld>
            <a:endParaRPr lang="en-GB" dirty="0"/>
          </a:p>
        </p:txBody>
      </p:sp>
      <p:sp>
        <p:nvSpPr>
          <p:cNvPr id="3" name="Slide Number Placeholder 2">
            <a:extLst>
              <a:ext uri="{FF2B5EF4-FFF2-40B4-BE49-F238E27FC236}">
                <a16:creationId xmlns:a16="http://schemas.microsoft.com/office/drawing/2014/main" id="{71AB9A84-DB09-2B55-876A-7006B2CE41B0}"/>
              </a:ext>
            </a:extLst>
          </p:cNvPr>
          <p:cNvSpPr>
            <a:spLocks noGrp="1"/>
          </p:cNvSpPr>
          <p:nvPr>
            <p:ph type="sldNum" sz="quarter" idx="12"/>
          </p:nvPr>
        </p:nvSpPr>
        <p:spPr/>
        <p:txBody>
          <a:bodyPr/>
          <a:lstStyle/>
          <a:p>
            <a:fld id="{091A926C-488A-4E3E-9C21-57CAA120E114}" type="slidenum">
              <a:rPr lang="en-GB" smtClean="0"/>
              <a:t>4</a:t>
            </a:fld>
            <a:endParaRPr lang="en-GB" dirty="0"/>
          </a:p>
        </p:txBody>
      </p:sp>
      <p:pic>
        <p:nvPicPr>
          <p:cNvPr id="19" name="Content Placeholder 18" descr="A timeline of a timeline&#10;&#10;AI-generated content may be incorrect.">
            <a:extLst>
              <a:ext uri="{FF2B5EF4-FFF2-40B4-BE49-F238E27FC236}">
                <a16:creationId xmlns:a16="http://schemas.microsoft.com/office/drawing/2014/main" id="{126365DF-9D80-82A9-608F-E9C890FCE869}"/>
              </a:ext>
            </a:extLst>
          </p:cNvPr>
          <p:cNvPicPr>
            <a:picLocks noGrp="1" noChangeAspect="1"/>
          </p:cNvPicPr>
          <p:nvPr>
            <p:ph idx="1"/>
          </p:nvPr>
        </p:nvPicPr>
        <p:blipFill>
          <a:blip r:embed="rId3"/>
          <a:stretch>
            <a:fillRect/>
          </a:stretch>
        </p:blipFill>
        <p:spPr>
          <a:xfrm>
            <a:off x="3554472" y="1484313"/>
            <a:ext cx="13681623" cy="8136649"/>
          </a:xfrm>
        </p:spPr>
      </p:pic>
    </p:spTree>
    <p:extLst>
      <p:ext uri="{BB962C8B-B14F-4D97-AF65-F5344CB8AC3E}">
        <p14:creationId xmlns:p14="http://schemas.microsoft.com/office/powerpoint/2010/main" val="402147028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28B83-CEBB-A7C8-3696-A735DEAE908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F99DCB1-822C-B8B7-4ABC-0565E4F0BF81}"/>
              </a:ext>
            </a:extLst>
          </p:cNvPr>
          <p:cNvSpPr>
            <a:spLocks noGrp="1"/>
          </p:cNvSpPr>
          <p:nvPr>
            <p:ph type="title"/>
          </p:nvPr>
        </p:nvSpPr>
        <p:spPr/>
        <p:txBody>
          <a:bodyPr/>
          <a:lstStyle/>
          <a:p>
            <a:r>
              <a:rPr lang="en-GB" dirty="0"/>
              <a:t>How I went about the initial filtering and analysis of the AdaptyvBio data set</a:t>
            </a:r>
          </a:p>
        </p:txBody>
      </p:sp>
      <p:sp>
        <p:nvSpPr>
          <p:cNvPr id="2" name="Date Placeholder 1">
            <a:extLst>
              <a:ext uri="{FF2B5EF4-FFF2-40B4-BE49-F238E27FC236}">
                <a16:creationId xmlns:a16="http://schemas.microsoft.com/office/drawing/2014/main" id="{D63CE1D1-15E5-4D3B-7289-378ED6B3274B}"/>
              </a:ext>
            </a:extLst>
          </p:cNvPr>
          <p:cNvSpPr>
            <a:spLocks noGrp="1"/>
          </p:cNvSpPr>
          <p:nvPr>
            <p:ph type="dt" sz="half" idx="10"/>
          </p:nvPr>
        </p:nvSpPr>
        <p:spPr/>
        <p:txBody>
          <a:bodyPr/>
          <a:lstStyle/>
          <a:p>
            <a:fld id="{DD0E0F33-965B-4006-BF25-D26E1C84904D}" type="datetime1">
              <a:rPr lang="en-GB" smtClean="0"/>
              <a:t>10/11/2025</a:t>
            </a:fld>
            <a:endParaRPr lang="en-GB" dirty="0"/>
          </a:p>
        </p:txBody>
      </p:sp>
      <p:sp>
        <p:nvSpPr>
          <p:cNvPr id="3" name="Slide Number Placeholder 2">
            <a:extLst>
              <a:ext uri="{FF2B5EF4-FFF2-40B4-BE49-F238E27FC236}">
                <a16:creationId xmlns:a16="http://schemas.microsoft.com/office/drawing/2014/main" id="{4EC56422-D96A-EE32-836D-23D663AF7C01}"/>
              </a:ext>
            </a:extLst>
          </p:cNvPr>
          <p:cNvSpPr>
            <a:spLocks noGrp="1"/>
          </p:cNvSpPr>
          <p:nvPr>
            <p:ph type="sldNum" sz="quarter" idx="12"/>
          </p:nvPr>
        </p:nvSpPr>
        <p:spPr/>
        <p:txBody>
          <a:bodyPr/>
          <a:lstStyle/>
          <a:p>
            <a:fld id="{091A926C-488A-4E3E-9C21-57CAA120E114}" type="slidenum">
              <a:rPr lang="en-GB" smtClean="0"/>
              <a:t>5</a:t>
            </a:fld>
            <a:endParaRPr lang="en-GB" dirty="0"/>
          </a:p>
        </p:txBody>
      </p:sp>
      <p:pic>
        <p:nvPicPr>
          <p:cNvPr id="17" name="Content Placeholder 16">
            <a:extLst>
              <a:ext uri="{FF2B5EF4-FFF2-40B4-BE49-F238E27FC236}">
                <a16:creationId xmlns:a16="http://schemas.microsoft.com/office/drawing/2014/main" id="{5DEE3C2C-3C04-3340-F9E5-354DDF5906C2}"/>
              </a:ext>
            </a:extLst>
          </p:cNvPr>
          <p:cNvPicPr>
            <a:picLocks noGrp="1" noChangeAspect="1"/>
          </p:cNvPicPr>
          <p:nvPr>
            <p:ph idx="1"/>
          </p:nvPr>
        </p:nvPicPr>
        <p:blipFill>
          <a:blip r:embed="rId3"/>
          <a:stretch>
            <a:fillRect/>
          </a:stretch>
        </p:blipFill>
        <p:spPr>
          <a:xfrm>
            <a:off x="588963" y="2033213"/>
            <a:ext cx="11012487" cy="3442928"/>
          </a:xfrm>
        </p:spPr>
      </p:pic>
      <p:sp>
        <p:nvSpPr>
          <p:cNvPr id="21" name="TextBox 20">
            <a:extLst>
              <a:ext uri="{FF2B5EF4-FFF2-40B4-BE49-F238E27FC236}">
                <a16:creationId xmlns:a16="http://schemas.microsoft.com/office/drawing/2014/main" id="{5A58AFFE-B6EF-53DF-A75C-ED5F1CC0958C}"/>
              </a:ext>
            </a:extLst>
          </p:cNvPr>
          <p:cNvSpPr txBox="1"/>
          <p:nvPr/>
        </p:nvSpPr>
        <p:spPr>
          <a:xfrm>
            <a:off x="5660721" y="5635344"/>
            <a:ext cx="5940729" cy="215444"/>
          </a:xfrm>
          <a:prstGeom prst="rect">
            <a:avLst/>
          </a:prstGeom>
        </p:spPr>
        <p:txBody>
          <a:bodyPr vert="horz" wrap="none" lIns="0" tIns="0" rIns="0" bIns="0" rtlCol="0" anchor="t" anchorCtr="0">
            <a:sp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DK" sz="1400" b="0" i="1" dirty="0">
                <a:solidFill>
                  <a:schemeClr val="tx1"/>
                </a:solidFill>
                <a:latin typeface="+mn-lt"/>
              </a:rPr>
              <a:t>Flowchart over the filtering and plotting of the AdaptyvBio proteinbase set.</a:t>
            </a:r>
          </a:p>
        </p:txBody>
      </p:sp>
      <p:sp>
        <p:nvSpPr>
          <p:cNvPr id="5" name="Oval 4">
            <a:extLst>
              <a:ext uri="{FF2B5EF4-FFF2-40B4-BE49-F238E27FC236}">
                <a16:creationId xmlns:a16="http://schemas.microsoft.com/office/drawing/2014/main" id="{0008A3D3-2A3E-530F-2E00-9998F56471CF}"/>
              </a:ext>
            </a:extLst>
          </p:cNvPr>
          <p:cNvSpPr/>
          <p:nvPr/>
        </p:nvSpPr>
        <p:spPr>
          <a:xfrm>
            <a:off x="6820186" y="2785275"/>
            <a:ext cx="2172560" cy="1938803"/>
          </a:xfrm>
          <a:prstGeom prst="ellipse">
            <a:avLst/>
          </a:prstGeom>
          <a:noFill/>
          <a:ln w="76200">
            <a:solidFill>
              <a:srgbClr val="FF0000"/>
            </a:solidFill>
          </a:ln>
        </p:spPr>
        <p:txBody>
          <a:bodyPr wrap="square" rtlCol="0" anchor="ctr">
            <a:noAutofit/>
          </a:bodyPr>
          <a:lstStyle/>
          <a:p>
            <a:pPr algn="l"/>
            <a:endParaRPr lang="en-DK" sz="2400" dirty="0" err="1">
              <a:noFill/>
            </a:endParaRPr>
          </a:p>
        </p:txBody>
      </p:sp>
    </p:spTree>
    <p:extLst>
      <p:ext uri="{BB962C8B-B14F-4D97-AF65-F5344CB8AC3E}">
        <p14:creationId xmlns:p14="http://schemas.microsoft.com/office/powerpoint/2010/main" val="6465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F5F24-552D-2ED0-1B51-FA71BD7BC71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4FE0A62-679B-9138-2106-DD84ACE585DE}"/>
              </a:ext>
            </a:extLst>
          </p:cNvPr>
          <p:cNvSpPr>
            <a:spLocks noGrp="1"/>
          </p:cNvSpPr>
          <p:nvPr>
            <p:ph type="title"/>
          </p:nvPr>
        </p:nvSpPr>
        <p:spPr/>
        <p:txBody>
          <a:bodyPr/>
          <a:lstStyle/>
          <a:p>
            <a:r>
              <a:rPr lang="en-GB" dirty="0"/>
              <a:t>How I went about the initial filtering and analysis of the AdaptyvBio data set</a:t>
            </a:r>
          </a:p>
        </p:txBody>
      </p:sp>
      <p:sp>
        <p:nvSpPr>
          <p:cNvPr id="2" name="Date Placeholder 1">
            <a:extLst>
              <a:ext uri="{FF2B5EF4-FFF2-40B4-BE49-F238E27FC236}">
                <a16:creationId xmlns:a16="http://schemas.microsoft.com/office/drawing/2014/main" id="{1C3722D9-0850-4EB8-2015-AD32D2C17141}"/>
              </a:ext>
            </a:extLst>
          </p:cNvPr>
          <p:cNvSpPr>
            <a:spLocks noGrp="1"/>
          </p:cNvSpPr>
          <p:nvPr>
            <p:ph type="dt" sz="half" idx="10"/>
          </p:nvPr>
        </p:nvSpPr>
        <p:spPr/>
        <p:txBody>
          <a:bodyPr/>
          <a:lstStyle/>
          <a:p>
            <a:fld id="{DD0E0F33-965B-4006-BF25-D26E1C84904D}" type="datetime1">
              <a:rPr lang="en-GB" smtClean="0"/>
              <a:t>10/11/2025</a:t>
            </a:fld>
            <a:endParaRPr lang="en-GB" dirty="0"/>
          </a:p>
        </p:txBody>
      </p:sp>
      <p:sp>
        <p:nvSpPr>
          <p:cNvPr id="3" name="Slide Number Placeholder 2">
            <a:extLst>
              <a:ext uri="{FF2B5EF4-FFF2-40B4-BE49-F238E27FC236}">
                <a16:creationId xmlns:a16="http://schemas.microsoft.com/office/drawing/2014/main" id="{CB7AC3FE-CA9E-22EA-C62D-C68803BD4B69}"/>
              </a:ext>
            </a:extLst>
          </p:cNvPr>
          <p:cNvSpPr>
            <a:spLocks noGrp="1"/>
          </p:cNvSpPr>
          <p:nvPr>
            <p:ph type="sldNum" sz="quarter" idx="12"/>
          </p:nvPr>
        </p:nvSpPr>
        <p:spPr/>
        <p:txBody>
          <a:bodyPr/>
          <a:lstStyle/>
          <a:p>
            <a:fld id="{091A926C-488A-4E3E-9C21-57CAA120E114}" type="slidenum">
              <a:rPr lang="en-GB" smtClean="0"/>
              <a:t>6</a:t>
            </a:fld>
            <a:endParaRPr lang="en-GB" dirty="0"/>
          </a:p>
        </p:txBody>
      </p:sp>
      <p:pic>
        <p:nvPicPr>
          <p:cNvPr id="9" name="Content Placeholder 8" descr="A blue square with white text&#10;&#10;AI-generated content may be incorrect.">
            <a:extLst>
              <a:ext uri="{FF2B5EF4-FFF2-40B4-BE49-F238E27FC236}">
                <a16:creationId xmlns:a16="http://schemas.microsoft.com/office/drawing/2014/main" id="{71522BB7-2CBE-2C87-9E89-A932D3EF8098}"/>
              </a:ext>
            </a:extLst>
          </p:cNvPr>
          <p:cNvPicPr>
            <a:picLocks noGrp="1" noChangeAspect="1"/>
          </p:cNvPicPr>
          <p:nvPr>
            <p:ph idx="1"/>
          </p:nvPr>
        </p:nvPicPr>
        <p:blipFill>
          <a:blip r:embed="rId3"/>
          <a:stretch>
            <a:fillRect/>
          </a:stretch>
        </p:blipFill>
        <p:spPr>
          <a:xfrm>
            <a:off x="588963" y="2255794"/>
            <a:ext cx="11012487" cy="1908697"/>
          </a:xfrm>
        </p:spPr>
      </p:pic>
      <p:pic>
        <p:nvPicPr>
          <p:cNvPr id="11" name="Picture 10">
            <a:extLst>
              <a:ext uri="{FF2B5EF4-FFF2-40B4-BE49-F238E27FC236}">
                <a16:creationId xmlns:a16="http://schemas.microsoft.com/office/drawing/2014/main" id="{3C1D7828-E605-0391-DFC3-DC89C7DF7FDF}"/>
              </a:ext>
            </a:extLst>
          </p:cNvPr>
          <p:cNvPicPr>
            <a:picLocks noChangeAspect="1"/>
          </p:cNvPicPr>
          <p:nvPr/>
        </p:nvPicPr>
        <p:blipFill>
          <a:blip r:embed="rId4"/>
          <a:stretch>
            <a:fillRect/>
          </a:stretch>
        </p:blipFill>
        <p:spPr>
          <a:xfrm>
            <a:off x="588963" y="4607613"/>
            <a:ext cx="11012486" cy="457583"/>
          </a:xfrm>
          <a:prstGeom prst="rect">
            <a:avLst/>
          </a:prstGeom>
        </p:spPr>
      </p:pic>
      <p:sp>
        <p:nvSpPr>
          <p:cNvPr id="12" name="TextBox 11">
            <a:extLst>
              <a:ext uri="{FF2B5EF4-FFF2-40B4-BE49-F238E27FC236}">
                <a16:creationId xmlns:a16="http://schemas.microsoft.com/office/drawing/2014/main" id="{D53B719A-868E-4970-0D2E-5FB04ADFB7F0}"/>
              </a:ext>
            </a:extLst>
          </p:cNvPr>
          <p:cNvSpPr txBox="1"/>
          <p:nvPr/>
        </p:nvSpPr>
        <p:spPr>
          <a:xfrm>
            <a:off x="605514" y="1558103"/>
            <a:ext cx="3869649" cy="369332"/>
          </a:xfrm>
          <a:prstGeom prst="rect">
            <a:avLst/>
          </a:prstGeom>
        </p:spPr>
        <p:txBody>
          <a:bodyPr vert="horz" wrap="none" lIns="0" tIns="0" rIns="0" bIns="0" rtlCol="0" anchor="t" anchorCtr="0">
            <a:sp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DK" sz="2400" b="0" dirty="0">
                <a:solidFill>
                  <a:schemeClr val="tx1"/>
                </a:solidFill>
                <a:latin typeface="+mn-lt"/>
              </a:rPr>
              <a:t>What metrics did I focus on?</a:t>
            </a:r>
          </a:p>
        </p:txBody>
      </p:sp>
    </p:spTree>
    <p:extLst>
      <p:ext uri="{BB962C8B-B14F-4D97-AF65-F5344CB8AC3E}">
        <p14:creationId xmlns:p14="http://schemas.microsoft.com/office/powerpoint/2010/main" val="1124971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BB14E-76BB-CBA0-F73D-F324E09FFDE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209B52D-9EDA-85EF-6BD0-AF1FB5F0C110}"/>
              </a:ext>
            </a:extLst>
          </p:cNvPr>
          <p:cNvSpPr>
            <a:spLocks noGrp="1"/>
          </p:cNvSpPr>
          <p:nvPr>
            <p:ph type="title"/>
          </p:nvPr>
        </p:nvSpPr>
        <p:spPr/>
        <p:txBody>
          <a:bodyPr/>
          <a:lstStyle/>
          <a:p>
            <a:r>
              <a:rPr lang="en-GB" dirty="0"/>
              <a:t>How I went about the initial filtering and analysis of the AdaptyvBio data set</a:t>
            </a:r>
          </a:p>
        </p:txBody>
      </p:sp>
      <p:sp>
        <p:nvSpPr>
          <p:cNvPr id="2" name="Date Placeholder 1">
            <a:extLst>
              <a:ext uri="{FF2B5EF4-FFF2-40B4-BE49-F238E27FC236}">
                <a16:creationId xmlns:a16="http://schemas.microsoft.com/office/drawing/2014/main" id="{5E2E7790-B82F-905F-ACB1-3423F986BF5C}"/>
              </a:ext>
            </a:extLst>
          </p:cNvPr>
          <p:cNvSpPr>
            <a:spLocks noGrp="1"/>
          </p:cNvSpPr>
          <p:nvPr>
            <p:ph type="dt" sz="half" idx="10"/>
          </p:nvPr>
        </p:nvSpPr>
        <p:spPr/>
        <p:txBody>
          <a:bodyPr/>
          <a:lstStyle/>
          <a:p>
            <a:fld id="{DD0E0F33-965B-4006-BF25-D26E1C84904D}" type="datetime1">
              <a:rPr lang="en-GB" smtClean="0"/>
              <a:t>10/11/2025</a:t>
            </a:fld>
            <a:endParaRPr lang="en-GB" dirty="0"/>
          </a:p>
        </p:txBody>
      </p:sp>
      <p:sp>
        <p:nvSpPr>
          <p:cNvPr id="3" name="Slide Number Placeholder 2">
            <a:extLst>
              <a:ext uri="{FF2B5EF4-FFF2-40B4-BE49-F238E27FC236}">
                <a16:creationId xmlns:a16="http://schemas.microsoft.com/office/drawing/2014/main" id="{06E89E8D-82EA-E238-4DE8-1B9532C9B212}"/>
              </a:ext>
            </a:extLst>
          </p:cNvPr>
          <p:cNvSpPr>
            <a:spLocks noGrp="1"/>
          </p:cNvSpPr>
          <p:nvPr>
            <p:ph type="sldNum" sz="quarter" idx="12"/>
          </p:nvPr>
        </p:nvSpPr>
        <p:spPr/>
        <p:txBody>
          <a:bodyPr/>
          <a:lstStyle/>
          <a:p>
            <a:fld id="{091A926C-488A-4E3E-9C21-57CAA120E114}" type="slidenum">
              <a:rPr lang="en-GB" smtClean="0"/>
              <a:t>7</a:t>
            </a:fld>
            <a:endParaRPr lang="en-GB" dirty="0"/>
          </a:p>
        </p:txBody>
      </p:sp>
      <p:pic>
        <p:nvPicPr>
          <p:cNvPr id="17" name="Content Placeholder 16">
            <a:extLst>
              <a:ext uri="{FF2B5EF4-FFF2-40B4-BE49-F238E27FC236}">
                <a16:creationId xmlns:a16="http://schemas.microsoft.com/office/drawing/2014/main" id="{AD9CBC31-9968-F42B-3DBD-3E4F3F056DBE}"/>
              </a:ext>
            </a:extLst>
          </p:cNvPr>
          <p:cNvPicPr>
            <a:picLocks noGrp="1" noChangeAspect="1"/>
          </p:cNvPicPr>
          <p:nvPr>
            <p:ph idx="1"/>
          </p:nvPr>
        </p:nvPicPr>
        <p:blipFill>
          <a:blip r:embed="rId3"/>
          <a:stretch>
            <a:fillRect/>
          </a:stretch>
        </p:blipFill>
        <p:spPr>
          <a:xfrm>
            <a:off x="588963" y="2033213"/>
            <a:ext cx="11012487" cy="3442928"/>
          </a:xfrm>
        </p:spPr>
      </p:pic>
      <p:sp>
        <p:nvSpPr>
          <p:cNvPr id="21" name="TextBox 20">
            <a:extLst>
              <a:ext uri="{FF2B5EF4-FFF2-40B4-BE49-F238E27FC236}">
                <a16:creationId xmlns:a16="http://schemas.microsoft.com/office/drawing/2014/main" id="{619FBDEA-11BC-DB7A-B36A-6A674335A799}"/>
              </a:ext>
            </a:extLst>
          </p:cNvPr>
          <p:cNvSpPr txBox="1"/>
          <p:nvPr/>
        </p:nvSpPr>
        <p:spPr>
          <a:xfrm>
            <a:off x="5660721" y="5635344"/>
            <a:ext cx="5940729" cy="215444"/>
          </a:xfrm>
          <a:prstGeom prst="rect">
            <a:avLst/>
          </a:prstGeom>
        </p:spPr>
        <p:txBody>
          <a:bodyPr vert="horz" wrap="none" lIns="0" tIns="0" rIns="0" bIns="0" rtlCol="0" anchor="t" anchorCtr="0">
            <a:sp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DK" sz="1400" b="0" i="1" dirty="0">
                <a:solidFill>
                  <a:schemeClr val="tx1"/>
                </a:solidFill>
                <a:latin typeface="+mn-lt"/>
              </a:rPr>
              <a:t>Flowchart over the filtering and plotting of the AdaptyvBio proteinbase set.</a:t>
            </a:r>
          </a:p>
        </p:txBody>
      </p:sp>
      <p:sp>
        <p:nvSpPr>
          <p:cNvPr id="5" name="Oval 4">
            <a:extLst>
              <a:ext uri="{FF2B5EF4-FFF2-40B4-BE49-F238E27FC236}">
                <a16:creationId xmlns:a16="http://schemas.microsoft.com/office/drawing/2014/main" id="{DD0849DF-5C0F-2F63-D9F5-F9A22781F4DE}"/>
              </a:ext>
            </a:extLst>
          </p:cNvPr>
          <p:cNvSpPr/>
          <p:nvPr/>
        </p:nvSpPr>
        <p:spPr>
          <a:xfrm>
            <a:off x="8566484" y="1670671"/>
            <a:ext cx="2172560" cy="1938803"/>
          </a:xfrm>
          <a:prstGeom prst="ellipse">
            <a:avLst/>
          </a:prstGeom>
          <a:noFill/>
          <a:ln w="76200">
            <a:solidFill>
              <a:srgbClr val="FF0000"/>
            </a:solidFill>
          </a:ln>
        </p:spPr>
        <p:txBody>
          <a:bodyPr wrap="square" rtlCol="0" anchor="ctr">
            <a:noAutofit/>
          </a:bodyPr>
          <a:lstStyle/>
          <a:p>
            <a:pPr algn="l"/>
            <a:endParaRPr lang="en-DK" sz="2400" dirty="0" err="1">
              <a:noFill/>
            </a:endParaRPr>
          </a:p>
        </p:txBody>
      </p:sp>
    </p:spTree>
    <p:extLst>
      <p:ext uri="{BB962C8B-B14F-4D97-AF65-F5344CB8AC3E}">
        <p14:creationId xmlns:p14="http://schemas.microsoft.com/office/powerpoint/2010/main" val="3515212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C942C-5140-8D91-6D35-987002FF1FB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8D884AB-FE20-3AA3-8D66-E3FB889C70FD}"/>
              </a:ext>
            </a:extLst>
          </p:cNvPr>
          <p:cNvSpPr>
            <a:spLocks noGrp="1"/>
          </p:cNvSpPr>
          <p:nvPr>
            <p:ph type="title"/>
          </p:nvPr>
        </p:nvSpPr>
        <p:spPr/>
        <p:txBody>
          <a:bodyPr/>
          <a:lstStyle/>
          <a:p>
            <a:r>
              <a:rPr lang="en-GB" sz="2800" dirty="0"/>
              <a:t>How I went about the initial filtering and analysis (Code cleaning)</a:t>
            </a:r>
          </a:p>
        </p:txBody>
      </p:sp>
      <p:sp>
        <p:nvSpPr>
          <p:cNvPr id="2" name="Date Placeholder 1">
            <a:extLst>
              <a:ext uri="{FF2B5EF4-FFF2-40B4-BE49-F238E27FC236}">
                <a16:creationId xmlns:a16="http://schemas.microsoft.com/office/drawing/2014/main" id="{12427E5A-9E2B-42DE-CDDE-56909FEF0E14}"/>
              </a:ext>
            </a:extLst>
          </p:cNvPr>
          <p:cNvSpPr>
            <a:spLocks noGrp="1"/>
          </p:cNvSpPr>
          <p:nvPr>
            <p:ph type="dt" sz="half" idx="10"/>
          </p:nvPr>
        </p:nvSpPr>
        <p:spPr/>
        <p:txBody>
          <a:bodyPr/>
          <a:lstStyle/>
          <a:p>
            <a:fld id="{DD0E0F33-965B-4006-BF25-D26E1C84904D}" type="datetime1">
              <a:rPr lang="en-GB" smtClean="0"/>
              <a:t>10/11/2025</a:t>
            </a:fld>
            <a:endParaRPr lang="en-GB" dirty="0"/>
          </a:p>
        </p:txBody>
      </p:sp>
      <p:sp>
        <p:nvSpPr>
          <p:cNvPr id="3" name="Slide Number Placeholder 2">
            <a:extLst>
              <a:ext uri="{FF2B5EF4-FFF2-40B4-BE49-F238E27FC236}">
                <a16:creationId xmlns:a16="http://schemas.microsoft.com/office/drawing/2014/main" id="{0C0EAF8E-3CC2-B311-86F1-6D9FB08FE0C7}"/>
              </a:ext>
            </a:extLst>
          </p:cNvPr>
          <p:cNvSpPr>
            <a:spLocks noGrp="1"/>
          </p:cNvSpPr>
          <p:nvPr>
            <p:ph type="sldNum" sz="quarter" idx="12"/>
          </p:nvPr>
        </p:nvSpPr>
        <p:spPr/>
        <p:txBody>
          <a:bodyPr/>
          <a:lstStyle/>
          <a:p>
            <a:fld id="{091A926C-488A-4E3E-9C21-57CAA120E114}" type="slidenum">
              <a:rPr lang="en-GB" smtClean="0"/>
              <a:t>8</a:t>
            </a:fld>
            <a:endParaRPr lang="en-GB" dirty="0"/>
          </a:p>
        </p:txBody>
      </p:sp>
      <p:pic>
        <p:nvPicPr>
          <p:cNvPr id="12" name="Content Placeholder 11">
            <a:extLst>
              <a:ext uri="{FF2B5EF4-FFF2-40B4-BE49-F238E27FC236}">
                <a16:creationId xmlns:a16="http://schemas.microsoft.com/office/drawing/2014/main" id="{F8ED2E21-B1C4-A164-1BA7-AACCD1B627DC}"/>
              </a:ext>
            </a:extLst>
          </p:cNvPr>
          <p:cNvPicPr>
            <a:picLocks noGrp="1" noChangeAspect="1"/>
          </p:cNvPicPr>
          <p:nvPr>
            <p:ph idx="1"/>
          </p:nvPr>
        </p:nvPicPr>
        <p:blipFill>
          <a:blip r:embed="rId3"/>
          <a:stretch>
            <a:fillRect/>
          </a:stretch>
        </p:blipFill>
        <p:spPr>
          <a:xfrm>
            <a:off x="588964" y="1257977"/>
            <a:ext cx="10225708" cy="1261755"/>
          </a:xfrm>
        </p:spPr>
      </p:pic>
      <p:cxnSp>
        <p:nvCxnSpPr>
          <p:cNvPr id="14" name="Straight Arrow Connector 13">
            <a:extLst>
              <a:ext uri="{FF2B5EF4-FFF2-40B4-BE49-F238E27FC236}">
                <a16:creationId xmlns:a16="http://schemas.microsoft.com/office/drawing/2014/main" id="{D72429E1-4AE6-47D4-3257-C79458956874}"/>
              </a:ext>
            </a:extLst>
          </p:cNvPr>
          <p:cNvCxnSpPr>
            <a:cxnSpLocks/>
          </p:cNvCxnSpPr>
          <p:nvPr/>
        </p:nvCxnSpPr>
        <p:spPr>
          <a:xfrm>
            <a:off x="6091327" y="2571320"/>
            <a:ext cx="794" cy="46751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6" name="Picture 15" descr="A screenshot of a computer&#10;&#10;AI-generated content may be incorrect.">
            <a:extLst>
              <a:ext uri="{FF2B5EF4-FFF2-40B4-BE49-F238E27FC236}">
                <a16:creationId xmlns:a16="http://schemas.microsoft.com/office/drawing/2014/main" id="{F4DFC666-7E25-CE89-46B3-FA00292AE157}"/>
              </a:ext>
            </a:extLst>
          </p:cNvPr>
          <p:cNvPicPr>
            <a:picLocks noChangeAspect="1"/>
          </p:cNvPicPr>
          <p:nvPr/>
        </p:nvPicPr>
        <p:blipFill>
          <a:blip r:embed="rId4"/>
          <a:stretch>
            <a:fillRect/>
          </a:stretch>
        </p:blipFill>
        <p:spPr>
          <a:xfrm>
            <a:off x="641607" y="3153559"/>
            <a:ext cx="10173065" cy="1267008"/>
          </a:xfrm>
          <a:prstGeom prst="rect">
            <a:avLst/>
          </a:prstGeom>
        </p:spPr>
      </p:pic>
      <p:cxnSp>
        <p:nvCxnSpPr>
          <p:cNvPr id="19" name="Straight Arrow Connector 18">
            <a:extLst>
              <a:ext uri="{FF2B5EF4-FFF2-40B4-BE49-F238E27FC236}">
                <a16:creationId xmlns:a16="http://schemas.microsoft.com/office/drawing/2014/main" id="{114990FC-C45E-9DD2-FA6C-C1F577F98C02}"/>
              </a:ext>
            </a:extLst>
          </p:cNvPr>
          <p:cNvCxnSpPr>
            <a:cxnSpLocks/>
          </p:cNvCxnSpPr>
          <p:nvPr/>
        </p:nvCxnSpPr>
        <p:spPr>
          <a:xfrm>
            <a:off x="6091327" y="4535293"/>
            <a:ext cx="794" cy="46751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22" name="Picture 21" descr="A screenshot of a computer&#10;&#10;AI-generated content may be incorrect.">
            <a:extLst>
              <a:ext uri="{FF2B5EF4-FFF2-40B4-BE49-F238E27FC236}">
                <a16:creationId xmlns:a16="http://schemas.microsoft.com/office/drawing/2014/main" id="{8F755D77-9261-1470-31B2-671A5251745E}"/>
              </a:ext>
            </a:extLst>
          </p:cNvPr>
          <p:cNvPicPr>
            <a:picLocks noChangeAspect="1"/>
          </p:cNvPicPr>
          <p:nvPr/>
        </p:nvPicPr>
        <p:blipFill>
          <a:blip r:embed="rId5"/>
          <a:stretch>
            <a:fillRect/>
          </a:stretch>
        </p:blipFill>
        <p:spPr>
          <a:xfrm>
            <a:off x="641607" y="5237370"/>
            <a:ext cx="10171477" cy="1308556"/>
          </a:xfrm>
          <a:prstGeom prst="rect">
            <a:avLst/>
          </a:prstGeom>
        </p:spPr>
      </p:pic>
      <p:sp>
        <p:nvSpPr>
          <p:cNvPr id="23" name="Frame 22">
            <a:extLst>
              <a:ext uri="{FF2B5EF4-FFF2-40B4-BE49-F238E27FC236}">
                <a16:creationId xmlns:a16="http://schemas.microsoft.com/office/drawing/2014/main" id="{9A8E85F1-410D-8345-1117-218964D43E86}"/>
              </a:ext>
            </a:extLst>
          </p:cNvPr>
          <p:cNvSpPr/>
          <p:nvPr/>
        </p:nvSpPr>
        <p:spPr>
          <a:xfrm>
            <a:off x="5857570" y="5237370"/>
            <a:ext cx="467513" cy="1308556"/>
          </a:xfrm>
          <a:prstGeom prst="frame">
            <a:avLst/>
          </a:prstGeom>
          <a:solidFill>
            <a:schemeClr val="accent1"/>
          </a:solidFill>
          <a:ln w="6350">
            <a:solidFill>
              <a:schemeClr val="accent1"/>
            </a:solidFill>
          </a:ln>
        </p:spPr>
        <p:txBody>
          <a:bodyPr wrap="square" rtlCol="0" anchor="ctr">
            <a:noAutofit/>
          </a:bodyPr>
          <a:lstStyle/>
          <a:p>
            <a:pPr algn="l"/>
            <a:endParaRPr lang="en-DK" sz="2400" dirty="0" err="1">
              <a:solidFill>
                <a:schemeClr val="bg1"/>
              </a:solidFill>
            </a:endParaRPr>
          </a:p>
        </p:txBody>
      </p:sp>
      <p:sp>
        <p:nvSpPr>
          <p:cNvPr id="24" name="Frame 23">
            <a:extLst>
              <a:ext uri="{FF2B5EF4-FFF2-40B4-BE49-F238E27FC236}">
                <a16:creationId xmlns:a16="http://schemas.microsoft.com/office/drawing/2014/main" id="{30591A42-48D5-F03E-99DA-41232FF41C05}"/>
              </a:ext>
            </a:extLst>
          </p:cNvPr>
          <p:cNvSpPr/>
          <p:nvPr/>
        </p:nvSpPr>
        <p:spPr>
          <a:xfrm>
            <a:off x="5857570" y="3132785"/>
            <a:ext cx="467513" cy="1308556"/>
          </a:xfrm>
          <a:prstGeom prst="frame">
            <a:avLst/>
          </a:prstGeom>
          <a:solidFill>
            <a:schemeClr val="accent1"/>
          </a:solidFill>
          <a:ln w="6350">
            <a:solidFill>
              <a:schemeClr val="accent1"/>
            </a:solidFill>
          </a:ln>
        </p:spPr>
        <p:txBody>
          <a:bodyPr wrap="square" rtlCol="0" anchor="ctr">
            <a:noAutofit/>
          </a:bodyPr>
          <a:lstStyle/>
          <a:p>
            <a:pPr algn="l"/>
            <a:endParaRPr lang="en-DK" sz="2400" dirty="0" err="1">
              <a:solidFill>
                <a:schemeClr val="bg1"/>
              </a:solidFill>
            </a:endParaRPr>
          </a:p>
        </p:txBody>
      </p:sp>
    </p:spTree>
    <p:extLst>
      <p:ext uri="{BB962C8B-B14F-4D97-AF65-F5344CB8AC3E}">
        <p14:creationId xmlns:p14="http://schemas.microsoft.com/office/powerpoint/2010/main" val="3626384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DD09B-4FB3-AB04-AA8A-7E2917192EF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BD1A3A9-3B9E-2FF2-5A22-301B070A3BC9}"/>
              </a:ext>
            </a:extLst>
          </p:cNvPr>
          <p:cNvSpPr>
            <a:spLocks noGrp="1"/>
          </p:cNvSpPr>
          <p:nvPr>
            <p:ph type="title"/>
          </p:nvPr>
        </p:nvSpPr>
        <p:spPr/>
        <p:txBody>
          <a:bodyPr/>
          <a:lstStyle/>
          <a:p>
            <a:r>
              <a:rPr lang="en-GB" sz="2800" dirty="0"/>
              <a:t>How I went about the initial filtering and analysis (Code cleaning)</a:t>
            </a:r>
          </a:p>
        </p:txBody>
      </p:sp>
      <p:sp>
        <p:nvSpPr>
          <p:cNvPr id="2" name="Date Placeholder 1">
            <a:extLst>
              <a:ext uri="{FF2B5EF4-FFF2-40B4-BE49-F238E27FC236}">
                <a16:creationId xmlns:a16="http://schemas.microsoft.com/office/drawing/2014/main" id="{B0625E23-E4F2-BF0A-989D-C578618F0399}"/>
              </a:ext>
            </a:extLst>
          </p:cNvPr>
          <p:cNvSpPr>
            <a:spLocks noGrp="1"/>
          </p:cNvSpPr>
          <p:nvPr>
            <p:ph type="dt" sz="half" idx="10"/>
          </p:nvPr>
        </p:nvSpPr>
        <p:spPr/>
        <p:txBody>
          <a:bodyPr/>
          <a:lstStyle/>
          <a:p>
            <a:fld id="{DD0E0F33-965B-4006-BF25-D26E1C84904D}" type="datetime1">
              <a:rPr lang="en-GB" smtClean="0"/>
              <a:t>10/11/2025</a:t>
            </a:fld>
            <a:endParaRPr lang="en-GB" dirty="0"/>
          </a:p>
        </p:txBody>
      </p:sp>
      <p:sp>
        <p:nvSpPr>
          <p:cNvPr id="3" name="Slide Number Placeholder 2">
            <a:extLst>
              <a:ext uri="{FF2B5EF4-FFF2-40B4-BE49-F238E27FC236}">
                <a16:creationId xmlns:a16="http://schemas.microsoft.com/office/drawing/2014/main" id="{2F26DE7D-3970-1C6C-5091-BB2F4D6304CB}"/>
              </a:ext>
            </a:extLst>
          </p:cNvPr>
          <p:cNvSpPr>
            <a:spLocks noGrp="1"/>
          </p:cNvSpPr>
          <p:nvPr>
            <p:ph type="sldNum" sz="quarter" idx="12"/>
          </p:nvPr>
        </p:nvSpPr>
        <p:spPr/>
        <p:txBody>
          <a:bodyPr/>
          <a:lstStyle/>
          <a:p>
            <a:fld id="{091A926C-488A-4E3E-9C21-57CAA120E114}" type="slidenum">
              <a:rPr lang="en-GB" smtClean="0"/>
              <a:t>9</a:t>
            </a:fld>
            <a:endParaRPr lang="en-GB" dirty="0"/>
          </a:p>
        </p:txBody>
      </p:sp>
      <p:pic>
        <p:nvPicPr>
          <p:cNvPr id="11" name="Picture 10" descr="A blue square with white text&#10;&#10;AI-generated content may be incorrect.">
            <a:extLst>
              <a:ext uri="{FF2B5EF4-FFF2-40B4-BE49-F238E27FC236}">
                <a16:creationId xmlns:a16="http://schemas.microsoft.com/office/drawing/2014/main" id="{7280F938-8BDA-FAD0-4158-E4E0264EEE4E}"/>
              </a:ext>
            </a:extLst>
          </p:cNvPr>
          <p:cNvPicPr>
            <a:picLocks noChangeAspect="1"/>
          </p:cNvPicPr>
          <p:nvPr/>
        </p:nvPicPr>
        <p:blipFill>
          <a:blip r:embed="rId3"/>
          <a:stretch>
            <a:fillRect/>
          </a:stretch>
        </p:blipFill>
        <p:spPr>
          <a:xfrm>
            <a:off x="588963" y="1842485"/>
            <a:ext cx="9617804" cy="1430670"/>
          </a:xfrm>
          <a:prstGeom prst="rect">
            <a:avLst/>
          </a:prstGeom>
        </p:spPr>
      </p:pic>
      <p:pic>
        <p:nvPicPr>
          <p:cNvPr id="13" name="Picture 12" descr="A close up of a blue background&#10;&#10;AI-generated content may be incorrect.">
            <a:extLst>
              <a:ext uri="{FF2B5EF4-FFF2-40B4-BE49-F238E27FC236}">
                <a16:creationId xmlns:a16="http://schemas.microsoft.com/office/drawing/2014/main" id="{2C73785A-1404-E335-F2C1-0247B0E0D917}"/>
              </a:ext>
            </a:extLst>
          </p:cNvPr>
          <p:cNvPicPr>
            <a:picLocks noChangeAspect="1"/>
          </p:cNvPicPr>
          <p:nvPr/>
        </p:nvPicPr>
        <p:blipFill>
          <a:blip r:embed="rId4"/>
          <a:stretch>
            <a:fillRect/>
          </a:stretch>
        </p:blipFill>
        <p:spPr>
          <a:xfrm>
            <a:off x="588963" y="3383228"/>
            <a:ext cx="9617804" cy="1320626"/>
          </a:xfrm>
          <a:prstGeom prst="rect">
            <a:avLst/>
          </a:prstGeom>
        </p:spPr>
      </p:pic>
      <p:sp>
        <p:nvSpPr>
          <p:cNvPr id="20" name="TextBox 19">
            <a:extLst>
              <a:ext uri="{FF2B5EF4-FFF2-40B4-BE49-F238E27FC236}">
                <a16:creationId xmlns:a16="http://schemas.microsoft.com/office/drawing/2014/main" id="{45D81A25-04D1-125A-6C27-996056BF5C30}"/>
              </a:ext>
            </a:extLst>
          </p:cNvPr>
          <p:cNvSpPr txBox="1"/>
          <p:nvPr/>
        </p:nvSpPr>
        <p:spPr>
          <a:xfrm flipH="1">
            <a:off x="589028" y="1418117"/>
            <a:ext cx="9617739" cy="276999"/>
          </a:xfrm>
          <a:prstGeom prst="rect">
            <a:avLst/>
          </a:prstGeom>
        </p:spPr>
        <p:txBody>
          <a:bodyPr vert="horz" wrap="square" lIns="0" tIns="0" rIns="0" bIns="0" rtlCol="0" anchor="t" anchorCtr="0">
            <a:sp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DK" b="0" dirty="0">
                <a:solidFill>
                  <a:schemeClr val="tx1"/>
                </a:solidFill>
                <a:latin typeface="Times New Roman" panose="02020603050405020304" pitchFamily="18" charset="0"/>
                <a:cs typeface="Times New Roman" panose="02020603050405020304" pitchFamily="18" charset="0"/>
              </a:rPr>
              <a:t>Next, excluding non expressed binders:</a:t>
            </a:r>
          </a:p>
        </p:txBody>
      </p:sp>
    </p:spTree>
    <p:extLst>
      <p:ext uri="{BB962C8B-B14F-4D97-AF65-F5344CB8AC3E}">
        <p14:creationId xmlns:p14="http://schemas.microsoft.com/office/powerpoint/2010/main" val="747623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9F1D7-5A65-6780-8F53-67954674EB5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54B5598-0828-A7A2-4D0D-46C521EF1A2B}"/>
              </a:ext>
            </a:extLst>
          </p:cNvPr>
          <p:cNvSpPr>
            <a:spLocks noGrp="1"/>
          </p:cNvSpPr>
          <p:nvPr>
            <p:ph type="title"/>
          </p:nvPr>
        </p:nvSpPr>
        <p:spPr/>
        <p:txBody>
          <a:bodyPr/>
          <a:lstStyle/>
          <a:p>
            <a:r>
              <a:rPr lang="en-GB" sz="2800" dirty="0"/>
              <a:t>How I went about the initial filtering and analysis (Code cleaning)</a:t>
            </a:r>
          </a:p>
        </p:txBody>
      </p:sp>
      <p:sp>
        <p:nvSpPr>
          <p:cNvPr id="2" name="Date Placeholder 1">
            <a:extLst>
              <a:ext uri="{FF2B5EF4-FFF2-40B4-BE49-F238E27FC236}">
                <a16:creationId xmlns:a16="http://schemas.microsoft.com/office/drawing/2014/main" id="{41417E2C-96F4-3869-1247-8421FB065B6D}"/>
              </a:ext>
            </a:extLst>
          </p:cNvPr>
          <p:cNvSpPr>
            <a:spLocks noGrp="1"/>
          </p:cNvSpPr>
          <p:nvPr>
            <p:ph type="dt" sz="half" idx="10"/>
          </p:nvPr>
        </p:nvSpPr>
        <p:spPr/>
        <p:txBody>
          <a:bodyPr/>
          <a:lstStyle/>
          <a:p>
            <a:fld id="{DD0E0F33-965B-4006-BF25-D26E1C84904D}" type="datetime1">
              <a:rPr lang="en-GB" smtClean="0"/>
              <a:t>10/11/2025</a:t>
            </a:fld>
            <a:endParaRPr lang="en-GB" dirty="0"/>
          </a:p>
        </p:txBody>
      </p:sp>
      <p:sp>
        <p:nvSpPr>
          <p:cNvPr id="3" name="Slide Number Placeholder 2">
            <a:extLst>
              <a:ext uri="{FF2B5EF4-FFF2-40B4-BE49-F238E27FC236}">
                <a16:creationId xmlns:a16="http://schemas.microsoft.com/office/drawing/2014/main" id="{624A24D7-7D53-9C6C-25D3-B01A6C8024E1}"/>
              </a:ext>
            </a:extLst>
          </p:cNvPr>
          <p:cNvSpPr>
            <a:spLocks noGrp="1"/>
          </p:cNvSpPr>
          <p:nvPr>
            <p:ph type="sldNum" sz="quarter" idx="12"/>
          </p:nvPr>
        </p:nvSpPr>
        <p:spPr/>
        <p:txBody>
          <a:bodyPr/>
          <a:lstStyle/>
          <a:p>
            <a:fld id="{091A926C-488A-4E3E-9C21-57CAA120E114}" type="slidenum">
              <a:rPr lang="en-GB" smtClean="0"/>
              <a:t>10</a:t>
            </a:fld>
            <a:endParaRPr lang="en-GB" dirty="0"/>
          </a:p>
        </p:txBody>
      </p:sp>
      <p:sp>
        <p:nvSpPr>
          <p:cNvPr id="14" name="TextBox 13">
            <a:extLst>
              <a:ext uri="{FF2B5EF4-FFF2-40B4-BE49-F238E27FC236}">
                <a16:creationId xmlns:a16="http://schemas.microsoft.com/office/drawing/2014/main" id="{E57DB123-98D9-7000-FD10-3A99CF3C87AC}"/>
              </a:ext>
            </a:extLst>
          </p:cNvPr>
          <p:cNvSpPr txBox="1"/>
          <p:nvPr/>
        </p:nvSpPr>
        <p:spPr>
          <a:xfrm>
            <a:off x="588963" y="5369521"/>
            <a:ext cx="9519248" cy="830997"/>
          </a:xfrm>
          <a:prstGeom prst="rect">
            <a:avLst/>
          </a:prstGeom>
        </p:spPr>
        <p:txBody>
          <a:bodyPr vert="horz" wrap="square" lIns="0" tIns="0" rIns="0" bIns="0" rtlCol="0" anchor="t" anchorCtr="0">
            <a:sp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DK" b="0" dirty="0">
                <a:solidFill>
                  <a:schemeClr val="tx1"/>
                </a:solidFill>
                <a:latin typeface="Times New Roman" panose="02020603050405020304" pitchFamily="18" charset="0"/>
                <a:cs typeface="Times New Roman" panose="02020603050405020304" pitchFamily="18" charset="0"/>
              </a:rPr>
              <a:t>Is this just unnecesary?</a:t>
            </a:r>
          </a:p>
          <a:p>
            <a:pPr marL="0" marR="0" indent="0" algn="l" defTabSz="914400" rtl="0" eaLnBrk="1" fontAlgn="auto" latinLnBrk="0" hangingPunct="1">
              <a:lnSpc>
                <a:spcPct val="100000"/>
              </a:lnSpc>
              <a:spcBef>
                <a:spcPct val="0"/>
              </a:spcBef>
              <a:spcAft>
                <a:spcPts val="0"/>
              </a:spcAft>
              <a:buClrTx/>
              <a:buSzTx/>
              <a:buFontTx/>
              <a:buNone/>
              <a:tabLst/>
            </a:pPr>
            <a:r>
              <a:rPr lang="en-DK" dirty="0">
                <a:latin typeface="Times New Roman" panose="02020603050405020304" pitchFamily="18" charset="0"/>
                <a:cs typeface="Times New Roman" panose="02020603050405020304" pitchFamily="18" charset="0"/>
              </a:rPr>
              <a:t>Turning it into lists to then fill out target column and to exclude non expressed binders and then back.</a:t>
            </a:r>
          </a:p>
          <a:p>
            <a:pPr marL="0" marR="0" indent="0" algn="l" defTabSz="914400" rtl="0" eaLnBrk="1" fontAlgn="auto" latinLnBrk="0" hangingPunct="1">
              <a:lnSpc>
                <a:spcPct val="100000"/>
              </a:lnSpc>
              <a:spcBef>
                <a:spcPct val="0"/>
              </a:spcBef>
              <a:spcAft>
                <a:spcPts val="0"/>
              </a:spcAft>
              <a:buClrTx/>
              <a:buSzTx/>
              <a:buFontTx/>
              <a:buNone/>
              <a:tabLst/>
            </a:pPr>
            <a:r>
              <a:rPr lang="en-DK" dirty="0">
                <a:latin typeface="Times New Roman" panose="02020603050405020304" pitchFamily="18" charset="0"/>
                <a:cs typeface="Times New Roman" panose="02020603050405020304" pitchFamily="18" charset="0"/>
              </a:rPr>
              <a:t>Is it worth to spend time to completely skip the “list step” and make it even cleaner?</a:t>
            </a:r>
            <a:endParaRPr lang="en-DK" b="0" dirty="0">
              <a:solidFill>
                <a:schemeClr val="tx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029ADCA3-C2AE-D358-C635-D26F1BBA5760}"/>
              </a:ext>
            </a:extLst>
          </p:cNvPr>
          <p:cNvSpPr txBox="1"/>
          <p:nvPr/>
        </p:nvSpPr>
        <p:spPr>
          <a:xfrm flipH="1">
            <a:off x="589028" y="1418117"/>
            <a:ext cx="9617739" cy="830997"/>
          </a:xfrm>
          <a:prstGeom prst="rect">
            <a:avLst/>
          </a:prstGeom>
        </p:spPr>
        <p:txBody>
          <a:bodyPr vert="horz" wrap="square" lIns="0" tIns="0" rIns="0" bIns="0" rtlCol="0" anchor="t" anchorCtr="0">
            <a:sp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DK" dirty="0">
                <a:latin typeface="Times New Roman" panose="02020603050405020304" pitchFamily="18" charset="0"/>
                <a:cs typeface="Times New Roman" panose="02020603050405020304" pitchFamily="18" charset="0"/>
              </a:rPr>
              <a:t>A</a:t>
            </a:r>
            <a:r>
              <a:rPr lang="en-DK" b="0" dirty="0">
                <a:solidFill>
                  <a:schemeClr val="tx1"/>
                </a:solidFill>
                <a:latin typeface="Times New Roman" panose="02020603050405020304" pitchFamily="18" charset="0"/>
                <a:cs typeface="Times New Roman" panose="02020603050405020304" pitchFamily="18" charset="0"/>
              </a:rPr>
              <a:t>fter, I then do more coding to turn my dataframe values back into objects on individual rows so seaborn and matplotlib can work with it.</a:t>
            </a:r>
          </a:p>
          <a:p>
            <a:pPr marL="0" marR="0" indent="0" algn="l" defTabSz="914400" rtl="0" eaLnBrk="1" fontAlgn="auto" latinLnBrk="0" hangingPunct="1">
              <a:lnSpc>
                <a:spcPct val="100000"/>
              </a:lnSpc>
              <a:spcBef>
                <a:spcPct val="0"/>
              </a:spcBef>
              <a:spcAft>
                <a:spcPts val="0"/>
              </a:spcAft>
              <a:buClrTx/>
              <a:buSzTx/>
              <a:buFontTx/>
              <a:buNone/>
              <a:tabLst/>
            </a:pPr>
            <a:r>
              <a:rPr lang="en-DK" dirty="0">
                <a:latin typeface="Times New Roman" panose="02020603050405020304" pitchFamily="18" charset="0"/>
                <a:cs typeface="Times New Roman" panose="02020603050405020304" pitchFamily="18" charset="0"/>
              </a:rPr>
              <a:t>Reversing but with target filled out and non expressed binders excluded.</a:t>
            </a:r>
            <a:endParaRPr lang="en-DK" b="0" dirty="0">
              <a:solidFill>
                <a:schemeClr val="tx1"/>
              </a:solidFill>
              <a:latin typeface="Times New Roman" panose="02020603050405020304" pitchFamily="18" charset="0"/>
              <a:cs typeface="Times New Roman" panose="02020603050405020304" pitchFamily="18" charset="0"/>
            </a:endParaRPr>
          </a:p>
        </p:txBody>
      </p:sp>
      <p:pic>
        <p:nvPicPr>
          <p:cNvPr id="8" name="Picture 7" descr="A computer screen shot of a program&#10;&#10;AI-generated content may be incorrect.">
            <a:extLst>
              <a:ext uri="{FF2B5EF4-FFF2-40B4-BE49-F238E27FC236}">
                <a16:creationId xmlns:a16="http://schemas.microsoft.com/office/drawing/2014/main" id="{CD6F3D60-D8BE-5967-6F42-601C54B2CA7A}"/>
              </a:ext>
            </a:extLst>
          </p:cNvPr>
          <p:cNvPicPr>
            <a:picLocks noChangeAspect="1"/>
          </p:cNvPicPr>
          <p:nvPr/>
        </p:nvPicPr>
        <p:blipFill>
          <a:blip r:embed="rId3"/>
          <a:stretch>
            <a:fillRect/>
          </a:stretch>
        </p:blipFill>
        <p:spPr>
          <a:xfrm>
            <a:off x="588963" y="2266048"/>
            <a:ext cx="8527536" cy="3009258"/>
          </a:xfrm>
          <a:prstGeom prst="rect">
            <a:avLst/>
          </a:prstGeom>
        </p:spPr>
      </p:pic>
    </p:spTree>
    <p:extLst>
      <p:ext uri="{BB962C8B-B14F-4D97-AF65-F5344CB8AC3E}">
        <p14:creationId xmlns:p14="http://schemas.microsoft.com/office/powerpoint/2010/main" val="66948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575F7-3B4D-3320-5268-CF2E81861AC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FF4F4E1-D091-4266-4D0A-F504CF5D4064}"/>
              </a:ext>
            </a:extLst>
          </p:cNvPr>
          <p:cNvSpPr>
            <a:spLocks noGrp="1"/>
          </p:cNvSpPr>
          <p:nvPr>
            <p:ph type="title"/>
          </p:nvPr>
        </p:nvSpPr>
        <p:spPr/>
        <p:txBody>
          <a:bodyPr/>
          <a:lstStyle/>
          <a:p>
            <a:r>
              <a:rPr lang="en-GB" dirty="0"/>
              <a:t>Data that lays out the ground understanding of the dataset</a:t>
            </a:r>
          </a:p>
        </p:txBody>
      </p:sp>
      <p:sp>
        <p:nvSpPr>
          <p:cNvPr id="2" name="Date Placeholder 1">
            <a:extLst>
              <a:ext uri="{FF2B5EF4-FFF2-40B4-BE49-F238E27FC236}">
                <a16:creationId xmlns:a16="http://schemas.microsoft.com/office/drawing/2014/main" id="{4D7AE674-6E27-023E-64AE-77FE6B6F5111}"/>
              </a:ext>
            </a:extLst>
          </p:cNvPr>
          <p:cNvSpPr>
            <a:spLocks noGrp="1"/>
          </p:cNvSpPr>
          <p:nvPr>
            <p:ph type="dt" sz="half" idx="10"/>
          </p:nvPr>
        </p:nvSpPr>
        <p:spPr/>
        <p:txBody>
          <a:bodyPr/>
          <a:lstStyle/>
          <a:p>
            <a:fld id="{55673025-AC33-4B51-AB70-3110FF3042C8}" type="datetime1">
              <a:rPr lang="en-GB" smtClean="0"/>
              <a:t>10/11/2025</a:t>
            </a:fld>
            <a:endParaRPr lang="en-GB" dirty="0"/>
          </a:p>
        </p:txBody>
      </p:sp>
      <p:sp>
        <p:nvSpPr>
          <p:cNvPr id="3" name="Slide Number Placeholder 2">
            <a:extLst>
              <a:ext uri="{FF2B5EF4-FFF2-40B4-BE49-F238E27FC236}">
                <a16:creationId xmlns:a16="http://schemas.microsoft.com/office/drawing/2014/main" id="{CA7C0621-7A1D-2563-6F86-AE1FEBEE9787}"/>
              </a:ext>
            </a:extLst>
          </p:cNvPr>
          <p:cNvSpPr>
            <a:spLocks noGrp="1"/>
          </p:cNvSpPr>
          <p:nvPr>
            <p:ph type="sldNum" sz="quarter" idx="12"/>
          </p:nvPr>
        </p:nvSpPr>
        <p:spPr/>
        <p:txBody>
          <a:bodyPr/>
          <a:lstStyle/>
          <a:p>
            <a:fld id="{091A926C-488A-4E3E-9C21-57CAA120E114}" type="slidenum">
              <a:rPr lang="en-GB" smtClean="0"/>
              <a:t>11</a:t>
            </a:fld>
            <a:endParaRPr lang="en-GB" dirty="0"/>
          </a:p>
        </p:txBody>
      </p:sp>
      <p:pic>
        <p:nvPicPr>
          <p:cNvPr id="16" name="Content Placeholder 15" descr="A graph of a number of different types of binders&#10;&#10;AI-generated content may be incorrect.">
            <a:extLst>
              <a:ext uri="{FF2B5EF4-FFF2-40B4-BE49-F238E27FC236}">
                <a16:creationId xmlns:a16="http://schemas.microsoft.com/office/drawing/2014/main" id="{6E9F8126-642E-816C-4EEF-4F2D4925958F}"/>
              </a:ext>
            </a:extLst>
          </p:cNvPr>
          <p:cNvPicPr>
            <a:picLocks noGrp="1" noChangeAspect="1"/>
          </p:cNvPicPr>
          <p:nvPr>
            <p:ph sz="half" idx="1"/>
          </p:nvPr>
        </p:nvPicPr>
        <p:blipFill>
          <a:blip r:embed="rId3"/>
          <a:stretch>
            <a:fillRect/>
          </a:stretch>
        </p:blipFill>
        <p:spPr>
          <a:xfrm>
            <a:off x="588963" y="2144329"/>
            <a:ext cx="5356225" cy="3640905"/>
          </a:xfrm>
        </p:spPr>
      </p:pic>
      <p:pic>
        <p:nvPicPr>
          <p:cNvPr id="22" name="Content Placeholder 21" descr="A graph with blue and white bars&#10;&#10;AI-generated content may be incorrect.">
            <a:extLst>
              <a:ext uri="{FF2B5EF4-FFF2-40B4-BE49-F238E27FC236}">
                <a16:creationId xmlns:a16="http://schemas.microsoft.com/office/drawing/2014/main" id="{FB1964A0-C228-CD8C-02BC-89D3C5B13727}"/>
              </a:ext>
            </a:extLst>
          </p:cNvPr>
          <p:cNvPicPr>
            <a:picLocks noGrp="1" noChangeAspect="1"/>
          </p:cNvPicPr>
          <p:nvPr>
            <p:ph sz="half" idx="2"/>
          </p:nvPr>
        </p:nvPicPr>
        <p:blipFill>
          <a:blip r:embed="rId4"/>
          <a:stretch>
            <a:fillRect/>
          </a:stretch>
        </p:blipFill>
        <p:spPr>
          <a:xfrm>
            <a:off x="6245225" y="2167820"/>
            <a:ext cx="5357813" cy="3593923"/>
          </a:xfrm>
        </p:spPr>
      </p:pic>
      <p:sp>
        <p:nvSpPr>
          <p:cNvPr id="26" name="TextBox 25">
            <a:extLst>
              <a:ext uri="{FF2B5EF4-FFF2-40B4-BE49-F238E27FC236}">
                <a16:creationId xmlns:a16="http://schemas.microsoft.com/office/drawing/2014/main" id="{7BFEFE41-6769-8224-C8EE-3820446949E0}"/>
              </a:ext>
            </a:extLst>
          </p:cNvPr>
          <p:cNvSpPr txBox="1"/>
          <p:nvPr/>
        </p:nvSpPr>
        <p:spPr>
          <a:xfrm>
            <a:off x="7199481" y="6052620"/>
            <a:ext cx="4211089" cy="369332"/>
          </a:xfrm>
          <a:prstGeom prst="rect">
            <a:avLst/>
          </a:prstGeom>
        </p:spPr>
        <p:txBody>
          <a:bodyPr vert="horz" wrap="none" lIns="0" tIns="0" rIns="0" bIns="0" rtlCol="0" anchor="t" anchorCtr="0">
            <a:sp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DK" sz="1200" i="1" dirty="0"/>
              <a:t>Note:</a:t>
            </a:r>
            <a:br>
              <a:rPr lang="en-DK" sz="1200" b="0" i="1" dirty="0">
                <a:solidFill>
                  <a:schemeClr val="tx1"/>
                </a:solidFill>
                <a:latin typeface="+mn-lt"/>
              </a:rPr>
            </a:br>
            <a:r>
              <a:rPr lang="en-DK" sz="1200" b="0" i="1" dirty="0">
                <a:solidFill>
                  <a:schemeClr val="tx1"/>
                </a:solidFill>
                <a:latin typeface="+mn-lt"/>
              </a:rPr>
              <a:t>I also have the raw numbers of unique ID’s per design method</a:t>
            </a:r>
          </a:p>
        </p:txBody>
      </p:sp>
    </p:spTree>
    <p:extLst>
      <p:ext uri="{BB962C8B-B14F-4D97-AF65-F5344CB8AC3E}">
        <p14:creationId xmlns:p14="http://schemas.microsoft.com/office/powerpoint/2010/main" val="1660870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59092-4AE8-C9BE-1E19-3DE57CE88E6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32EA9DF-8972-4A9B-A07E-4CD322BB2DE3}"/>
              </a:ext>
            </a:extLst>
          </p:cNvPr>
          <p:cNvSpPr>
            <a:spLocks noGrp="1"/>
          </p:cNvSpPr>
          <p:nvPr>
            <p:ph type="title"/>
          </p:nvPr>
        </p:nvSpPr>
        <p:spPr/>
        <p:txBody>
          <a:bodyPr/>
          <a:lstStyle/>
          <a:p>
            <a:r>
              <a:rPr lang="en-GB" dirty="0"/>
              <a:t>Data that lays out the ground understanding of the dataset</a:t>
            </a:r>
          </a:p>
        </p:txBody>
      </p:sp>
      <p:sp>
        <p:nvSpPr>
          <p:cNvPr id="2" name="Date Placeholder 1">
            <a:extLst>
              <a:ext uri="{FF2B5EF4-FFF2-40B4-BE49-F238E27FC236}">
                <a16:creationId xmlns:a16="http://schemas.microsoft.com/office/drawing/2014/main" id="{2E162F4F-484C-9145-3DEF-8E0FB02DEF0A}"/>
              </a:ext>
            </a:extLst>
          </p:cNvPr>
          <p:cNvSpPr>
            <a:spLocks noGrp="1"/>
          </p:cNvSpPr>
          <p:nvPr>
            <p:ph type="dt" sz="half" idx="10"/>
          </p:nvPr>
        </p:nvSpPr>
        <p:spPr/>
        <p:txBody>
          <a:bodyPr/>
          <a:lstStyle/>
          <a:p>
            <a:fld id="{55673025-AC33-4B51-AB70-3110FF3042C8}" type="datetime1">
              <a:rPr lang="en-GB" smtClean="0"/>
              <a:t>10/11/2025</a:t>
            </a:fld>
            <a:endParaRPr lang="en-GB" dirty="0"/>
          </a:p>
        </p:txBody>
      </p:sp>
      <p:sp>
        <p:nvSpPr>
          <p:cNvPr id="3" name="Slide Number Placeholder 2">
            <a:extLst>
              <a:ext uri="{FF2B5EF4-FFF2-40B4-BE49-F238E27FC236}">
                <a16:creationId xmlns:a16="http://schemas.microsoft.com/office/drawing/2014/main" id="{D83DEDAF-4931-B51C-F771-BC307746D6AC}"/>
              </a:ext>
            </a:extLst>
          </p:cNvPr>
          <p:cNvSpPr>
            <a:spLocks noGrp="1"/>
          </p:cNvSpPr>
          <p:nvPr>
            <p:ph type="sldNum" sz="quarter" idx="12"/>
          </p:nvPr>
        </p:nvSpPr>
        <p:spPr/>
        <p:txBody>
          <a:bodyPr/>
          <a:lstStyle/>
          <a:p>
            <a:fld id="{091A926C-488A-4E3E-9C21-57CAA120E114}" type="slidenum">
              <a:rPr lang="en-GB" smtClean="0"/>
              <a:t>12</a:t>
            </a:fld>
            <a:endParaRPr lang="en-GB" dirty="0"/>
          </a:p>
        </p:txBody>
      </p:sp>
      <p:pic>
        <p:nvPicPr>
          <p:cNvPr id="10" name="Content Placeholder 9" descr="A screenshot of a computer screen&#10;&#10;AI-generated content may be incorrect.">
            <a:extLst>
              <a:ext uri="{FF2B5EF4-FFF2-40B4-BE49-F238E27FC236}">
                <a16:creationId xmlns:a16="http://schemas.microsoft.com/office/drawing/2014/main" id="{A5192215-220C-ADAF-9942-5E480F761EB2}"/>
              </a:ext>
            </a:extLst>
          </p:cNvPr>
          <p:cNvPicPr>
            <a:picLocks noGrp="1" noChangeAspect="1"/>
          </p:cNvPicPr>
          <p:nvPr>
            <p:ph sz="half" idx="1"/>
          </p:nvPr>
        </p:nvPicPr>
        <p:blipFill>
          <a:blip r:embed="rId3"/>
          <a:stretch>
            <a:fillRect/>
          </a:stretch>
        </p:blipFill>
        <p:spPr>
          <a:xfrm>
            <a:off x="1038224" y="1802038"/>
            <a:ext cx="4701563" cy="4112193"/>
          </a:xfrm>
        </p:spPr>
      </p:pic>
      <p:sp>
        <p:nvSpPr>
          <p:cNvPr id="14" name="Content Placeholder 13">
            <a:extLst>
              <a:ext uri="{FF2B5EF4-FFF2-40B4-BE49-F238E27FC236}">
                <a16:creationId xmlns:a16="http://schemas.microsoft.com/office/drawing/2014/main" id="{75EF3B3A-8F26-8A5E-ED45-67FB5AC2E02C}"/>
              </a:ext>
            </a:extLst>
          </p:cNvPr>
          <p:cNvSpPr>
            <a:spLocks noGrp="1"/>
          </p:cNvSpPr>
          <p:nvPr>
            <p:ph sz="half" idx="2"/>
          </p:nvPr>
        </p:nvSpPr>
        <p:spPr/>
        <p:txBody>
          <a:bodyPr/>
          <a:lstStyle/>
          <a:p>
            <a:r>
              <a:rPr lang="en-DK" dirty="0"/>
              <a:t>What can I conclude from this information? To be determined..</a:t>
            </a:r>
          </a:p>
        </p:txBody>
      </p:sp>
    </p:spTree>
    <p:extLst>
      <p:ext uri="{BB962C8B-B14F-4D97-AF65-F5344CB8AC3E}">
        <p14:creationId xmlns:p14="http://schemas.microsoft.com/office/powerpoint/2010/main" val="3539040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D6DA3-C2C0-5B1B-A78C-0E1632D5E7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1A63762-324D-8F41-5C01-F6F055D2F69A}"/>
              </a:ext>
            </a:extLst>
          </p:cNvPr>
          <p:cNvSpPr>
            <a:spLocks noGrp="1"/>
          </p:cNvSpPr>
          <p:nvPr>
            <p:ph type="title"/>
          </p:nvPr>
        </p:nvSpPr>
        <p:spPr/>
        <p:txBody>
          <a:bodyPr/>
          <a:lstStyle/>
          <a:p>
            <a:r>
              <a:rPr lang="en-GB" dirty="0"/>
              <a:t>More data to get a bigger picture of what the data set contains</a:t>
            </a:r>
          </a:p>
        </p:txBody>
      </p:sp>
      <p:sp>
        <p:nvSpPr>
          <p:cNvPr id="2" name="Date Placeholder 1">
            <a:extLst>
              <a:ext uri="{FF2B5EF4-FFF2-40B4-BE49-F238E27FC236}">
                <a16:creationId xmlns:a16="http://schemas.microsoft.com/office/drawing/2014/main" id="{DAF48D49-7160-9B2B-5153-2BB767E1C3AC}"/>
              </a:ext>
            </a:extLst>
          </p:cNvPr>
          <p:cNvSpPr>
            <a:spLocks noGrp="1"/>
          </p:cNvSpPr>
          <p:nvPr>
            <p:ph type="dt" sz="half" idx="10"/>
          </p:nvPr>
        </p:nvSpPr>
        <p:spPr/>
        <p:txBody>
          <a:bodyPr/>
          <a:lstStyle/>
          <a:p>
            <a:fld id="{DD0E0F33-965B-4006-BF25-D26E1C84904D}" type="datetime1">
              <a:rPr lang="en-GB" smtClean="0"/>
              <a:t>10/11/2025</a:t>
            </a:fld>
            <a:endParaRPr lang="en-GB" dirty="0"/>
          </a:p>
        </p:txBody>
      </p:sp>
      <p:sp>
        <p:nvSpPr>
          <p:cNvPr id="3" name="Slide Number Placeholder 2">
            <a:extLst>
              <a:ext uri="{FF2B5EF4-FFF2-40B4-BE49-F238E27FC236}">
                <a16:creationId xmlns:a16="http://schemas.microsoft.com/office/drawing/2014/main" id="{80CBDBFF-87B5-39E4-241A-24850ED329CA}"/>
              </a:ext>
            </a:extLst>
          </p:cNvPr>
          <p:cNvSpPr>
            <a:spLocks noGrp="1"/>
          </p:cNvSpPr>
          <p:nvPr>
            <p:ph type="sldNum" sz="quarter" idx="12"/>
          </p:nvPr>
        </p:nvSpPr>
        <p:spPr/>
        <p:txBody>
          <a:bodyPr/>
          <a:lstStyle/>
          <a:p>
            <a:fld id="{091A926C-488A-4E3E-9C21-57CAA120E114}" type="slidenum">
              <a:rPr lang="en-GB" smtClean="0"/>
              <a:t>13</a:t>
            </a:fld>
            <a:endParaRPr lang="en-GB" dirty="0"/>
          </a:p>
        </p:txBody>
      </p:sp>
      <p:pic>
        <p:nvPicPr>
          <p:cNvPr id="7" name="Content Placeholder 6" descr="A graph of different colored bars&#10;&#10;AI-generated content may be incorrect.">
            <a:extLst>
              <a:ext uri="{FF2B5EF4-FFF2-40B4-BE49-F238E27FC236}">
                <a16:creationId xmlns:a16="http://schemas.microsoft.com/office/drawing/2014/main" id="{CAC375D5-8589-C6A1-2484-92975D1790F5}"/>
              </a:ext>
            </a:extLst>
          </p:cNvPr>
          <p:cNvPicPr>
            <a:picLocks noGrp="1" noChangeAspect="1"/>
          </p:cNvPicPr>
          <p:nvPr>
            <p:ph idx="1"/>
          </p:nvPr>
        </p:nvPicPr>
        <p:blipFill>
          <a:blip r:embed="rId3"/>
          <a:stretch>
            <a:fillRect/>
          </a:stretch>
        </p:blipFill>
        <p:spPr>
          <a:xfrm>
            <a:off x="588964" y="1814298"/>
            <a:ext cx="9127914" cy="3566255"/>
          </a:xfrm>
        </p:spPr>
      </p:pic>
      <p:sp>
        <p:nvSpPr>
          <p:cNvPr id="8" name="TextBox 7">
            <a:extLst>
              <a:ext uri="{FF2B5EF4-FFF2-40B4-BE49-F238E27FC236}">
                <a16:creationId xmlns:a16="http://schemas.microsoft.com/office/drawing/2014/main" id="{A0DE33B7-9DD2-82C4-7B1C-8C5E22EB3A94}"/>
              </a:ext>
            </a:extLst>
          </p:cNvPr>
          <p:cNvSpPr txBox="1"/>
          <p:nvPr/>
        </p:nvSpPr>
        <p:spPr>
          <a:xfrm>
            <a:off x="588963" y="5565338"/>
            <a:ext cx="11209800" cy="1292662"/>
          </a:xfrm>
          <a:prstGeom prst="rect">
            <a:avLst/>
          </a:prstGeom>
        </p:spPr>
        <p:txBody>
          <a:bodyPr vert="horz" wrap="none" lIns="0" tIns="0" rIns="0" bIns="0" rtlCol="0" anchor="t" anchorCtr="0">
            <a:spAutoFit/>
          </a:bodyPr>
          <a:lstStyle/>
          <a:p>
            <a:pPr marL="285750" marR="0" indent="-28575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r>
              <a:rPr lang="en-GB" sz="1400" b="0" dirty="0">
                <a:solidFill>
                  <a:schemeClr val="tx1"/>
                </a:solidFill>
                <a:latin typeface="+mn-lt"/>
              </a:rPr>
              <a:t>This also shows which design methods have mixed results on whether the generated binder binds (when sorting as being a ”True” binder: </a:t>
            </a:r>
            <a:br>
              <a:rPr lang="en-GB" sz="1400" dirty="0"/>
            </a:br>
            <a:r>
              <a:rPr lang="en-GB" sz="1400" b="0" dirty="0" err="1">
                <a:solidFill>
                  <a:schemeClr val="tx1"/>
                </a:solidFill>
                <a:latin typeface="+mn-lt"/>
              </a:rPr>
              <a:t>bindcraft</a:t>
            </a:r>
            <a:r>
              <a:rPr lang="en-GB" sz="1400" b="0" dirty="0">
                <a:solidFill>
                  <a:schemeClr val="tx1"/>
                </a:solidFill>
                <a:latin typeface="+mn-lt"/>
              </a:rPr>
              <a:t>, </a:t>
            </a:r>
            <a:r>
              <a:rPr lang="en-GB" sz="1400" b="0" dirty="0" err="1">
                <a:solidFill>
                  <a:schemeClr val="tx1"/>
                </a:solidFill>
                <a:latin typeface="+mn-lt"/>
              </a:rPr>
              <a:t>evodiff</a:t>
            </a:r>
            <a:r>
              <a:rPr lang="en-GB" sz="1400" b="0" dirty="0">
                <a:solidFill>
                  <a:schemeClr val="tx1"/>
                </a:solidFill>
                <a:latin typeface="+mn-lt"/>
              </a:rPr>
              <a:t> and mosaic (seen as "None" here). </a:t>
            </a:r>
          </a:p>
          <a:p>
            <a:pPr marL="285750" marR="0" indent="-28575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endParaRPr lang="en-GB" sz="1400" b="0" dirty="0">
              <a:solidFill>
                <a:schemeClr val="tx1"/>
              </a:solidFill>
              <a:latin typeface="+mn-lt"/>
            </a:endParaRPr>
          </a:p>
          <a:p>
            <a:pPr marL="285750" marR="0" indent="-28575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r>
              <a:rPr lang="en-GB" sz="1400" dirty="0"/>
              <a:t>This means that individual binders generated with a specific method has been reported both as a binder </a:t>
            </a:r>
            <a:br>
              <a:rPr lang="en-GB" sz="1400" dirty="0"/>
            </a:br>
            <a:r>
              <a:rPr lang="en-GB" sz="1400" dirty="0"/>
              <a:t>and as a non binder by different projects. </a:t>
            </a:r>
            <a:endParaRPr lang="en-GB" sz="1400" b="0" dirty="0">
              <a:solidFill>
                <a:schemeClr val="tx1"/>
              </a:solidFill>
              <a:latin typeface="+mn-lt"/>
            </a:endParaRPr>
          </a:p>
          <a:p>
            <a:pPr marL="0" marR="0" indent="0" algn="l" defTabSz="914400" rtl="0" eaLnBrk="1" fontAlgn="auto" latinLnBrk="0" hangingPunct="1">
              <a:lnSpc>
                <a:spcPct val="100000"/>
              </a:lnSpc>
              <a:spcBef>
                <a:spcPct val="0"/>
              </a:spcBef>
              <a:spcAft>
                <a:spcPts val="0"/>
              </a:spcAft>
              <a:buClrTx/>
              <a:buSzTx/>
              <a:buFontTx/>
              <a:buNone/>
              <a:tabLst/>
            </a:pPr>
            <a:endParaRPr lang="en-DK" sz="1400" b="0" dirty="0">
              <a:solidFill>
                <a:schemeClr val="tx1"/>
              </a:solidFill>
              <a:latin typeface="+mn-lt"/>
            </a:endParaRPr>
          </a:p>
        </p:txBody>
      </p:sp>
    </p:spTree>
    <p:extLst>
      <p:ext uri="{BB962C8B-B14F-4D97-AF65-F5344CB8AC3E}">
        <p14:creationId xmlns:p14="http://schemas.microsoft.com/office/powerpoint/2010/main" val="9742761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9B703-1689-46B5-180D-A7C7E5F8C9B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BAA4A3E-5EE1-2EE1-CBBA-13FDFCF25DF0}"/>
              </a:ext>
            </a:extLst>
          </p:cNvPr>
          <p:cNvSpPr>
            <a:spLocks noGrp="1"/>
          </p:cNvSpPr>
          <p:nvPr>
            <p:ph type="title"/>
          </p:nvPr>
        </p:nvSpPr>
        <p:spPr/>
        <p:txBody>
          <a:bodyPr/>
          <a:lstStyle/>
          <a:p>
            <a:r>
              <a:rPr lang="en-GB" dirty="0"/>
              <a:t>The further analysis</a:t>
            </a:r>
          </a:p>
        </p:txBody>
      </p:sp>
      <p:sp>
        <p:nvSpPr>
          <p:cNvPr id="2" name="Date Placeholder 1">
            <a:extLst>
              <a:ext uri="{FF2B5EF4-FFF2-40B4-BE49-F238E27FC236}">
                <a16:creationId xmlns:a16="http://schemas.microsoft.com/office/drawing/2014/main" id="{1D1BB89E-ACE8-DA57-D0C3-EC71D407046B}"/>
              </a:ext>
            </a:extLst>
          </p:cNvPr>
          <p:cNvSpPr>
            <a:spLocks noGrp="1"/>
          </p:cNvSpPr>
          <p:nvPr>
            <p:ph type="dt" sz="half" idx="10"/>
          </p:nvPr>
        </p:nvSpPr>
        <p:spPr/>
        <p:txBody>
          <a:bodyPr/>
          <a:lstStyle/>
          <a:p>
            <a:fld id="{55673025-AC33-4B51-AB70-3110FF3042C8}" type="datetime1">
              <a:rPr lang="en-GB" smtClean="0"/>
              <a:t>10/11/2025</a:t>
            </a:fld>
            <a:endParaRPr lang="en-GB" dirty="0"/>
          </a:p>
        </p:txBody>
      </p:sp>
      <p:sp>
        <p:nvSpPr>
          <p:cNvPr id="3" name="Slide Number Placeholder 2">
            <a:extLst>
              <a:ext uri="{FF2B5EF4-FFF2-40B4-BE49-F238E27FC236}">
                <a16:creationId xmlns:a16="http://schemas.microsoft.com/office/drawing/2014/main" id="{3FE97E57-80EB-54FD-BE7F-7D7AB59C4FAE}"/>
              </a:ext>
            </a:extLst>
          </p:cNvPr>
          <p:cNvSpPr>
            <a:spLocks noGrp="1"/>
          </p:cNvSpPr>
          <p:nvPr>
            <p:ph type="sldNum" sz="quarter" idx="12"/>
          </p:nvPr>
        </p:nvSpPr>
        <p:spPr/>
        <p:txBody>
          <a:bodyPr/>
          <a:lstStyle/>
          <a:p>
            <a:fld id="{091A926C-488A-4E3E-9C21-57CAA120E114}" type="slidenum">
              <a:rPr lang="en-GB" smtClean="0"/>
              <a:t>14</a:t>
            </a:fld>
            <a:endParaRPr lang="en-GB" dirty="0"/>
          </a:p>
        </p:txBody>
      </p:sp>
      <p:sp>
        <p:nvSpPr>
          <p:cNvPr id="5" name="Content Placeholder 4">
            <a:extLst>
              <a:ext uri="{FF2B5EF4-FFF2-40B4-BE49-F238E27FC236}">
                <a16:creationId xmlns:a16="http://schemas.microsoft.com/office/drawing/2014/main" id="{8CA0CE14-D8D6-F8B0-EBF6-A1E3F3E904E9}"/>
              </a:ext>
            </a:extLst>
          </p:cNvPr>
          <p:cNvSpPr>
            <a:spLocks noGrp="1"/>
          </p:cNvSpPr>
          <p:nvPr>
            <p:ph sz="half" idx="1"/>
          </p:nvPr>
        </p:nvSpPr>
        <p:spPr/>
        <p:txBody>
          <a:bodyPr/>
          <a:lstStyle/>
          <a:p>
            <a:r>
              <a:rPr lang="en-DK" dirty="0"/>
              <a:t>I w</a:t>
            </a:r>
            <a:r>
              <a:rPr lang="en-GB" dirty="0"/>
              <a:t>an</a:t>
            </a:r>
            <a:r>
              <a:rPr lang="en-DK" dirty="0"/>
              <a:t>ted to make horizontal box plots of the metrics of interest that I chose earlier, in relation to each design method.</a:t>
            </a:r>
          </a:p>
          <a:p>
            <a:r>
              <a:rPr lang="en-DK" dirty="0"/>
              <a:t>Want to see how each design method performs.</a:t>
            </a:r>
          </a:p>
          <a:p>
            <a:r>
              <a:rPr lang="en-DK" dirty="0"/>
              <a:t>Also put in relation to binding fraction. </a:t>
            </a:r>
          </a:p>
          <a:p>
            <a:pPr marL="0" indent="0">
              <a:buNone/>
            </a:pPr>
            <a:endParaRPr lang="en-DK" dirty="0"/>
          </a:p>
        </p:txBody>
      </p:sp>
      <p:sp>
        <p:nvSpPr>
          <p:cNvPr id="8" name="Content Placeholder 7">
            <a:extLst>
              <a:ext uri="{FF2B5EF4-FFF2-40B4-BE49-F238E27FC236}">
                <a16:creationId xmlns:a16="http://schemas.microsoft.com/office/drawing/2014/main" id="{41BB92AA-FC3D-28F5-9F9D-BF75F228FB2D}"/>
              </a:ext>
            </a:extLst>
          </p:cNvPr>
          <p:cNvSpPr>
            <a:spLocks noGrp="1"/>
          </p:cNvSpPr>
          <p:nvPr>
            <p:ph sz="half" idx="2"/>
          </p:nvPr>
        </p:nvSpPr>
        <p:spPr/>
        <p:txBody>
          <a:bodyPr/>
          <a:lstStyle/>
          <a:p>
            <a:pPr marL="0" indent="0">
              <a:buNone/>
            </a:pPr>
            <a:r>
              <a:rPr lang="en-DK" dirty="0">
                <a:sym typeface="Wingdings" pitchFamily="2" charset="2"/>
              </a:rPr>
              <a:t> Each design method on the y-axis and one metric on the x-axis.</a:t>
            </a:r>
            <a:endParaRPr lang="en-DK" dirty="0"/>
          </a:p>
        </p:txBody>
      </p:sp>
    </p:spTree>
    <p:extLst>
      <p:ext uri="{BB962C8B-B14F-4D97-AF65-F5344CB8AC3E}">
        <p14:creationId xmlns:p14="http://schemas.microsoft.com/office/powerpoint/2010/main" val="34989952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D739B-B209-DEF5-C55A-249E42DC6FB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F578B69-09AE-CD14-B494-BBD3FFC682B9}"/>
              </a:ext>
            </a:extLst>
          </p:cNvPr>
          <p:cNvSpPr>
            <a:spLocks noGrp="1"/>
          </p:cNvSpPr>
          <p:nvPr>
            <p:ph type="title"/>
          </p:nvPr>
        </p:nvSpPr>
        <p:spPr/>
        <p:txBody>
          <a:bodyPr/>
          <a:lstStyle/>
          <a:p>
            <a:r>
              <a:rPr lang="en-GB" dirty="0"/>
              <a:t>Horizontal box plots showing different metrics per design method (binders &amp; non-binders)</a:t>
            </a:r>
          </a:p>
        </p:txBody>
      </p:sp>
      <p:pic>
        <p:nvPicPr>
          <p:cNvPr id="14" name="Content Placeholder 13" descr="A graph of a graph of a graph&#10;&#10;AI-generated content may be incorrect.">
            <a:extLst>
              <a:ext uri="{FF2B5EF4-FFF2-40B4-BE49-F238E27FC236}">
                <a16:creationId xmlns:a16="http://schemas.microsoft.com/office/drawing/2014/main" id="{BA77C3FA-7293-7222-75E1-B26A7BFF6869}"/>
              </a:ext>
            </a:extLst>
          </p:cNvPr>
          <p:cNvPicPr>
            <a:picLocks noGrp="1" noChangeAspect="1"/>
          </p:cNvPicPr>
          <p:nvPr>
            <p:ph sz="half" idx="2"/>
          </p:nvPr>
        </p:nvPicPr>
        <p:blipFill>
          <a:blip r:embed="rId3"/>
          <a:stretch>
            <a:fillRect/>
          </a:stretch>
        </p:blipFill>
        <p:spPr>
          <a:xfrm>
            <a:off x="6243637" y="3805942"/>
            <a:ext cx="5357813" cy="2629647"/>
          </a:xfrm>
        </p:spPr>
      </p:pic>
      <p:sp>
        <p:nvSpPr>
          <p:cNvPr id="2" name="Date Placeholder 1">
            <a:extLst>
              <a:ext uri="{FF2B5EF4-FFF2-40B4-BE49-F238E27FC236}">
                <a16:creationId xmlns:a16="http://schemas.microsoft.com/office/drawing/2014/main" id="{AE3C2D93-2C13-2D4C-DA2C-27B9A9108C0B}"/>
              </a:ext>
            </a:extLst>
          </p:cNvPr>
          <p:cNvSpPr>
            <a:spLocks noGrp="1"/>
          </p:cNvSpPr>
          <p:nvPr>
            <p:ph type="dt" sz="half" idx="10"/>
          </p:nvPr>
        </p:nvSpPr>
        <p:spPr/>
        <p:txBody>
          <a:bodyPr/>
          <a:lstStyle/>
          <a:p>
            <a:fld id="{55673025-AC33-4B51-AB70-3110FF3042C8}" type="datetime1">
              <a:rPr lang="en-GB" smtClean="0"/>
              <a:t>10/11/2025</a:t>
            </a:fld>
            <a:endParaRPr lang="en-GB" dirty="0"/>
          </a:p>
        </p:txBody>
      </p:sp>
      <p:sp>
        <p:nvSpPr>
          <p:cNvPr id="3" name="Slide Number Placeholder 2">
            <a:extLst>
              <a:ext uri="{FF2B5EF4-FFF2-40B4-BE49-F238E27FC236}">
                <a16:creationId xmlns:a16="http://schemas.microsoft.com/office/drawing/2014/main" id="{40BDA795-DF75-AEDC-C223-457FE61CC9C0}"/>
              </a:ext>
            </a:extLst>
          </p:cNvPr>
          <p:cNvSpPr>
            <a:spLocks noGrp="1"/>
          </p:cNvSpPr>
          <p:nvPr>
            <p:ph type="sldNum" sz="quarter" idx="12"/>
          </p:nvPr>
        </p:nvSpPr>
        <p:spPr/>
        <p:txBody>
          <a:bodyPr/>
          <a:lstStyle/>
          <a:p>
            <a:fld id="{091A926C-488A-4E3E-9C21-57CAA120E114}" type="slidenum">
              <a:rPr lang="en-GB" smtClean="0"/>
              <a:t>15</a:t>
            </a:fld>
            <a:endParaRPr lang="en-GB" dirty="0"/>
          </a:p>
        </p:txBody>
      </p:sp>
      <p:pic>
        <p:nvPicPr>
          <p:cNvPr id="12" name="Content Placeholder 11" descr="A graph of a graph of colored lines&#10;&#10;AI-generated content may be incorrect.">
            <a:extLst>
              <a:ext uri="{FF2B5EF4-FFF2-40B4-BE49-F238E27FC236}">
                <a16:creationId xmlns:a16="http://schemas.microsoft.com/office/drawing/2014/main" id="{A16EF1CF-FF54-498E-2B2C-25D20F0E5021}"/>
              </a:ext>
            </a:extLst>
          </p:cNvPr>
          <p:cNvPicPr>
            <a:picLocks noGrp="1" noChangeAspect="1"/>
          </p:cNvPicPr>
          <p:nvPr>
            <p:ph sz="half" idx="1"/>
          </p:nvPr>
        </p:nvPicPr>
        <p:blipFill>
          <a:blip r:embed="rId4"/>
          <a:stretch>
            <a:fillRect/>
          </a:stretch>
        </p:blipFill>
        <p:spPr>
          <a:xfrm>
            <a:off x="588964" y="1674893"/>
            <a:ext cx="5356225" cy="2628868"/>
          </a:xfrm>
        </p:spPr>
      </p:pic>
    </p:spTree>
    <p:extLst>
      <p:ext uri="{BB962C8B-B14F-4D97-AF65-F5344CB8AC3E}">
        <p14:creationId xmlns:p14="http://schemas.microsoft.com/office/powerpoint/2010/main" val="28910251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70088-696C-907B-32F8-DD65ACE3EB7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C57970A-F7DC-0FDC-499B-A41A561E51A9}"/>
              </a:ext>
            </a:extLst>
          </p:cNvPr>
          <p:cNvSpPr>
            <a:spLocks noGrp="1"/>
          </p:cNvSpPr>
          <p:nvPr>
            <p:ph type="title"/>
          </p:nvPr>
        </p:nvSpPr>
        <p:spPr/>
        <p:txBody>
          <a:bodyPr/>
          <a:lstStyle/>
          <a:p>
            <a:r>
              <a:rPr lang="en-GB" dirty="0"/>
              <a:t>Horizontal box plots showing different metrics per design method (binders &amp; non-binders)</a:t>
            </a:r>
          </a:p>
        </p:txBody>
      </p:sp>
      <p:pic>
        <p:nvPicPr>
          <p:cNvPr id="10" name="Content Placeholder 9" descr="A graph of colored lines&#10;&#10;AI-generated content may be incorrect.">
            <a:extLst>
              <a:ext uri="{FF2B5EF4-FFF2-40B4-BE49-F238E27FC236}">
                <a16:creationId xmlns:a16="http://schemas.microsoft.com/office/drawing/2014/main" id="{F1A41F65-6195-C734-2392-7A9D94735EB9}"/>
              </a:ext>
            </a:extLst>
          </p:cNvPr>
          <p:cNvPicPr>
            <a:picLocks noGrp="1" noChangeAspect="1"/>
          </p:cNvPicPr>
          <p:nvPr>
            <p:ph sz="half" idx="2"/>
          </p:nvPr>
        </p:nvPicPr>
        <p:blipFill>
          <a:blip r:embed="rId3"/>
          <a:stretch>
            <a:fillRect/>
          </a:stretch>
        </p:blipFill>
        <p:spPr>
          <a:xfrm>
            <a:off x="6246815" y="3968192"/>
            <a:ext cx="5357813" cy="2637226"/>
          </a:xfrm>
        </p:spPr>
      </p:pic>
      <p:sp>
        <p:nvSpPr>
          <p:cNvPr id="2" name="Date Placeholder 1">
            <a:extLst>
              <a:ext uri="{FF2B5EF4-FFF2-40B4-BE49-F238E27FC236}">
                <a16:creationId xmlns:a16="http://schemas.microsoft.com/office/drawing/2014/main" id="{136FB70A-3883-DC98-4735-8B238605F596}"/>
              </a:ext>
            </a:extLst>
          </p:cNvPr>
          <p:cNvSpPr>
            <a:spLocks noGrp="1"/>
          </p:cNvSpPr>
          <p:nvPr>
            <p:ph type="dt" sz="half" idx="10"/>
          </p:nvPr>
        </p:nvSpPr>
        <p:spPr/>
        <p:txBody>
          <a:bodyPr/>
          <a:lstStyle/>
          <a:p>
            <a:fld id="{55673025-AC33-4B51-AB70-3110FF3042C8}" type="datetime1">
              <a:rPr lang="en-GB" smtClean="0"/>
              <a:t>10/11/2025</a:t>
            </a:fld>
            <a:endParaRPr lang="en-GB" dirty="0"/>
          </a:p>
        </p:txBody>
      </p:sp>
      <p:sp>
        <p:nvSpPr>
          <p:cNvPr id="3" name="Slide Number Placeholder 2">
            <a:extLst>
              <a:ext uri="{FF2B5EF4-FFF2-40B4-BE49-F238E27FC236}">
                <a16:creationId xmlns:a16="http://schemas.microsoft.com/office/drawing/2014/main" id="{015286D3-E388-BB77-73B0-D485F84DED8B}"/>
              </a:ext>
            </a:extLst>
          </p:cNvPr>
          <p:cNvSpPr>
            <a:spLocks noGrp="1"/>
          </p:cNvSpPr>
          <p:nvPr>
            <p:ph type="sldNum" sz="quarter" idx="12"/>
          </p:nvPr>
        </p:nvSpPr>
        <p:spPr/>
        <p:txBody>
          <a:bodyPr/>
          <a:lstStyle/>
          <a:p>
            <a:fld id="{091A926C-488A-4E3E-9C21-57CAA120E114}" type="slidenum">
              <a:rPr lang="en-GB" smtClean="0"/>
              <a:t>16</a:t>
            </a:fld>
            <a:endParaRPr lang="en-GB" dirty="0"/>
          </a:p>
        </p:txBody>
      </p:sp>
      <p:pic>
        <p:nvPicPr>
          <p:cNvPr id="5" name="Content Placeholder 4" descr="A graph of a graph&#10;&#10;AI-generated content may be incorrect.">
            <a:extLst>
              <a:ext uri="{FF2B5EF4-FFF2-40B4-BE49-F238E27FC236}">
                <a16:creationId xmlns:a16="http://schemas.microsoft.com/office/drawing/2014/main" id="{FAE76F2C-6EB1-B09A-6BE6-CB7050285F85}"/>
              </a:ext>
            </a:extLst>
          </p:cNvPr>
          <p:cNvPicPr>
            <a:picLocks noGrp="1" noChangeAspect="1"/>
          </p:cNvPicPr>
          <p:nvPr>
            <p:ph sz="half" idx="1"/>
          </p:nvPr>
        </p:nvPicPr>
        <p:blipFill>
          <a:blip r:embed="rId4"/>
          <a:stretch>
            <a:fillRect/>
          </a:stretch>
        </p:blipFill>
        <p:spPr>
          <a:xfrm>
            <a:off x="588962" y="1621991"/>
            <a:ext cx="5356225" cy="2636444"/>
          </a:xfrm>
        </p:spPr>
      </p:pic>
    </p:spTree>
    <p:extLst>
      <p:ext uri="{BB962C8B-B14F-4D97-AF65-F5344CB8AC3E}">
        <p14:creationId xmlns:p14="http://schemas.microsoft.com/office/powerpoint/2010/main" val="115254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9FDE2-0C83-5977-5EED-C0F7BFCF54F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29E1935-9465-B3E1-7F3D-0F5D2082C1FE}"/>
              </a:ext>
            </a:extLst>
          </p:cNvPr>
          <p:cNvSpPr>
            <a:spLocks noGrp="1"/>
          </p:cNvSpPr>
          <p:nvPr>
            <p:ph type="title"/>
          </p:nvPr>
        </p:nvSpPr>
        <p:spPr/>
        <p:txBody>
          <a:bodyPr/>
          <a:lstStyle/>
          <a:p>
            <a:r>
              <a:rPr lang="en-GB" dirty="0"/>
              <a:t>Horizontal box plots showing different metrics per design method (binders &amp; non-binders)</a:t>
            </a:r>
          </a:p>
        </p:txBody>
      </p:sp>
      <p:sp>
        <p:nvSpPr>
          <p:cNvPr id="2" name="Date Placeholder 1">
            <a:extLst>
              <a:ext uri="{FF2B5EF4-FFF2-40B4-BE49-F238E27FC236}">
                <a16:creationId xmlns:a16="http://schemas.microsoft.com/office/drawing/2014/main" id="{2F1D302C-3947-E7EE-7955-DE2ED909EB1E}"/>
              </a:ext>
            </a:extLst>
          </p:cNvPr>
          <p:cNvSpPr>
            <a:spLocks noGrp="1"/>
          </p:cNvSpPr>
          <p:nvPr>
            <p:ph type="dt" sz="half" idx="10"/>
          </p:nvPr>
        </p:nvSpPr>
        <p:spPr/>
        <p:txBody>
          <a:bodyPr/>
          <a:lstStyle/>
          <a:p>
            <a:fld id="{DD0E0F33-965B-4006-BF25-D26E1C84904D}" type="datetime1">
              <a:rPr lang="en-GB" smtClean="0"/>
              <a:t>10/11/2025</a:t>
            </a:fld>
            <a:endParaRPr lang="en-GB" dirty="0"/>
          </a:p>
        </p:txBody>
      </p:sp>
      <p:sp>
        <p:nvSpPr>
          <p:cNvPr id="3" name="Slide Number Placeholder 2">
            <a:extLst>
              <a:ext uri="{FF2B5EF4-FFF2-40B4-BE49-F238E27FC236}">
                <a16:creationId xmlns:a16="http://schemas.microsoft.com/office/drawing/2014/main" id="{86C41ED8-DEF2-F70D-273E-1500E53BC822}"/>
              </a:ext>
            </a:extLst>
          </p:cNvPr>
          <p:cNvSpPr>
            <a:spLocks noGrp="1"/>
          </p:cNvSpPr>
          <p:nvPr>
            <p:ph type="sldNum" sz="quarter" idx="12"/>
          </p:nvPr>
        </p:nvSpPr>
        <p:spPr/>
        <p:txBody>
          <a:bodyPr/>
          <a:lstStyle/>
          <a:p>
            <a:fld id="{091A926C-488A-4E3E-9C21-57CAA120E114}" type="slidenum">
              <a:rPr lang="en-GB" smtClean="0"/>
              <a:t>17</a:t>
            </a:fld>
            <a:endParaRPr lang="en-GB" dirty="0"/>
          </a:p>
        </p:txBody>
      </p:sp>
      <p:pic>
        <p:nvPicPr>
          <p:cNvPr id="6" name="Content Placeholder 5" descr="A graph of colored lines&#10;&#10;AI-generated content may be incorrect.">
            <a:extLst>
              <a:ext uri="{FF2B5EF4-FFF2-40B4-BE49-F238E27FC236}">
                <a16:creationId xmlns:a16="http://schemas.microsoft.com/office/drawing/2014/main" id="{74C562E6-43F0-B31A-50D9-D51FCC1E1CB0}"/>
              </a:ext>
            </a:extLst>
          </p:cNvPr>
          <p:cNvPicPr>
            <a:picLocks noGrp="1" noChangeAspect="1"/>
          </p:cNvPicPr>
          <p:nvPr>
            <p:ph idx="1"/>
          </p:nvPr>
        </p:nvPicPr>
        <p:blipFill>
          <a:blip r:embed="rId3"/>
          <a:stretch>
            <a:fillRect/>
          </a:stretch>
        </p:blipFill>
        <p:spPr>
          <a:xfrm>
            <a:off x="1605756" y="1755775"/>
            <a:ext cx="8978900" cy="4419600"/>
          </a:xfrm>
        </p:spPr>
      </p:pic>
    </p:spTree>
    <p:extLst>
      <p:ext uri="{BB962C8B-B14F-4D97-AF65-F5344CB8AC3E}">
        <p14:creationId xmlns:p14="http://schemas.microsoft.com/office/powerpoint/2010/main" val="3811238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526D5-1519-7FE1-2A65-076E4D92050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38FFA4-0E0A-7FF4-815C-6C50BDF7D7EF}"/>
              </a:ext>
            </a:extLst>
          </p:cNvPr>
          <p:cNvSpPr>
            <a:spLocks noGrp="1"/>
          </p:cNvSpPr>
          <p:nvPr>
            <p:ph type="title"/>
          </p:nvPr>
        </p:nvSpPr>
        <p:spPr/>
        <p:txBody>
          <a:bodyPr/>
          <a:lstStyle/>
          <a:p>
            <a:r>
              <a:rPr lang="en-GB" dirty="0"/>
              <a:t>The further analysis pt. 2</a:t>
            </a:r>
          </a:p>
        </p:txBody>
      </p:sp>
      <p:sp>
        <p:nvSpPr>
          <p:cNvPr id="2" name="Date Placeholder 1">
            <a:extLst>
              <a:ext uri="{FF2B5EF4-FFF2-40B4-BE49-F238E27FC236}">
                <a16:creationId xmlns:a16="http://schemas.microsoft.com/office/drawing/2014/main" id="{5EA64D3C-F31C-5C7C-224B-12DCDB0D1DD6}"/>
              </a:ext>
            </a:extLst>
          </p:cNvPr>
          <p:cNvSpPr>
            <a:spLocks noGrp="1"/>
          </p:cNvSpPr>
          <p:nvPr>
            <p:ph type="dt" sz="half" idx="10"/>
          </p:nvPr>
        </p:nvSpPr>
        <p:spPr/>
        <p:txBody>
          <a:bodyPr/>
          <a:lstStyle/>
          <a:p>
            <a:fld id="{55673025-AC33-4B51-AB70-3110FF3042C8}" type="datetime1">
              <a:rPr lang="en-GB" smtClean="0"/>
              <a:t>10/11/2025</a:t>
            </a:fld>
            <a:endParaRPr lang="en-GB" dirty="0"/>
          </a:p>
        </p:txBody>
      </p:sp>
      <p:sp>
        <p:nvSpPr>
          <p:cNvPr id="3" name="Slide Number Placeholder 2">
            <a:extLst>
              <a:ext uri="{FF2B5EF4-FFF2-40B4-BE49-F238E27FC236}">
                <a16:creationId xmlns:a16="http://schemas.microsoft.com/office/drawing/2014/main" id="{C5B93B78-8D3D-9EFE-D9C6-EF7BAD1CB9AB}"/>
              </a:ext>
            </a:extLst>
          </p:cNvPr>
          <p:cNvSpPr>
            <a:spLocks noGrp="1"/>
          </p:cNvSpPr>
          <p:nvPr>
            <p:ph type="sldNum" sz="quarter" idx="12"/>
          </p:nvPr>
        </p:nvSpPr>
        <p:spPr/>
        <p:txBody>
          <a:bodyPr/>
          <a:lstStyle/>
          <a:p>
            <a:fld id="{091A926C-488A-4E3E-9C21-57CAA120E114}" type="slidenum">
              <a:rPr lang="en-GB" smtClean="0"/>
              <a:t>18</a:t>
            </a:fld>
            <a:endParaRPr lang="en-GB" dirty="0"/>
          </a:p>
        </p:txBody>
      </p:sp>
      <p:sp>
        <p:nvSpPr>
          <p:cNvPr id="5" name="Content Placeholder 4">
            <a:extLst>
              <a:ext uri="{FF2B5EF4-FFF2-40B4-BE49-F238E27FC236}">
                <a16:creationId xmlns:a16="http://schemas.microsoft.com/office/drawing/2014/main" id="{AED8F6EA-3D8B-F9CC-74C1-6A8DA780BBAB}"/>
              </a:ext>
            </a:extLst>
          </p:cNvPr>
          <p:cNvSpPr>
            <a:spLocks noGrp="1"/>
          </p:cNvSpPr>
          <p:nvPr>
            <p:ph sz="half" idx="1"/>
          </p:nvPr>
        </p:nvSpPr>
        <p:spPr/>
        <p:txBody>
          <a:bodyPr/>
          <a:lstStyle/>
          <a:p>
            <a:r>
              <a:rPr lang="en-DK" dirty="0"/>
              <a:t>Looking at the Pearson correlation coefficient between the metrics, for each individual design method.</a:t>
            </a:r>
          </a:p>
          <a:p>
            <a:endParaRPr lang="en-DK" dirty="0"/>
          </a:p>
        </p:txBody>
      </p:sp>
      <p:sp>
        <p:nvSpPr>
          <p:cNvPr id="8" name="Content Placeholder 7">
            <a:extLst>
              <a:ext uri="{FF2B5EF4-FFF2-40B4-BE49-F238E27FC236}">
                <a16:creationId xmlns:a16="http://schemas.microsoft.com/office/drawing/2014/main" id="{A38628E7-1879-755A-769A-1983A9D5A8E2}"/>
              </a:ext>
            </a:extLst>
          </p:cNvPr>
          <p:cNvSpPr>
            <a:spLocks noGrp="1"/>
          </p:cNvSpPr>
          <p:nvPr>
            <p:ph sz="half" idx="2"/>
          </p:nvPr>
        </p:nvSpPr>
        <p:spPr/>
        <p:txBody>
          <a:bodyPr/>
          <a:lstStyle/>
          <a:p>
            <a:pPr marL="0" indent="0">
              <a:buNone/>
            </a:pPr>
            <a:r>
              <a:rPr lang="en-DK" dirty="0">
                <a:sym typeface="Wingdings" pitchFamily="2" charset="2"/>
              </a:rPr>
              <a:t> Melika helped me and made a heat map </a:t>
            </a:r>
            <a:endParaRPr lang="en-DK" dirty="0"/>
          </a:p>
        </p:txBody>
      </p:sp>
    </p:spTree>
    <p:extLst>
      <p:ext uri="{BB962C8B-B14F-4D97-AF65-F5344CB8AC3E}">
        <p14:creationId xmlns:p14="http://schemas.microsoft.com/office/powerpoint/2010/main" val="42446518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401FF-D59D-F6CF-F7F9-EDBE099439D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117A09F-2E91-D0E9-DC6E-0F196C7A99B5}"/>
              </a:ext>
            </a:extLst>
          </p:cNvPr>
          <p:cNvSpPr>
            <a:spLocks noGrp="1"/>
          </p:cNvSpPr>
          <p:nvPr>
            <p:ph type="title"/>
          </p:nvPr>
        </p:nvSpPr>
        <p:spPr/>
        <p:txBody>
          <a:bodyPr/>
          <a:lstStyle/>
          <a:p>
            <a:r>
              <a:rPr lang="en-GB" dirty="0"/>
              <a:t>Heatmap of Pearson correlations for 3 methods (binders &amp; non-binders)</a:t>
            </a:r>
          </a:p>
        </p:txBody>
      </p:sp>
      <p:sp>
        <p:nvSpPr>
          <p:cNvPr id="2" name="Date Placeholder 1">
            <a:extLst>
              <a:ext uri="{FF2B5EF4-FFF2-40B4-BE49-F238E27FC236}">
                <a16:creationId xmlns:a16="http://schemas.microsoft.com/office/drawing/2014/main" id="{823A7498-8963-B447-3EF8-E2D7299DCE15}"/>
              </a:ext>
            </a:extLst>
          </p:cNvPr>
          <p:cNvSpPr>
            <a:spLocks noGrp="1"/>
          </p:cNvSpPr>
          <p:nvPr>
            <p:ph type="dt" sz="half" idx="10"/>
          </p:nvPr>
        </p:nvSpPr>
        <p:spPr/>
        <p:txBody>
          <a:bodyPr/>
          <a:lstStyle/>
          <a:p>
            <a:fld id="{DD0E0F33-965B-4006-BF25-D26E1C84904D}" type="datetime1">
              <a:rPr lang="en-GB" smtClean="0"/>
              <a:t>10/11/2025</a:t>
            </a:fld>
            <a:endParaRPr lang="en-GB" dirty="0"/>
          </a:p>
        </p:txBody>
      </p:sp>
      <p:sp>
        <p:nvSpPr>
          <p:cNvPr id="3" name="Slide Number Placeholder 2">
            <a:extLst>
              <a:ext uri="{FF2B5EF4-FFF2-40B4-BE49-F238E27FC236}">
                <a16:creationId xmlns:a16="http://schemas.microsoft.com/office/drawing/2014/main" id="{B3A79F4B-B5B5-10AC-09FB-15DF758DFC3E}"/>
              </a:ext>
            </a:extLst>
          </p:cNvPr>
          <p:cNvSpPr>
            <a:spLocks noGrp="1"/>
          </p:cNvSpPr>
          <p:nvPr>
            <p:ph type="sldNum" sz="quarter" idx="12"/>
          </p:nvPr>
        </p:nvSpPr>
        <p:spPr/>
        <p:txBody>
          <a:bodyPr/>
          <a:lstStyle/>
          <a:p>
            <a:fld id="{091A926C-488A-4E3E-9C21-57CAA120E114}" type="slidenum">
              <a:rPr lang="en-GB" smtClean="0"/>
              <a:t>19</a:t>
            </a:fld>
            <a:endParaRPr lang="en-GB" dirty="0"/>
          </a:p>
        </p:txBody>
      </p:sp>
      <p:pic>
        <p:nvPicPr>
          <p:cNvPr id="11" name="Content Placeholder 10" descr="A screenshot of a graph&#10;&#10;AI-generated content may be incorrect.">
            <a:extLst>
              <a:ext uri="{FF2B5EF4-FFF2-40B4-BE49-F238E27FC236}">
                <a16:creationId xmlns:a16="http://schemas.microsoft.com/office/drawing/2014/main" id="{A554EAF0-6A09-F219-F62A-8E5FBD08B561}"/>
              </a:ext>
            </a:extLst>
          </p:cNvPr>
          <p:cNvPicPr>
            <a:picLocks noGrp="1" noChangeAspect="1"/>
          </p:cNvPicPr>
          <p:nvPr>
            <p:ph idx="1"/>
          </p:nvPr>
        </p:nvPicPr>
        <p:blipFill>
          <a:blip r:embed="rId3"/>
          <a:stretch>
            <a:fillRect/>
          </a:stretch>
        </p:blipFill>
        <p:spPr>
          <a:xfrm>
            <a:off x="766224" y="1489469"/>
            <a:ext cx="6160669" cy="5312839"/>
          </a:xfrm>
        </p:spPr>
      </p:pic>
      <p:sp>
        <p:nvSpPr>
          <p:cNvPr id="12" name="TextBox 11">
            <a:extLst>
              <a:ext uri="{FF2B5EF4-FFF2-40B4-BE49-F238E27FC236}">
                <a16:creationId xmlns:a16="http://schemas.microsoft.com/office/drawing/2014/main" id="{59F6BD66-08D9-17DD-820B-5C6B80873BA9}"/>
              </a:ext>
            </a:extLst>
          </p:cNvPr>
          <p:cNvSpPr txBox="1"/>
          <p:nvPr/>
        </p:nvSpPr>
        <p:spPr>
          <a:xfrm>
            <a:off x="7988281" y="6378527"/>
            <a:ext cx="3613169" cy="307777"/>
          </a:xfrm>
          <a:prstGeom prst="rect">
            <a:avLst/>
          </a:prstGeom>
        </p:spPr>
        <p:txBody>
          <a:bodyPr vert="horz" wrap="none" lIns="0" tIns="0" rIns="0" bIns="0" rtlCol="0" anchor="t" anchorCtr="0">
            <a:spAutoFit/>
          </a:bodyPr>
          <a:lstStyle/>
          <a:p>
            <a:pPr marL="0" marR="0" indent="0" algn="l" defTabSz="914400" rtl="0" eaLnBrk="1" fontAlgn="auto" latinLnBrk="0" hangingPunct="1">
              <a:lnSpc>
                <a:spcPct val="100000"/>
              </a:lnSpc>
              <a:spcBef>
                <a:spcPct val="0"/>
              </a:spcBef>
              <a:spcAft>
                <a:spcPts val="0"/>
              </a:spcAft>
              <a:buClrTx/>
              <a:buSzTx/>
              <a:buFontTx/>
              <a:buNone/>
              <a:tabLst/>
            </a:pPr>
            <a:r>
              <a:rPr lang="en-DK" sz="2000" b="0" i="1" dirty="0">
                <a:solidFill>
                  <a:schemeClr val="tx1"/>
                </a:solidFill>
                <a:latin typeface="Times New Roman" panose="02020603050405020304" pitchFamily="18" charset="0"/>
                <a:cs typeface="Times New Roman" panose="02020603050405020304" pitchFamily="18" charset="0"/>
              </a:rPr>
              <a:t>Also will be made for binders only!</a:t>
            </a:r>
          </a:p>
        </p:txBody>
      </p:sp>
    </p:spTree>
    <p:extLst>
      <p:ext uri="{BB962C8B-B14F-4D97-AF65-F5344CB8AC3E}">
        <p14:creationId xmlns:p14="http://schemas.microsoft.com/office/powerpoint/2010/main" val="28195329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65BBB-8384-094F-769B-30865626008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6BA9E0-E838-A212-893B-6E449A825652}"/>
              </a:ext>
            </a:extLst>
          </p:cNvPr>
          <p:cNvSpPr>
            <a:spLocks noGrp="1"/>
          </p:cNvSpPr>
          <p:nvPr>
            <p:ph type="title"/>
          </p:nvPr>
        </p:nvSpPr>
        <p:spPr>
          <a:xfrm>
            <a:off x="588964" y="620714"/>
            <a:ext cx="11012486" cy="865186"/>
          </a:xfrm>
        </p:spPr>
        <p:txBody>
          <a:bodyPr vert="horz" lIns="0" tIns="0" rIns="0" bIns="0" rtlCol="0" anchor="t" anchorCtr="0">
            <a:normAutofit/>
          </a:bodyPr>
          <a:lstStyle/>
          <a:p>
            <a:r>
              <a:rPr lang="en-GB" b="0" i="0" kern="1200" spc="60" baseline="0">
                <a:latin typeface="+mj-lt"/>
                <a:ea typeface="Open Sans Extrabold" panose="020B0606030504020204" pitchFamily="34" charset="0"/>
                <a:cs typeface="Microsoft New Tai Lue" panose="020B0502040204020203" pitchFamily="34" charset="0"/>
              </a:rPr>
              <a:t>Zooming in on one specific correlation</a:t>
            </a:r>
          </a:p>
        </p:txBody>
      </p:sp>
      <p:sp>
        <p:nvSpPr>
          <p:cNvPr id="12" name="TextBox 11">
            <a:extLst>
              <a:ext uri="{FF2B5EF4-FFF2-40B4-BE49-F238E27FC236}">
                <a16:creationId xmlns:a16="http://schemas.microsoft.com/office/drawing/2014/main" id="{0305A3D8-E41A-D0CD-E9A1-E01605954C38}"/>
              </a:ext>
            </a:extLst>
          </p:cNvPr>
          <p:cNvSpPr txBox="1"/>
          <p:nvPr/>
        </p:nvSpPr>
        <p:spPr>
          <a:xfrm>
            <a:off x="588964" y="1628775"/>
            <a:ext cx="5356800" cy="4672800"/>
          </a:xfrm>
          <a:prstGeom prst="rect">
            <a:avLst/>
          </a:prstGeom>
        </p:spPr>
        <p:txBody>
          <a:bodyPr vert="horz" lIns="0" tIns="0" rIns="0" bIns="0" rtlCol="0" anchorCtr="0">
            <a:normAutofit/>
          </a:bodyPr>
          <a:lstStyle/>
          <a:p>
            <a:pPr marL="360000" marR="0" indent="-360000" fontAlgn="auto">
              <a:spcBef>
                <a:spcPts val="1000"/>
              </a:spcBef>
              <a:spcAft>
                <a:spcPts val="0"/>
              </a:spcAft>
              <a:buClrTx/>
              <a:buSzTx/>
              <a:buFont typeface="Arial" panose="020B0604020202020204" pitchFamily="34" charset="0"/>
              <a:buChar char="•"/>
              <a:tabLst/>
            </a:pPr>
            <a:r>
              <a:rPr lang="en-GB" sz="2000" spc="60" dirty="0">
                <a:latin typeface="Times New Roman" panose="02020603050405020304" pitchFamily="18" charset="0"/>
                <a:cs typeface="Times New Roman" panose="02020603050405020304" pitchFamily="18" charset="0"/>
              </a:rPr>
              <a:t>We then wanted to zoom in on one specific correlation, that showed a response in the heatmap. </a:t>
            </a:r>
          </a:p>
          <a:p>
            <a:pPr marL="360000" marR="0" indent="-360000" fontAlgn="auto">
              <a:spcBef>
                <a:spcPts val="1000"/>
              </a:spcBef>
              <a:spcAft>
                <a:spcPts val="0"/>
              </a:spcAft>
              <a:buClrTx/>
              <a:buSzTx/>
              <a:buFont typeface="Arial" panose="020B0604020202020204" pitchFamily="34" charset="0"/>
              <a:buChar char="•"/>
              <a:tabLst/>
            </a:pPr>
            <a:r>
              <a:rPr lang="en-GB" sz="2000" spc="60" dirty="0">
                <a:latin typeface="Times New Roman" panose="02020603050405020304" pitchFamily="18" charset="0"/>
                <a:cs typeface="Times New Roman" panose="02020603050405020304" pitchFamily="18" charset="0"/>
              </a:rPr>
              <a:t>Didn’t get to do too much but quickly made one for rmsdpdb100 and tm-scorepdb100</a:t>
            </a:r>
          </a:p>
          <a:p>
            <a:pPr marL="360000" marR="0" indent="-360000" fontAlgn="auto">
              <a:spcBef>
                <a:spcPts val="1000"/>
              </a:spcBef>
              <a:spcAft>
                <a:spcPts val="0"/>
              </a:spcAft>
              <a:buClrTx/>
              <a:buSzTx/>
              <a:buFont typeface="Arial" panose="020B0604020202020204" pitchFamily="34" charset="0"/>
              <a:buChar char="•"/>
              <a:tabLst/>
            </a:pPr>
            <a:r>
              <a:rPr lang="en-GB" sz="2000" spc="60" dirty="0">
                <a:latin typeface="Times New Roman" panose="02020603050405020304" pitchFamily="18" charset="0"/>
                <a:cs typeface="Times New Roman" panose="02020603050405020304" pitchFamily="18" charset="0"/>
              </a:rPr>
              <a:t>Blue dots are </a:t>
            </a:r>
            <a:r>
              <a:rPr lang="en-GB" sz="2000" spc="60" dirty="0" err="1">
                <a:latin typeface="Times New Roman" panose="02020603050405020304" pitchFamily="18" charset="0"/>
                <a:cs typeface="Times New Roman" panose="02020603050405020304" pitchFamily="18" charset="0"/>
              </a:rPr>
              <a:t>bindcraft</a:t>
            </a:r>
            <a:r>
              <a:rPr lang="en-GB" sz="2000" spc="60" dirty="0">
                <a:latin typeface="Times New Roman" panose="02020603050405020304" pitchFamily="18" charset="0"/>
                <a:cs typeface="Times New Roman" panose="02020603050405020304" pitchFamily="18" charset="0"/>
              </a:rPr>
              <a:t> (P-</a:t>
            </a:r>
            <a:r>
              <a:rPr lang="en-GB" sz="2000" spc="60" dirty="0" err="1">
                <a:latin typeface="Times New Roman" panose="02020603050405020304" pitchFamily="18" charset="0"/>
                <a:cs typeface="Times New Roman" panose="02020603050405020304" pitchFamily="18" charset="0"/>
              </a:rPr>
              <a:t>coeff</a:t>
            </a:r>
            <a:r>
              <a:rPr lang="en-GB" sz="2000" spc="60" dirty="0">
                <a:latin typeface="Times New Roman" panose="02020603050405020304" pitchFamily="18" charset="0"/>
                <a:cs typeface="Times New Roman" panose="02020603050405020304" pitchFamily="18" charset="0"/>
              </a:rPr>
              <a:t> = -0.76) and dark green is </a:t>
            </a:r>
            <a:r>
              <a:rPr lang="en-GB" sz="2000" spc="60" dirty="0" err="1">
                <a:latin typeface="Times New Roman" panose="02020603050405020304" pitchFamily="18" charset="0"/>
                <a:cs typeface="Times New Roman" panose="02020603050405020304" pitchFamily="18" charset="0"/>
              </a:rPr>
              <a:t>protrl</a:t>
            </a:r>
            <a:r>
              <a:rPr lang="en-GB" sz="2000" spc="60" dirty="0">
                <a:latin typeface="Times New Roman" panose="02020603050405020304" pitchFamily="18" charset="0"/>
                <a:cs typeface="Times New Roman" panose="02020603050405020304" pitchFamily="18" charset="0"/>
              </a:rPr>
              <a:t> (P-</a:t>
            </a:r>
            <a:r>
              <a:rPr lang="en-GB" sz="2000" spc="60" dirty="0" err="1">
                <a:latin typeface="Times New Roman" panose="02020603050405020304" pitchFamily="18" charset="0"/>
                <a:cs typeface="Times New Roman" panose="02020603050405020304" pitchFamily="18" charset="0"/>
              </a:rPr>
              <a:t>coeff</a:t>
            </a:r>
            <a:r>
              <a:rPr lang="en-GB" sz="2000" spc="60" dirty="0">
                <a:latin typeface="Times New Roman" panose="02020603050405020304" pitchFamily="18" charset="0"/>
                <a:cs typeface="Times New Roman" panose="02020603050405020304" pitchFamily="18" charset="0"/>
              </a:rPr>
              <a:t> = -0.59)</a:t>
            </a:r>
          </a:p>
        </p:txBody>
      </p:sp>
      <p:pic>
        <p:nvPicPr>
          <p:cNvPr id="10" name="Content Placeholder 9">
            <a:extLst>
              <a:ext uri="{FF2B5EF4-FFF2-40B4-BE49-F238E27FC236}">
                <a16:creationId xmlns:a16="http://schemas.microsoft.com/office/drawing/2014/main" id="{504375E5-B9FA-3F4A-4F0A-771AC7147619}"/>
              </a:ext>
            </a:extLst>
          </p:cNvPr>
          <p:cNvPicPr>
            <a:picLocks noGrp="1" noChangeAspect="1"/>
          </p:cNvPicPr>
          <p:nvPr>
            <p:ph sz="half" idx="2"/>
          </p:nvPr>
        </p:nvPicPr>
        <p:blipFill>
          <a:blip r:embed="rId3"/>
          <a:stretch>
            <a:fillRect/>
          </a:stretch>
        </p:blipFill>
        <p:spPr>
          <a:xfrm>
            <a:off x="6246000" y="1969768"/>
            <a:ext cx="5356800" cy="3990816"/>
          </a:xfrm>
          <a:prstGeom prst="rect">
            <a:avLst/>
          </a:prstGeom>
          <a:noFill/>
        </p:spPr>
      </p:pic>
      <p:sp>
        <p:nvSpPr>
          <p:cNvPr id="2" name="Date Placeholder 1">
            <a:extLst>
              <a:ext uri="{FF2B5EF4-FFF2-40B4-BE49-F238E27FC236}">
                <a16:creationId xmlns:a16="http://schemas.microsoft.com/office/drawing/2014/main" id="{712D7B03-C6A9-F8A4-E439-4269A28951B8}"/>
              </a:ext>
            </a:extLst>
          </p:cNvPr>
          <p:cNvSpPr>
            <a:spLocks noGrp="1"/>
          </p:cNvSpPr>
          <p:nvPr>
            <p:ph type="dt" sz="half" idx="10"/>
          </p:nvPr>
        </p:nvSpPr>
        <p:spPr>
          <a:xfrm>
            <a:off x="10329111" y="85745"/>
            <a:ext cx="814976" cy="176797"/>
          </a:xfrm>
        </p:spPr>
        <p:txBody>
          <a:bodyPr vert="horz" lIns="0" tIns="0" rIns="0" bIns="0" rtlCol="0" anchor="b" anchorCtr="0">
            <a:normAutofit/>
          </a:bodyPr>
          <a:lstStyle/>
          <a:p>
            <a:pPr>
              <a:spcAft>
                <a:spcPts val="600"/>
              </a:spcAft>
            </a:pPr>
            <a:fld id="{DD0E0F33-965B-4006-BF25-D26E1C84904D}" type="datetime1">
              <a:rPr lang="en-GB" smtClean="0"/>
              <a:pPr>
                <a:spcAft>
                  <a:spcPts val="600"/>
                </a:spcAft>
              </a:pPr>
              <a:t>10/11/2025</a:t>
            </a:fld>
            <a:endParaRPr lang="en-GB"/>
          </a:p>
        </p:txBody>
      </p:sp>
      <p:sp>
        <p:nvSpPr>
          <p:cNvPr id="3" name="Slide Number Placeholder 2">
            <a:extLst>
              <a:ext uri="{FF2B5EF4-FFF2-40B4-BE49-F238E27FC236}">
                <a16:creationId xmlns:a16="http://schemas.microsoft.com/office/drawing/2014/main" id="{111A5A48-8F85-980E-0B23-F224FBBAE5F0}"/>
              </a:ext>
            </a:extLst>
          </p:cNvPr>
          <p:cNvSpPr>
            <a:spLocks noGrp="1"/>
          </p:cNvSpPr>
          <p:nvPr>
            <p:ph type="sldNum" sz="quarter" idx="12"/>
          </p:nvPr>
        </p:nvSpPr>
        <p:spPr>
          <a:xfrm>
            <a:off x="11219691" y="85745"/>
            <a:ext cx="381759" cy="176797"/>
          </a:xfrm>
        </p:spPr>
        <p:txBody>
          <a:bodyPr vert="horz" lIns="0" tIns="0" rIns="0" bIns="0" rtlCol="0" anchor="b" anchorCtr="0">
            <a:normAutofit/>
          </a:bodyPr>
          <a:lstStyle/>
          <a:p>
            <a:pPr>
              <a:spcAft>
                <a:spcPts val="600"/>
              </a:spcAft>
            </a:pPr>
            <a:fld id="{091A926C-488A-4E3E-9C21-57CAA120E114}" type="slidenum">
              <a:rPr lang="en-GB" smtClean="0"/>
              <a:pPr>
                <a:spcAft>
                  <a:spcPts val="600"/>
                </a:spcAft>
              </a:pPr>
              <a:t>20</a:t>
            </a:fld>
            <a:endParaRPr lang="en-GB"/>
          </a:p>
        </p:txBody>
      </p:sp>
    </p:spTree>
    <p:extLst>
      <p:ext uri="{BB962C8B-B14F-4D97-AF65-F5344CB8AC3E}">
        <p14:creationId xmlns:p14="http://schemas.microsoft.com/office/powerpoint/2010/main" val="3591738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7AF3B-E57A-1289-6ABB-2ED638AF5BC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D717D29-7018-DE13-6498-8FDE6240E5A5}"/>
              </a:ext>
            </a:extLst>
          </p:cNvPr>
          <p:cNvSpPr>
            <a:spLocks noGrp="1"/>
          </p:cNvSpPr>
          <p:nvPr>
            <p:ph type="title"/>
          </p:nvPr>
        </p:nvSpPr>
        <p:spPr>
          <a:xfrm>
            <a:off x="588964" y="620714"/>
            <a:ext cx="11012486" cy="865186"/>
          </a:xfrm>
        </p:spPr>
        <p:txBody>
          <a:bodyPr vert="horz" lIns="0" tIns="0" rIns="0" bIns="0" rtlCol="0" anchor="t" anchorCtr="0">
            <a:normAutofit/>
          </a:bodyPr>
          <a:lstStyle/>
          <a:p>
            <a:r>
              <a:rPr lang="en-GB" b="0" i="0" kern="1200" spc="60" baseline="0">
                <a:latin typeface="+mj-lt"/>
                <a:ea typeface="Open Sans Extrabold" panose="020B0606030504020204" pitchFamily="34" charset="0"/>
                <a:cs typeface="Microsoft New Tai Lue" panose="020B0502040204020203" pitchFamily="34" charset="0"/>
              </a:rPr>
              <a:t>Zooming in on one specific correlation</a:t>
            </a:r>
          </a:p>
        </p:txBody>
      </p:sp>
      <p:sp>
        <p:nvSpPr>
          <p:cNvPr id="12" name="TextBox 11">
            <a:extLst>
              <a:ext uri="{FF2B5EF4-FFF2-40B4-BE49-F238E27FC236}">
                <a16:creationId xmlns:a16="http://schemas.microsoft.com/office/drawing/2014/main" id="{CB903E4D-32BD-6F69-05A6-7A9667E2EDF1}"/>
              </a:ext>
            </a:extLst>
          </p:cNvPr>
          <p:cNvSpPr txBox="1"/>
          <p:nvPr/>
        </p:nvSpPr>
        <p:spPr>
          <a:xfrm>
            <a:off x="588964" y="1628775"/>
            <a:ext cx="5356800" cy="4672800"/>
          </a:xfrm>
          <a:prstGeom prst="rect">
            <a:avLst/>
          </a:prstGeom>
        </p:spPr>
        <p:txBody>
          <a:bodyPr vert="horz" lIns="0" tIns="0" rIns="0" bIns="0" rtlCol="0" anchorCtr="0">
            <a:normAutofit/>
          </a:bodyPr>
          <a:lstStyle/>
          <a:p>
            <a:pPr marL="360000" marR="0" indent="-360000" fontAlgn="auto">
              <a:spcBef>
                <a:spcPts val="1000"/>
              </a:spcBef>
              <a:spcAft>
                <a:spcPts val="0"/>
              </a:spcAft>
              <a:buClrTx/>
              <a:buSzTx/>
              <a:buFont typeface="Arial" panose="020B0604020202020204" pitchFamily="34" charset="0"/>
              <a:buChar char="•"/>
              <a:tabLst/>
            </a:pPr>
            <a:r>
              <a:rPr lang="en-GB" sz="2000" spc="60" dirty="0">
                <a:latin typeface="Times New Roman" panose="02020603050405020304" pitchFamily="18" charset="0"/>
                <a:cs typeface="Times New Roman" panose="02020603050405020304" pitchFamily="18" charset="0"/>
              </a:rPr>
              <a:t>Then one question for my self is:</a:t>
            </a:r>
            <a:br>
              <a:rPr lang="en-GB" sz="2000" spc="60" dirty="0">
                <a:latin typeface="Times New Roman" panose="02020603050405020304" pitchFamily="18" charset="0"/>
                <a:cs typeface="Times New Roman" panose="02020603050405020304" pitchFamily="18" charset="0"/>
              </a:rPr>
            </a:br>
            <a:r>
              <a:rPr lang="en-GB" sz="2000" spc="60" dirty="0">
                <a:latin typeface="Times New Roman" panose="02020603050405020304" pitchFamily="18" charset="0"/>
                <a:cs typeface="Times New Roman" panose="02020603050405020304" pitchFamily="18" charset="0"/>
              </a:rPr>
              <a:t>What can I use all these numbers and plots for, in terms of answering my project and my (not yet specified) research questions?</a:t>
            </a:r>
          </a:p>
          <a:p>
            <a:pPr marL="360000" marR="0" indent="-360000" fontAlgn="auto">
              <a:spcBef>
                <a:spcPts val="1000"/>
              </a:spcBef>
              <a:spcAft>
                <a:spcPts val="0"/>
              </a:spcAft>
              <a:buClrTx/>
              <a:buSzTx/>
              <a:buFont typeface="Arial" panose="020B0604020202020204" pitchFamily="34" charset="0"/>
              <a:buChar char="•"/>
              <a:tabLst/>
            </a:pPr>
            <a:r>
              <a:rPr lang="en-GB" sz="2000" spc="60" dirty="0">
                <a:latin typeface="Times New Roman" panose="02020603050405020304" pitchFamily="18" charset="0"/>
                <a:cs typeface="Times New Roman" panose="02020603050405020304" pitchFamily="18" charset="0"/>
              </a:rPr>
              <a:t>Also to be determined. Hopefully, it can be used train the upcoming AI model being worked on by Melika – or at least take us in the right direction.</a:t>
            </a:r>
          </a:p>
        </p:txBody>
      </p:sp>
      <p:pic>
        <p:nvPicPr>
          <p:cNvPr id="10" name="Content Placeholder 9">
            <a:extLst>
              <a:ext uri="{FF2B5EF4-FFF2-40B4-BE49-F238E27FC236}">
                <a16:creationId xmlns:a16="http://schemas.microsoft.com/office/drawing/2014/main" id="{FF5BBBC7-1C8C-C870-5B5F-5BA63C9439BC}"/>
              </a:ext>
            </a:extLst>
          </p:cNvPr>
          <p:cNvPicPr>
            <a:picLocks noGrp="1" noChangeAspect="1"/>
          </p:cNvPicPr>
          <p:nvPr>
            <p:ph sz="half" idx="2"/>
          </p:nvPr>
        </p:nvPicPr>
        <p:blipFill>
          <a:blip r:embed="rId3"/>
          <a:stretch>
            <a:fillRect/>
          </a:stretch>
        </p:blipFill>
        <p:spPr>
          <a:xfrm>
            <a:off x="6246000" y="1969768"/>
            <a:ext cx="5356800" cy="3990816"/>
          </a:xfrm>
          <a:prstGeom prst="rect">
            <a:avLst/>
          </a:prstGeom>
          <a:noFill/>
        </p:spPr>
      </p:pic>
      <p:sp>
        <p:nvSpPr>
          <p:cNvPr id="2" name="Date Placeholder 1">
            <a:extLst>
              <a:ext uri="{FF2B5EF4-FFF2-40B4-BE49-F238E27FC236}">
                <a16:creationId xmlns:a16="http://schemas.microsoft.com/office/drawing/2014/main" id="{7275AE17-634D-B9AB-3EAA-E6FF53106C53}"/>
              </a:ext>
            </a:extLst>
          </p:cNvPr>
          <p:cNvSpPr>
            <a:spLocks noGrp="1"/>
          </p:cNvSpPr>
          <p:nvPr>
            <p:ph type="dt" sz="half" idx="10"/>
          </p:nvPr>
        </p:nvSpPr>
        <p:spPr>
          <a:xfrm>
            <a:off x="10329111" y="85745"/>
            <a:ext cx="814976" cy="176797"/>
          </a:xfrm>
        </p:spPr>
        <p:txBody>
          <a:bodyPr vert="horz" lIns="0" tIns="0" rIns="0" bIns="0" rtlCol="0" anchor="b" anchorCtr="0">
            <a:normAutofit/>
          </a:bodyPr>
          <a:lstStyle/>
          <a:p>
            <a:pPr>
              <a:spcAft>
                <a:spcPts val="600"/>
              </a:spcAft>
            </a:pPr>
            <a:fld id="{DD0E0F33-965B-4006-BF25-D26E1C84904D}" type="datetime1">
              <a:rPr lang="en-GB" smtClean="0"/>
              <a:pPr>
                <a:spcAft>
                  <a:spcPts val="600"/>
                </a:spcAft>
              </a:pPr>
              <a:t>10/11/2025</a:t>
            </a:fld>
            <a:endParaRPr lang="en-GB"/>
          </a:p>
        </p:txBody>
      </p:sp>
      <p:sp>
        <p:nvSpPr>
          <p:cNvPr id="3" name="Slide Number Placeholder 2">
            <a:extLst>
              <a:ext uri="{FF2B5EF4-FFF2-40B4-BE49-F238E27FC236}">
                <a16:creationId xmlns:a16="http://schemas.microsoft.com/office/drawing/2014/main" id="{FC955279-D264-7034-592D-1CFDD07F5D62}"/>
              </a:ext>
            </a:extLst>
          </p:cNvPr>
          <p:cNvSpPr>
            <a:spLocks noGrp="1"/>
          </p:cNvSpPr>
          <p:nvPr>
            <p:ph type="sldNum" sz="quarter" idx="12"/>
          </p:nvPr>
        </p:nvSpPr>
        <p:spPr>
          <a:xfrm>
            <a:off x="11219691" y="85745"/>
            <a:ext cx="381759" cy="176797"/>
          </a:xfrm>
        </p:spPr>
        <p:txBody>
          <a:bodyPr vert="horz" lIns="0" tIns="0" rIns="0" bIns="0" rtlCol="0" anchor="b" anchorCtr="0">
            <a:normAutofit/>
          </a:bodyPr>
          <a:lstStyle/>
          <a:p>
            <a:pPr>
              <a:spcAft>
                <a:spcPts val="600"/>
              </a:spcAft>
            </a:pPr>
            <a:fld id="{091A926C-488A-4E3E-9C21-57CAA120E114}" type="slidenum">
              <a:rPr lang="en-GB" smtClean="0"/>
              <a:pPr>
                <a:spcAft>
                  <a:spcPts val="600"/>
                </a:spcAft>
              </a:pPr>
              <a:t>21</a:t>
            </a:fld>
            <a:endParaRPr lang="en-GB"/>
          </a:p>
        </p:txBody>
      </p:sp>
    </p:spTree>
    <p:extLst>
      <p:ext uri="{BB962C8B-B14F-4D97-AF65-F5344CB8AC3E}">
        <p14:creationId xmlns:p14="http://schemas.microsoft.com/office/powerpoint/2010/main" val="37762724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591B8B-6ED3-774C-A395-E77FBF834EFD}"/>
              </a:ext>
            </a:extLst>
          </p:cNvPr>
          <p:cNvSpPr>
            <a:spLocks noGrp="1"/>
          </p:cNvSpPr>
          <p:nvPr>
            <p:ph type="title"/>
          </p:nvPr>
        </p:nvSpPr>
        <p:spPr>
          <a:xfrm>
            <a:off x="588964" y="620714"/>
            <a:ext cx="11012486" cy="865186"/>
          </a:xfrm>
        </p:spPr>
        <p:txBody>
          <a:bodyPr anchor="t">
            <a:normAutofit fontScale="90000"/>
          </a:bodyPr>
          <a:lstStyle/>
          <a:p>
            <a:r>
              <a:rPr lang="en-GB" dirty="0"/>
              <a:t>What did the binders without a design method show?</a:t>
            </a:r>
            <a:br>
              <a:rPr lang="en-GB" dirty="0"/>
            </a:br>
            <a:r>
              <a:rPr lang="en-GB" dirty="0"/>
              <a:t>Are these binders in any way usable?</a:t>
            </a:r>
          </a:p>
        </p:txBody>
      </p:sp>
      <p:sp>
        <p:nvSpPr>
          <p:cNvPr id="5" name="Content Placeholder 4">
            <a:extLst>
              <a:ext uri="{FF2B5EF4-FFF2-40B4-BE49-F238E27FC236}">
                <a16:creationId xmlns:a16="http://schemas.microsoft.com/office/drawing/2014/main" id="{9615C6AB-3CEF-A845-B836-DCF664F91EBD}"/>
              </a:ext>
            </a:extLst>
          </p:cNvPr>
          <p:cNvSpPr>
            <a:spLocks noGrp="1"/>
          </p:cNvSpPr>
          <p:nvPr>
            <p:ph sz="half" idx="1"/>
          </p:nvPr>
        </p:nvSpPr>
        <p:spPr>
          <a:xfrm>
            <a:off x="588964" y="1628775"/>
            <a:ext cx="5356800" cy="4672800"/>
          </a:xfrm>
        </p:spPr>
        <p:txBody>
          <a:bodyPr>
            <a:normAutofit/>
          </a:bodyPr>
          <a:lstStyle/>
          <a:p>
            <a:r>
              <a:rPr lang="en-GB" dirty="0"/>
              <a:t>Not quite sure. But I have a notebook and a .csv file with them.</a:t>
            </a:r>
          </a:p>
        </p:txBody>
      </p:sp>
      <p:pic>
        <p:nvPicPr>
          <p:cNvPr id="8" name="Picture Placeholder 7" descr="A graph of blue dots&#10;&#10;AI-generated content may be incorrect.">
            <a:extLst>
              <a:ext uri="{FF2B5EF4-FFF2-40B4-BE49-F238E27FC236}">
                <a16:creationId xmlns:a16="http://schemas.microsoft.com/office/drawing/2014/main" id="{F28A9431-B5B6-A4CF-A11E-89B08B179D47}"/>
              </a:ext>
            </a:extLst>
          </p:cNvPr>
          <p:cNvPicPr>
            <a:picLocks noGrp="1" noChangeAspect="1"/>
          </p:cNvPicPr>
          <p:nvPr>
            <p:ph sz="half" idx="2"/>
          </p:nvPr>
        </p:nvPicPr>
        <p:blipFill>
          <a:blip r:embed="rId3"/>
          <a:stretch>
            <a:fillRect/>
          </a:stretch>
        </p:blipFill>
        <p:spPr>
          <a:xfrm>
            <a:off x="6588000" y="1628776"/>
            <a:ext cx="4672800" cy="4672800"/>
          </a:xfrm>
          <a:noFill/>
        </p:spPr>
      </p:pic>
      <p:sp>
        <p:nvSpPr>
          <p:cNvPr id="2" name="Date Placeholder 1">
            <a:extLst>
              <a:ext uri="{FF2B5EF4-FFF2-40B4-BE49-F238E27FC236}">
                <a16:creationId xmlns:a16="http://schemas.microsoft.com/office/drawing/2014/main" id="{79D8D8CE-FCFB-854F-9B04-68E9294731BB}"/>
              </a:ext>
            </a:extLst>
          </p:cNvPr>
          <p:cNvSpPr>
            <a:spLocks noGrp="1"/>
          </p:cNvSpPr>
          <p:nvPr>
            <p:ph type="dt" sz="half" idx="10"/>
          </p:nvPr>
        </p:nvSpPr>
        <p:spPr>
          <a:xfrm>
            <a:off x="10329111" y="85745"/>
            <a:ext cx="814976" cy="176797"/>
          </a:xfrm>
        </p:spPr>
        <p:txBody>
          <a:bodyPr anchor="b">
            <a:normAutofit/>
          </a:bodyPr>
          <a:lstStyle/>
          <a:p>
            <a:pPr>
              <a:spcAft>
                <a:spcPts val="600"/>
              </a:spcAft>
            </a:pPr>
            <a:fld id="{697C72C4-28EF-44E1-B3EF-7E31A5021CB4}" type="datetime1">
              <a:rPr lang="en-GB" smtClean="0"/>
              <a:pPr>
                <a:spcAft>
                  <a:spcPts val="600"/>
                </a:spcAft>
              </a:pPr>
              <a:t>10/11/2025</a:t>
            </a:fld>
            <a:endParaRPr lang="en-GB"/>
          </a:p>
        </p:txBody>
      </p:sp>
      <p:sp>
        <p:nvSpPr>
          <p:cNvPr id="3" name="Slide Number Placeholder 2">
            <a:extLst>
              <a:ext uri="{FF2B5EF4-FFF2-40B4-BE49-F238E27FC236}">
                <a16:creationId xmlns:a16="http://schemas.microsoft.com/office/drawing/2014/main" id="{1311F2CF-A41F-BC40-BDEF-887570989BBF}"/>
              </a:ext>
            </a:extLst>
          </p:cNvPr>
          <p:cNvSpPr>
            <a:spLocks noGrp="1"/>
          </p:cNvSpPr>
          <p:nvPr>
            <p:ph type="sldNum" sz="quarter" idx="12"/>
          </p:nvPr>
        </p:nvSpPr>
        <p:spPr>
          <a:xfrm>
            <a:off x="11219691" y="85745"/>
            <a:ext cx="381759" cy="176797"/>
          </a:xfrm>
        </p:spPr>
        <p:txBody>
          <a:bodyPr anchor="b">
            <a:normAutofit/>
          </a:bodyPr>
          <a:lstStyle/>
          <a:p>
            <a:pPr>
              <a:spcAft>
                <a:spcPts val="600"/>
              </a:spcAft>
            </a:pPr>
            <a:fld id="{091A926C-488A-4E3E-9C21-57CAA120E114}" type="slidenum">
              <a:rPr lang="en-GB" smtClean="0"/>
              <a:pPr>
                <a:spcAft>
                  <a:spcPts val="600"/>
                </a:spcAft>
              </a:pPr>
              <a:t>22</a:t>
            </a:fld>
            <a:endParaRPr lang="en-GB"/>
          </a:p>
        </p:txBody>
      </p:sp>
      <p:pic>
        <p:nvPicPr>
          <p:cNvPr id="10" name="Picture 9" descr="A graph of blue dots&#10;&#10;AI-generated content may be incorrect.">
            <a:extLst>
              <a:ext uri="{FF2B5EF4-FFF2-40B4-BE49-F238E27FC236}">
                <a16:creationId xmlns:a16="http://schemas.microsoft.com/office/drawing/2014/main" id="{123CD6D4-1EF5-140F-48F2-843C36AAC055}"/>
              </a:ext>
            </a:extLst>
          </p:cNvPr>
          <p:cNvPicPr>
            <a:picLocks noChangeAspect="1"/>
          </p:cNvPicPr>
          <p:nvPr/>
        </p:nvPicPr>
        <p:blipFill>
          <a:blip r:embed="rId4"/>
          <a:stretch>
            <a:fillRect/>
          </a:stretch>
        </p:blipFill>
        <p:spPr>
          <a:xfrm>
            <a:off x="588964" y="2398711"/>
            <a:ext cx="4008088" cy="3902864"/>
          </a:xfrm>
          <a:prstGeom prst="rect">
            <a:avLst/>
          </a:prstGeom>
        </p:spPr>
      </p:pic>
    </p:spTree>
    <p:extLst>
      <p:ext uri="{BB962C8B-B14F-4D97-AF65-F5344CB8AC3E}">
        <p14:creationId xmlns:p14="http://schemas.microsoft.com/office/powerpoint/2010/main" val="7666883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7DE31FAA-6F36-9100-8ACB-51A349DB7EC2}"/>
              </a:ext>
            </a:extLst>
          </p:cNvPr>
          <p:cNvSpPr>
            <a:spLocks noGrp="1"/>
          </p:cNvSpPr>
          <p:nvPr>
            <p:ph type="dt" sz="half" idx="10"/>
          </p:nvPr>
        </p:nvSpPr>
        <p:spPr/>
        <p:txBody>
          <a:bodyPr/>
          <a:lstStyle/>
          <a:p>
            <a:fld id="{DF25F217-EEA3-47F7-A848-2457B725B78C}" type="datetime1">
              <a:rPr lang="en-GB" smtClean="0"/>
              <a:t>10/11/2025</a:t>
            </a:fld>
            <a:endParaRPr lang="en-GB" dirty="0"/>
          </a:p>
        </p:txBody>
      </p:sp>
      <p:sp>
        <p:nvSpPr>
          <p:cNvPr id="4" name="Title 3">
            <a:extLst>
              <a:ext uri="{FF2B5EF4-FFF2-40B4-BE49-F238E27FC236}">
                <a16:creationId xmlns:a16="http://schemas.microsoft.com/office/drawing/2014/main" id="{3F7C490C-7CAF-5B7A-777E-3DFE004E7B27}"/>
              </a:ext>
            </a:extLst>
          </p:cNvPr>
          <p:cNvSpPr>
            <a:spLocks noGrp="1"/>
          </p:cNvSpPr>
          <p:nvPr>
            <p:ph type="title"/>
          </p:nvPr>
        </p:nvSpPr>
        <p:spPr/>
        <p:txBody>
          <a:bodyPr/>
          <a:lstStyle/>
          <a:p>
            <a:pPr marL="0" marR="0" indent="0" defTabSz="914400" rtl="0" eaLnBrk="1" fontAlgn="auto" latinLnBrk="0" hangingPunct="1">
              <a:lnSpc>
                <a:spcPct val="83000"/>
              </a:lnSpc>
              <a:spcBef>
                <a:spcPct val="0"/>
              </a:spcBef>
              <a:spcAft>
                <a:spcPts val="0"/>
              </a:spcAft>
              <a:tabLst/>
            </a:pPr>
            <a:r>
              <a:rPr lang="en-GB" sz="9600" b="1" spc="60" baseline="0" dirty="0">
                <a:solidFill>
                  <a:schemeClr val="bg1"/>
                </a:solidFill>
                <a:latin typeface="Microsoft New Tai Lue"/>
              </a:rPr>
              <a:t>Questions </a:t>
            </a:r>
            <a:r>
              <a:rPr lang="en-GB" sz="9600" b="0" spc="60" baseline="0" dirty="0">
                <a:solidFill>
                  <a:schemeClr val="bg1"/>
                </a:solidFill>
                <a:latin typeface="Microsoft New Tai Lue"/>
              </a:rPr>
              <a:t>&amp; </a:t>
            </a:r>
            <a:br>
              <a:rPr lang="en-GB" sz="9600" b="0" spc="60" baseline="0" dirty="0">
                <a:solidFill>
                  <a:schemeClr val="bg1"/>
                </a:solidFill>
                <a:latin typeface="Microsoft New Tai Lue"/>
              </a:rPr>
            </a:br>
            <a:r>
              <a:rPr lang="en-GB" sz="9600" b="0" spc="60" baseline="0" dirty="0">
                <a:solidFill>
                  <a:schemeClr val="bg1"/>
                </a:solidFill>
                <a:latin typeface="Microsoft New Tai Lue"/>
              </a:rPr>
              <a:t>comments?</a:t>
            </a:r>
          </a:p>
        </p:txBody>
      </p:sp>
      <p:sp>
        <p:nvSpPr>
          <p:cNvPr id="7" name="Slide Number Placeholder 6">
            <a:extLst>
              <a:ext uri="{FF2B5EF4-FFF2-40B4-BE49-F238E27FC236}">
                <a16:creationId xmlns:a16="http://schemas.microsoft.com/office/drawing/2014/main" id="{FA23AE76-1745-AB53-5911-086EB4A01A4E}"/>
              </a:ext>
            </a:extLst>
          </p:cNvPr>
          <p:cNvSpPr>
            <a:spLocks noGrp="1"/>
          </p:cNvSpPr>
          <p:nvPr>
            <p:ph type="sldNum" sz="quarter" idx="12"/>
          </p:nvPr>
        </p:nvSpPr>
        <p:spPr/>
        <p:txBody>
          <a:bodyPr/>
          <a:lstStyle/>
          <a:p>
            <a:fld id="{091A926C-488A-4E3E-9C21-57CAA120E114}" type="slidenum">
              <a:rPr lang="en-GB" smtClean="0"/>
              <a:pPr/>
              <a:t>23</a:t>
            </a:fld>
            <a:endParaRPr lang="en-GB" dirty="0"/>
          </a:p>
        </p:txBody>
      </p:sp>
    </p:spTree>
    <p:extLst>
      <p:ext uri="{BB962C8B-B14F-4D97-AF65-F5344CB8AC3E}">
        <p14:creationId xmlns:p14="http://schemas.microsoft.com/office/powerpoint/2010/main" val="1763571465"/>
      </p:ext>
    </p:extLst>
  </p:cSld>
  <p:clrMapOvr>
    <a:masterClrMapping/>
  </p:clrMapOvr>
</p:sld>
</file>

<file path=ppt/theme/theme1.xml><?xml version="1.0" encoding="utf-8"?>
<a:theme xmlns:a="http://schemas.openxmlformats.org/drawingml/2006/main" name="Brugerdefineret design">
  <a:themeElements>
    <a:clrScheme name="KU 2023">
      <a:dk1>
        <a:srgbClr val="000000"/>
      </a:dk1>
      <a:lt1>
        <a:srgbClr val="FFFFFF"/>
      </a:lt1>
      <a:dk2>
        <a:srgbClr val="6E6E6E"/>
      </a:dk2>
      <a:lt2>
        <a:srgbClr val="E7E6E6"/>
      </a:lt2>
      <a:accent1>
        <a:srgbClr val="A31D20"/>
      </a:accent1>
      <a:accent2>
        <a:srgbClr val="7B7B7B"/>
      </a:accent2>
      <a:accent3>
        <a:srgbClr val="C73028"/>
      </a:accent3>
      <a:accent4>
        <a:srgbClr val="415570"/>
      </a:accent4>
      <a:accent5>
        <a:srgbClr val="197F8E"/>
      </a:accent5>
      <a:accent6>
        <a:srgbClr val="4B8324"/>
      </a:accent6>
      <a:hlink>
        <a:srgbClr val="A31D20"/>
      </a:hlink>
      <a:folHlink>
        <a:srgbClr val="000000"/>
      </a:folHlink>
    </a:clrScheme>
    <a:fontScheme name="Københavns Universitet">
      <a:majorFont>
        <a:latin typeface="Microsoft New Tai Lue"/>
        <a:ea typeface=""/>
        <a:cs typeface=""/>
      </a:majorFont>
      <a:minorFont>
        <a:latin typeface="Microsoft New Tai Lue"/>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a:solidFill>
            <a:schemeClr val="accent1"/>
          </a:solidFill>
        </a:ln>
      </a:spPr>
      <a:bodyPr wrap="square" rtlCol="0" anchor="ctr">
        <a:noAutofit/>
      </a:bodyPr>
      <a:lstStyle>
        <a:defPPr algn="l">
          <a:defRPr sz="2400" dirty="0" err="1" smtClean="0">
            <a:solidFill>
              <a:schemeClr val="bg1"/>
            </a:solidFill>
          </a:defRPr>
        </a:defPPr>
      </a:lstStyle>
    </a:spDef>
    <a:txDef>
      <a:spPr/>
      <a:bodyPr vert="horz" wrap="square" lIns="0" tIns="0" rIns="0" bIns="0" rtlCol="0" anchor="t" anchorCtr="0">
        <a:spAutoFit/>
      </a:bodyPr>
      <a:lstStyle>
        <a:defPPr marL="0" marR="0" indent="0" algn="l" defTabSz="914400" rtl="0" eaLnBrk="1" fontAlgn="auto" latinLnBrk="0" hangingPunct="1">
          <a:lnSpc>
            <a:spcPct val="100000"/>
          </a:lnSpc>
          <a:spcBef>
            <a:spcPct val="0"/>
          </a:spcBef>
          <a:spcAft>
            <a:spcPts val="0"/>
          </a:spcAft>
          <a:buClrTx/>
          <a:buSzTx/>
          <a:buFontTx/>
          <a:buNone/>
          <a:tabLst/>
          <a:defRPr sz="2400" b="0" dirty="0" smtClean="0">
            <a:solidFill>
              <a:schemeClr val="tx1"/>
            </a:solidFill>
            <a:latin typeface="+mn-lt"/>
          </a:defRPr>
        </a:defPPr>
      </a:lstStyle>
    </a:txDef>
  </a:objectDefaults>
  <a:extraClrSchemeLst/>
  <a:extLst>
    <a:ext uri="{05A4C25C-085E-4340-85A3-A5531E510DB2}">
      <thm15:themeFamily xmlns:thm15="http://schemas.microsoft.com/office/thememl/2012/main" name="16x9_ENG_full.potx" id="{D0D36B92-5B0A-4532-81C4-17DEF59CC1CE}" vid="{DAA9B640-9269-43B6-8C37-C6A215F85199}"/>
    </a:ext>
  </a:extLst>
</a:theme>
</file>

<file path=ppt/theme/theme2.xml><?xml version="1.0" encoding="utf-8"?>
<a:theme xmlns:a="http://schemas.openxmlformats.org/drawingml/2006/main" name="Office Theme">
  <a:themeElements>
    <a:clrScheme name="KU 2023">
      <a:dk1>
        <a:srgbClr val="000000"/>
      </a:dk1>
      <a:lt1>
        <a:srgbClr val="FFFFFF"/>
      </a:lt1>
      <a:dk2>
        <a:srgbClr val="6E6E6E"/>
      </a:dk2>
      <a:lt2>
        <a:srgbClr val="E7E6E6"/>
      </a:lt2>
      <a:accent1>
        <a:srgbClr val="A31D20"/>
      </a:accent1>
      <a:accent2>
        <a:srgbClr val="7B7B7B"/>
      </a:accent2>
      <a:accent3>
        <a:srgbClr val="C73028"/>
      </a:accent3>
      <a:accent4>
        <a:srgbClr val="415570"/>
      </a:accent4>
      <a:accent5>
        <a:srgbClr val="197F8E"/>
      </a:accent5>
      <a:accent6>
        <a:srgbClr val="4B8324"/>
      </a:accent6>
      <a:hlink>
        <a:srgbClr val="A31D20"/>
      </a:hlink>
      <a:folHlink>
        <a:srgbClr val="000000"/>
      </a:folHlink>
    </a:clrScheme>
    <a:fontScheme name="KU 2023">
      <a:majorFont>
        <a:latin typeface="Microsoft New Tai Lue"/>
        <a:ea typeface=""/>
        <a:cs typeface=""/>
      </a:majorFont>
      <a:minorFont>
        <a:latin typeface="Microsoft New Tai Lu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ema">
  <a:themeElements>
    <a:clrScheme name="KU 2023">
      <a:dk1>
        <a:srgbClr val="000000"/>
      </a:dk1>
      <a:lt1>
        <a:srgbClr val="FFFFFF"/>
      </a:lt1>
      <a:dk2>
        <a:srgbClr val="6E6E6E"/>
      </a:dk2>
      <a:lt2>
        <a:srgbClr val="E7E6E6"/>
      </a:lt2>
      <a:accent1>
        <a:srgbClr val="A31D20"/>
      </a:accent1>
      <a:accent2>
        <a:srgbClr val="7B7B7B"/>
      </a:accent2>
      <a:accent3>
        <a:srgbClr val="C73028"/>
      </a:accent3>
      <a:accent4>
        <a:srgbClr val="415570"/>
      </a:accent4>
      <a:accent5>
        <a:srgbClr val="197F8E"/>
      </a:accent5>
      <a:accent6>
        <a:srgbClr val="4B8324"/>
      </a:accent6>
      <a:hlink>
        <a:srgbClr val="A31D20"/>
      </a:hlink>
      <a:folHlink>
        <a:srgbClr val="000000"/>
      </a:folHlink>
    </a:clrScheme>
    <a:fontScheme name="KU 2023">
      <a:majorFont>
        <a:latin typeface="Microsoft New Tai Lue"/>
        <a:ea typeface=""/>
        <a:cs typeface=""/>
      </a:majorFont>
      <a:minorFont>
        <a:latin typeface="Microsoft New Tai Lue"/>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Brugerdefineret design</Template>
  <TotalTime>514</TotalTime>
  <Words>1214</Words>
  <Application>Microsoft Macintosh PowerPoint</Application>
  <PresentationFormat>Widescreen</PresentationFormat>
  <Paragraphs>142</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Microsoft New Tai Lue</vt:lpstr>
      <vt:lpstr>Times New Roman</vt:lpstr>
      <vt:lpstr>Wingdings</vt:lpstr>
      <vt:lpstr>Brugerdefineret design</vt:lpstr>
      <vt:lpstr>PowerPoint Presentation</vt:lpstr>
      <vt:lpstr>New project description – hallucination of de novo proteins.</vt:lpstr>
      <vt:lpstr>Current project outline</vt:lpstr>
      <vt:lpstr>Current project outline</vt:lpstr>
      <vt:lpstr>How I went about the initial filtering and analysis of the AdaptyvBio data set</vt:lpstr>
      <vt:lpstr>How I went about the initial filtering and analysis of the AdaptyvBio data set</vt:lpstr>
      <vt:lpstr>How I went about the initial filtering and analysis of the AdaptyvBio data set</vt:lpstr>
      <vt:lpstr>How I went about the initial filtering and analysis (Code cleaning)</vt:lpstr>
      <vt:lpstr>How I went about the initial filtering and analysis (Code cleaning)</vt:lpstr>
      <vt:lpstr>How I went about the initial filtering and analysis (Code cleaning)</vt:lpstr>
      <vt:lpstr>Data that lays out the ground understanding of the dataset</vt:lpstr>
      <vt:lpstr>Data that lays out the ground understanding of the dataset</vt:lpstr>
      <vt:lpstr>More data to get a bigger picture of what the data set contains</vt:lpstr>
      <vt:lpstr>The further analysis</vt:lpstr>
      <vt:lpstr>Horizontal box plots showing different metrics per design method (binders &amp; non-binders)</vt:lpstr>
      <vt:lpstr>Horizontal box plots showing different metrics per design method (binders &amp; non-binders)</vt:lpstr>
      <vt:lpstr>Horizontal box plots showing different metrics per design method (binders &amp; non-binders)</vt:lpstr>
      <vt:lpstr>The further analysis pt. 2</vt:lpstr>
      <vt:lpstr>Heatmap of Pearson correlations for 3 methods (binders &amp; non-binders)</vt:lpstr>
      <vt:lpstr>Zooming in on one specific correlation</vt:lpstr>
      <vt:lpstr>Zooming in on one specific correlation</vt:lpstr>
      <vt:lpstr>What did the binders without a design method show? Are these binders in any way usable?</vt:lpstr>
      <vt:lpstr>Questions &amp;  comments?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Elliott Taguchi Dickinson</dc:creator>
  <cp:lastModifiedBy>Elliott Taguchi Dickinson</cp:lastModifiedBy>
  <cp:revision>53</cp:revision>
  <dcterms:created xsi:type="dcterms:W3CDTF">2025-10-27T14:48:13Z</dcterms:created>
  <dcterms:modified xsi:type="dcterms:W3CDTF">2025-11-10T10:48:23Z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by:">
    <vt:lpwstr>www.omnidocs.com</vt:lpwstr>
  </property>
</Properties>
</file>